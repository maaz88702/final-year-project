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Student–Teacher Interaction &amp; Academic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MERN Stack Based Web Application</a:t>
            </a:r>
          </a:p>
          <a:p>
            <a:r>
              <a:t>Maaz Khan (2222730)</a:t>
            </a:r>
          </a:p>
          <a:p>
            <a:r>
              <a:t>Ilyas Khan (2222740)</a:t>
            </a:r>
          </a:p>
          <a:p>
            <a:r>
              <a:t>Muhammad Abdal (2222715)</a:t>
            </a:r>
          </a:p>
          <a:p>
            <a:r>
              <a:t>Supervisor: Muhammad Arshad</a:t>
            </a:r>
          </a:p>
          <a:p>
            <a:r>
              <a:t>Government Degree College Thana, Malakand (2022–2026)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learning is rapidly increasing</a:t>
            </a:r>
          </a:p>
          <a:p>
            <a:r>
              <a:t>Manual academic management is slow</a:t>
            </a:r>
          </a:p>
          <a:p>
            <a:r>
              <a:t>No centralized communication system</a:t>
            </a:r>
          </a:p>
          <a:p>
            <a:r>
              <a:t>Need for secure &amp; scalable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assignment handling</a:t>
            </a:r>
          </a:p>
          <a:p>
            <a:r>
              <a:rPr dirty="0"/>
              <a:t>Delayed feedback</a:t>
            </a:r>
          </a:p>
          <a:p>
            <a:r>
              <a:rPr dirty="0"/>
              <a:t>Poor communication</a:t>
            </a:r>
          </a:p>
          <a:p>
            <a:r>
              <a:rPr dirty="0"/>
              <a:t>No centralized academic data</a:t>
            </a:r>
          </a:p>
          <a:p>
            <a:r>
              <a:rPr dirty="0"/>
              <a:t>Admin management difficulties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MERN-based academic system</a:t>
            </a:r>
          </a:p>
          <a:p>
            <a:r>
              <a:rPr dirty="0"/>
              <a:t>Online assignment submission &amp; grading</a:t>
            </a:r>
            <a:endParaRPr lang="en-US" dirty="0"/>
          </a:p>
          <a:p>
            <a:r>
              <a:rPr lang="en-US" dirty="0"/>
              <a:t>Online </a:t>
            </a:r>
            <a:r>
              <a:rPr lang="en-US" dirty="0" err="1"/>
              <a:t>attendence</a:t>
            </a:r>
            <a:endParaRPr dirty="0"/>
          </a:p>
          <a:p>
            <a:r>
              <a:rPr dirty="0"/>
              <a:t>Role-based authentication</a:t>
            </a:r>
          </a:p>
          <a:p>
            <a:r>
              <a:rPr dirty="0"/>
              <a:t>Admin dashboard</a:t>
            </a:r>
          </a:p>
          <a:p>
            <a:r>
              <a:rPr dirty="0"/>
              <a:t>Responsive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Rubrics &amp; marks distribution</a:t>
            </a:r>
          </a:p>
          <a:p>
            <a:r>
              <a:rPr dirty="0"/>
              <a:t>File upload &amp; tracking</a:t>
            </a:r>
          </a:p>
          <a:p>
            <a:r>
              <a:rPr lang="en-US" dirty="0"/>
              <a:t>User feedback</a:t>
            </a:r>
            <a:endParaRPr dirty="0"/>
          </a:p>
          <a:p>
            <a:r>
              <a:rPr dirty="0"/>
              <a:t>Attendance management</a:t>
            </a:r>
          </a:p>
          <a:p>
            <a:r>
              <a:rPr dirty="0"/>
              <a:t>Notifications &amp;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MUI, Bootstrap</a:t>
            </a:r>
          </a:p>
          <a:p>
            <a:r>
              <a:t>Backend: Node.js, Express.js</a:t>
            </a:r>
          </a:p>
          <a:p>
            <a:r>
              <a:t>Database: MongoDB</a:t>
            </a:r>
          </a:p>
          <a:p>
            <a:r>
              <a:t>State: Zustand / Redux</a:t>
            </a:r>
          </a:p>
          <a:p>
            <a:r>
              <a:t>JWT Authentication &amp; REST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Collections: Students, Teachers, Courses</a:t>
            </a:r>
          </a:p>
          <a:p>
            <a:r>
              <a:t>Assignments &amp; Submissions</a:t>
            </a:r>
          </a:p>
          <a:p>
            <a:r>
              <a:t>Grades &amp; Departments</a:t>
            </a:r>
          </a:p>
          <a:p>
            <a:r>
              <a:t>Teacher → Courses</a:t>
            </a:r>
          </a:p>
          <a:p>
            <a:r>
              <a:t>Student → Submissions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Requirement Analysis</a:t>
            </a:r>
          </a:p>
          <a:p>
            <a:r>
              <a:rPr lang="en-US" dirty="0"/>
              <a:t>database</a:t>
            </a:r>
            <a:r>
              <a:rPr dirty="0"/>
              <a:t> Design</a:t>
            </a:r>
          </a:p>
          <a:p>
            <a:r>
              <a:rPr dirty="0"/>
              <a:t>Backend Development</a:t>
            </a:r>
          </a:p>
          <a:p>
            <a:r>
              <a:rPr dirty="0"/>
              <a:t>Frontend Integration</a:t>
            </a:r>
          </a:p>
          <a:p>
            <a:r>
              <a:rPr dirty="0"/>
              <a:t>Testing &amp;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Faster academic workflow</a:t>
            </a:r>
          </a:p>
          <a:p>
            <a:r>
              <a:rPr dirty="0"/>
              <a:t>Centralized data management</a:t>
            </a:r>
          </a:p>
          <a:p>
            <a:r>
              <a:rPr dirty="0"/>
              <a:t>SPA performance</a:t>
            </a:r>
          </a:p>
          <a:p>
            <a:r>
              <a:rPr dirty="0"/>
              <a:t>Timely student feedback</a:t>
            </a:r>
            <a:endParaRPr lang="en-US" dirty="0"/>
          </a:p>
          <a:p>
            <a:r>
              <a:rPr lang="en-US" dirty="0"/>
              <a:t>Secure authorization of each role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MERN platform</a:t>
            </a:r>
          </a:p>
          <a:p>
            <a:r>
              <a:rPr dirty="0"/>
              <a:t>Improved communication</a:t>
            </a:r>
          </a:p>
          <a:p>
            <a:r>
              <a:rPr dirty="0"/>
              <a:t>Scalable for institutions</a:t>
            </a:r>
          </a:p>
          <a:p>
            <a:r>
              <a:rPr dirty="0"/>
              <a:t>Future: Socket.io chat</a:t>
            </a:r>
          </a:p>
          <a:p>
            <a:r>
              <a:rPr dirty="0"/>
              <a:t>Mobile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220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Online Student–Teacher Interaction &amp; Academic Management System</vt:lpstr>
      <vt:lpstr>Introduction</vt:lpstr>
      <vt:lpstr>Problem Statement</vt:lpstr>
      <vt:lpstr>Objectives</vt:lpstr>
      <vt:lpstr>Proposed System Features</vt:lpstr>
      <vt:lpstr>System Architecture</vt:lpstr>
      <vt:lpstr>Database Design</vt:lpstr>
      <vt:lpstr>Implementation Methodology</vt:lpstr>
      <vt:lpstr>Expected Results &amp; Impact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Student–Teacher Interaction &amp; Academic Management System</dc:title>
  <dc:subject/>
  <dc:creator/>
  <cp:keywords/>
  <dc:description>generated using python-pptx</dc:description>
  <cp:lastModifiedBy>MAAZ KHAN</cp:lastModifiedBy>
  <cp:revision>2</cp:revision>
  <dcterms:created xsi:type="dcterms:W3CDTF">2013-01-27T09:14:16Z</dcterms:created>
  <dcterms:modified xsi:type="dcterms:W3CDTF">2026-02-17T07:25:54Z</dcterms:modified>
  <cp:category/>
</cp:coreProperties>
</file>