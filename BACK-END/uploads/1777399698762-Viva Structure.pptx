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png" ContentType="image/png"/>
  <Default Extension="jpeg" ContentType="image/jpeg"/>
  <Override PartName="/_rels/.rels" ContentType="application/vnd.openxmlformats-package.relationship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ppt/presentation.xml" ContentType="application/vnd.openxmlformats-officedocument.presentationml.presentation.main+xml"/>
  <Override PartName="/ppt/slideMasters/_rels/slideMaster31.xml.rels" ContentType="application/vnd.openxmlformats-package.relationships+xml"/>
  <Override PartName="/ppt/slideMasters/_rels/slideMaster1.xml.rels" ContentType="application/vnd.openxmlformats-package.relationships+xml"/>
  <Override PartName="/ppt/slideMasters/_rels/slideMaster3.xml.rels" ContentType="application/vnd.openxmlformats-package.relationships+xml"/>
  <Override PartName="/ppt/slideMasters/_rels/slideMaster2.xml.rels" ContentType="application/vnd.openxmlformats-package.relationships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slideMaster31.xml" ContentType="application/vnd.openxmlformats-officedocument.presentationml.slideMaster+xml"/>
  <Override PartName="/ppt/presProps.xml" ContentType="application/vnd.openxmlformats-officedocument.presentationml.presProp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theme/theme4.xml" ContentType="application/vnd.openxmlformats-officedocument.theme+xml"/>
  <Override PartName="/ppt/slideLayouts/slideLayout1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_rels/slideLayout16.xml.rels" ContentType="application/vnd.openxmlformats-package.relationships+xml"/>
  <Override PartName="/ppt/slideLayouts/_rels/slideLayout8.xml.rels" ContentType="application/vnd.openxmlformats-package.relationships+xml"/>
  <Override PartName="/ppt/slideLayouts/_rels/slideLayout11.xml.rels" ContentType="application/vnd.openxmlformats-package.relationships+xml"/>
  <Override PartName="/ppt/slideLayouts/_rels/slideLayout3.xml.rels" ContentType="application/vnd.openxmlformats-package.relationships+xml"/>
  <Override PartName="/ppt/slideLayouts/_rels/slideLayout23.xml.rels" ContentType="application/vnd.openxmlformats-package.relationships+xml"/>
  <Override PartName="/ppt/slideLayouts/_rels/slideLayout31.xml.rels" ContentType="application/vnd.openxmlformats-package.relationships+xml"/>
  <Override PartName="/ppt/slideLayouts/_rels/slideLayout29.xml.rels" ContentType="application/vnd.openxmlformats-package.relationships+xml"/>
  <Override PartName="/ppt/slideLayouts/_rels/slideLayout9.xml.rels" ContentType="application/vnd.openxmlformats-package.relationships+xml"/>
  <Override PartName="/ppt/slideLayouts/_rels/slideLayout17.xml.rels" ContentType="application/vnd.openxmlformats-package.relationships+xml"/>
  <Override PartName="/ppt/slideLayouts/_rels/slideLayout25.xml.rels" ContentType="application/vnd.openxmlformats-package.relationships+xml"/>
  <Override PartName="/ppt/slideLayouts/_rels/slideLayout5.xml.rels" ContentType="application/vnd.openxmlformats-package.relationships+xml"/>
  <Override PartName="/ppt/slideLayouts/_rels/slideLayout13.xml.rels" ContentType="application/vnd.openxmlformats-package.relationships+xml"/>
  <Override PartName="/ppt/slideLayouts/_rels/slideLayout20.xml.rels" ContentType="application/vnd.openxmlformats-package.relationships+xml"/>
  <Override PartName="/ppt/slideLayouts/_rels/slideLayout18.xml.rels" ContentType="application/vnd.openxmlformats-package.relationships+xml"/>
  <Override PartName="/ppt/slideLayouts/_rels/slideLayout28.xml.rels" ContentType="application/vnd.openxmlformats-package.relationships+xml"/>
  <Override PartName="/ppt/slideLayouts/_rels/slideLayout30.xml.rels" ContentType="application/vnd.openxmlformats-package.relationships+xml"/>
  <Override PartName="/ppt/slideLayouts/_rels/slideLayout21.xml.rels" ContentType="application/vnd.openxmlformats-package.relationships+xml"/>
  <Override PartName="/ppt/slideLayouts/_rels/slideLayout19.xml.rels" ContentType="application/vnd.openxmlformats-package.relationships+xml"/>
  <Override PartName="/ppt/slideLayouts/_rels/slideLayout1.xml.rels" ContentType="application/vnd.openxmlformats-package.relationships+xml"/>
  <Override PartName="/ppt/slideLayouts/_rels/slideLayout32.xml.rels" ContentType="application/vnd.openxmlformats-package.relationships+xml"/>
  <Override PartName="/ppt/slideLayouts/_rels/slideLayout10.xml.rels" ContentType="application/vnd.openxmlformats-package.relationships+xml"/>
  <Override PartName="/ppt/slideLayouts/_rels/slideLayout2.xml.rels" ContentType="application/vnd.openxmlformats-package.relationships+xml"/>
  <Override PartName="/ppt/slideLayouts/_rels/slideLayout22.xml.rels" ContentType="application/vnd.openxmlformats-package.relationships+xml"/>
  <Override PartName="/ppt/slideLayouts/_rels/slideLayout24.xml.rels" ContentType="application/vnd.openxmlformats-package.relationships+xml"/>
  <Override PartName="/ppt/slideLayouts/_rels/slideLayout4.xml.rels" ContentType="application/vnd.openxmlformats-package.relationships+xml"/>
  <Override PartName="/ppt/slideLayouts/_rels/slideLayout12.xml.rels" ContentType="application/vnd.openxmlformats-package.relationships+xml"/>
  <Override PartName="/ppt/slideLayouts/_rels/slideLayout27.xml.rels" ContentType="application/vnd.openxmlformats-package.relationships+xml"/>
  <Override PartName="/ppt/slideLayouts/_rels/slideLayout15.xml.rels" ContentType="application/vnd.openxmlformats-package.relationships+xml"/>
  <Override PartName="/ppt/slideLayouts/_rels/slideLayout7.xml.rels" ContentType="application/vnd.openxmlformats-package.relationships+xml"/>
  <Override PartName="/ppt/slideLayouts/_rels/slideLayout26.xml.rels" ContentType="application/vnd.openxmlformats-package.relationships+xml"/>
  <Override PartName="/ppt/slideLayouts/_rels/slideLayout6.xml.rels" ContentType="application/vnd.openxmlformats-package.relationships+xml"/>
  <Override PartName="/ppt/slideLayouts/_rels/slideLayout14.xml.rels" ContentType="application/vnd.openxmlformats-package.relationships+xml"/>
  <Override PartName="/ppt/slideLayouts/slideLayout21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16.xml" ContentType="application/vnd.openxmlformats-officedocument.presentationml.slideLayout+xml"/>
  <Override PartName="/ppt/_rels/presentation.xml.rels" ContentType="application/vnd.openxmlformats-package.relationships+xml"/>
  <Override PartName="/ppt/media/image1.jpeg" ContentType="image/jpeg"/>
  <Override PartName="/ppt/media/image6.png" ContentType="image/png"/>
  <Override PartName="/ppt/media/image2.jpeg" ContentType="image/jpeg"/>
  <Override PartName="/ppt/media/image4.png" ContentType="image/png"/>
  <Override PartName="/ppt/media/image3.png" ContentType="image/png"/>
  <Override PartName="/ppt/media/image5.png" ContentType="image/png"/>
  <Override PartName="/ppt/media/image7.png" ContentType="image/png"/>
  <Override PartName="/ppt/slides/slide1.xml" ContentType="application/vnd.openxmlformats-officedocument.presentationml.slide+xml"/>
  <Override PartName="/ppt/slides/_rels/slide12.xml.rels" ContentType="application/vnd.openxmlformats-package.relationships+xml"/>
  <Override PartName="/ppt/slides/_rels/slide9.xml.rels" ContentType="application/vnd.openxmlformats-package.relationships+xml"/>
  <Override PartName="/ppt/slides/_rels/slide11.xml.rels" ContentType="application/vnd.openxmlformats-package.relationships+xml"/>
  <Override PartName="/ppt/slides/_rels/slide8.xml.rels" ContentType="application/vnd.openxmlformats-package.relationships+xml"/>
  <Override PartName="/ppt/slides/_rels/slide10.xml.rels" ContentType="application/vnd.openxmlformats-package.relationships+xml"/>
  <Override PartName="/ppt/slides/_rels/slide7.xml.rels" ContentType="application/vnd.openxmlformats-package.relationships+xml"/>
  <Override PartName="/ppt/slides/_rels/slide6.xml.rels" ContentType="application/vnd.openxmlformats-package.relationships+xml"/>
  <Override PartName="/ppt/slides/_rels/slide5.xml.rels" ContentType="application/vnd.openxmlformats-package.relationships+xml"/>
  <Override PartName="/ppt/slides/_rels/slide4.xml.rels" ContentType="application/vnd.openxmlformats-package.relationships+xml"/>
  <Override PartName="/ppt/slides/_rels/slide3.xml.rels" ContentType="application/vnd.openxmlformats-package.relationships+xml"/>
  <Override PartName="/ppt/slides/_rels/slide2.xml.rels" ContentType="application/vnd.openxmlformats-package.relationships+xml"/>
  <Override PartName="/ppt/slides/_rels/slide1.xml.rels" ContentType="application/vnd.openxmlformats-package.relationships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10.xml" ContentType="application/vnd.openxmlformats-officedocument.presentationml.slide+xml"/>
  <Override PartName="/ppt/slides/slide8.xml" ContentType="application/vnd.openxmlformats-officedocument.presentationml.slide+xml"/>
  <Override PartName="/ppt/slides/slide11.xml" ContentType="application/vnd.openxmlformats-officedocument.presentationml.slide+xml"/>
  <Override PartName="/ppt/slides/slide9.xml" ContentType="application/vnd.openxmlformats-officedocument.presentationml.slide+xml"/>
  <Override PartName="/ppt/slides/slide12.xml" ContentType="application/vnd.openxmlformats-officedocument.presentationml.slide+xml"/>
</Types>
</file>

<file path=_rels/.rels><?xml version="1.0" encoding="UTF-8"?>
<Relationships xmlns="http://schemas.openxmlformats.org/package/2006/relationships"><Relationship Id="rId1" Type="http://schemas.openxmlformats.org/officedocument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custom-properties" Target="docProps/custom.xml"/><Relationship Id="rId4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  <p:sldMasterId id="2147483655" r:id="rId3"/>
    <p:sldMasterId id="2147483668" r:id="rId4"/>
    <p:sldMasterId id="2147483681" r:id="rId5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</p:sldIdLst>
  <p:sldSz cx="9144000" cy="5143500"/>
  <p:notesSz cx="6858000" cy="9144000"/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slideMaster" Target="slideMasters/slideMaster2.xml"/><Relationship Id="rId4" Type="http://schemas.openxmlformats.org/officeDocument/2006/relationships/slideMaster" Target="slideMasters/slideMaster3.xml"/><Relationship Id="rId5" Type="http://schemas.openxmlformats.org/officeDocument/2006/relationships/slideMaster" Target="slideMasters/slideMaster3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9" Type="http://schemas.openxmlformats.org/officeDocument/2006/relationships/slide" Target="slides/slide4.xml"/><Relationship Id="rId10" Type="http://schemas.openxmlformats.org/officeDocument/2006/relationships/slide" Target="slides/slide5.xml"/><Relationship Id="rId11" Type="http://schemas.openxmlformats.org/officeDocument/2006/relationships/slide" Target="slides/slide6.xml"/><Relationship Id="rId12" Type="http://schemas.openxmlformats.org/officeDocument/2006/relationships/slide" Target="slides/slide7.xml"/><Relationship Id="rId13" Type="http://schemas.openxmlformats.org/officeDocument/2006/relationships/slide" Target="slides/slide8.xml"/><Relationship Id="rId14" Type="http://schemas.openxmlformats.org/officeDocument/2006/relationships/slide" Target="slides/slide9.xml"/><Relationship Id="rId15" Type="http://schemas.openxmlformats.org/officeDocument/2006/relationships/slide" Target="slides/slide10.xml"/><Relationship Id="rId16" Type="http://schemas.openxmlformats.org/officeDocument/2006/relationships/slide" Target="slides/slide11.xml"/><Relationship Id="rId17" Type="http://schemas.openxmlformats.org/officeDocument/2006/relationships/slide" Target="slides/slide12.xml"/><Relationship Id="rId18" Type="http://schemas.openxmlformats.org/officeDocument/2006/relationships/presProps" Target="presProps.xml"/>
</Relationship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jpeg"/>
</Relationships>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jpeg"/>
</Relationships>
</file>

<file path=ppt/slideLayouts/_rels/slideLayout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jpeg"/>
</Relationships>
</file>

<file path=ppt/slideLayouts/_rels/slideLayout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jpeg"/>
</Relationships>
</file>

<file path=ppt/slideLayouts/_rels/slideLayout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jpeg"/>
</Relationships>
</file>

<file path=ppt/slideLayouts/_rels/slideLayout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jpeg"/>
</Relationships>
</file>

<file path=ppt/slideLayouts/_rels/slideLayout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.jpeg"/>
</Relationships>
</file>

<file path=ppt/slideLayouts/_rels/slideLayout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.jpeg"/>
</Relationships>
</file>

<file path=ppt/slideLayouts/_rels/slideLayout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.jpeg"/>
</Relationships>
</file>

<file path=ppt/slideLayouts/_rels/slideLayout1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.jpeg"/>
</Relationships>
</file>

<file path=ppt/slideLayouts/_rels/slideLayout1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.jpeg"/>
</Relationships>
</file>

<file path=ppt/slideLayouts/_rels/slideLayout1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.jpeg"/>
</Relationships>
</file>

<file path=ppt/slideLayouts/_rels/slideLayout1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.jpeg"/>
</Relationships>
</file>

<file path=ppt/slideLayouts/_rels/slideLayout1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.jpeg"/>
</Relationships>
</file>

<file path=ppt/slideLayouts/_rels/slideLayout1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.jpeg"/>
</Relationships>
</file>

<file path=ppt/slideLayouts/_rels/slideLayout1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.jpeg"/>
</Relationships>
</file>

<file path=ppt/slideLayouts/_rels/slideLayout1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.jpeg"/>
</Relationships>
</file>

<file path=ppt/slideLayouts/_rels/slideLayout1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.jpeg"/>
</Relationships>
</file>

<file path=ppt/slideLayouts/_rels/slideLayout1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3.xml"/>
</Relationships>
</file>

<file path=ppt/slideLayouts/_rels/slideLayout2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3.xml"/><Relationship Id="rId2" Type="http://schemas.openxmlformats.org/officeDocument/2006/relationships/image" Target="../media/image1.jpeg"/>
</Relationships>
</file>

<file path=ppt/slideLayouts/_rels/slideLayout2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3.xml"/><Relationship Id="rId2" Type="http://schemas.openxmlformats.org/officeDocument/2006/relationships/image" Target="../media/image1.jpeg"/>
</Relationships>
</file>

<file path=ppt/slideLayouts/_rels/slideLayout2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3.xml"/><Relationship Id="rId2" Type="http://schemas.openxmlformats.org/officeDocument/2006/relationships/image" Target="../media/image1.jpeg"/>
</Relationships>
</file>

<file path=ppt/slideLayouts/_rels/slideLayout2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3.xml"/><Relationship Id="rId2" Type="http://schemas.openxmlformats.org/officeDocument/2006/relationships/image" Target="../media/image1.jpeg"/>
</Relationships>
</file>

<file path=ppt/slideLayouts/_rels/slideLayout2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3.xml"/><Relationship Id="rId2" Type="http://schemas.openxmlformats.org/officeDocument/2006/relationships/image" Target="../media/image1.jpeg"/><Relationship Id="rId3" Type="http://schemas.openxmlformats.org/officeDocument/2006/relationships/hyperlink" Target="https://bit.ly/3A1uf1Q" TargetMode="External"/><Relationship Id="rId4" Type="http://schemas.openxmlformats.org/officeDocument/2006/relationships/hyperlink" Target="http://bit.ly/2TyoMsr" TargetMode="External"/><Relationship Id="rId5" Type="http://schemas.openxmlformats.org/officeDocument/2006/relationships/hyperlink" Target="http://bit.ly/2TtBDfr" TargetMode="External"/>
</Relationships>
</file>

<file path=ppt/slideLayouts/_rels/slideLayout2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3.xml"/><Relationship Id="rId2" Type="http://schemas.openxmlformats.org/officeDocument/2006/relationships/image" Target="../media/image1.jpeg"/>
</Relationships>
</file>

<file path=ppt/slideLayouts/_rels/slideLayout2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3.xml"/><Relationship Id="rId2" Type="http://schemas.openxmlformats.org/officeDocument/2006/relationships/image" Target="../media/image1.jpeg"/>
</Relationships>
</file>

<file path=ppt/slideLayouts/_rels/slideLayout2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3.xml"/><Relationship Id="rId2" Type="http://schemas.openxmlformats.org/officeDocument/2006/relationships/image" Target="../media/image1.jpeg"/>
</Relationships>
</file>

<file path=ppt/slideLayouts/_rels/slideLayout2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3.xml"/><Relationship Id="rId2" Type="http://schemas.openxmlformats.org/officeDocument/2006/relationships/image" Target="../media/image1.jpeg"/>
</Relationships>
</file>

<file path=ppt/slideLayouts/_rels/slideLayout2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3.xml"/><Relationship Id="rId2" Type="http://schemas.openxmlformats.org/officeDocument/2006/relationships/image" Target="../media/image1.jpeg"/>
</Relationships>
</file>

<file path=ppt/slideLayouts/_rels/slideLayout3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3.xml"/>
</Relationships>
</file>

<file path=ppt/slideLayouts/_rels/slideLayout3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31.xml"/>
</Relationships>
</file>

<file path=ppt/slideLayouts/_rels/slideLayout3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31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" preserve="1">
  <p:cSld name="TITLE"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0" name="Google Shape;9;p2" descr=""/>
          <p:cNvPicPr/>
          <p:nvPr/>
        </p:nvPicPr>
        <p:blipFill>
          <a:blip r:embed="rId2">
            <a:alphaModFix amt="30000"/>
          </a:blip>
          <a:stretch/>
        </p:blipFill>
        <p:spPr>
          <a:xfrm>
            <a:off x="0" y="-3960"/>
            <a:ext cx="9143640" cy="515088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" name="Google Shape;10;p2"/>
          <p:cNvSpPr/>
          <p:nvPr/>
        </p:nvSpPr>
        <p:spPr>
          <a:xfrm>
            <a:off x="463320" y="237960"/>
            <a:ext cx="499320" cy="602640"/>
          </a:xfrm>
          <a:custGeom>
            <a:avLst/>
            <a:gdLst>
              <a:gd name="textAreaLeft" fmla="*/ 0 w 499320"/>
              <a:gd name="textAreaRight" fmla="*/ 499680 w 499320"/>
              <a:gd name="textAreaTop" fmla="*/ 0 h 602640"/>
              <a:gd name="textAreaBottom" fmla="*/ 603000 h 602640"/>
            </a:gdLst>
            <a:ahLst/>
            <a:cxnLst/>
            <a:rect l="textAreaLeft" t="textAreaTop" r="textAreaRight" b="textAreaBottom"/>
            <a:pathLst>
              <a:path w="622539" h="751297">
                <a:moveTo>
                  <a:pt x="311270" y="751297"/>
                </a:moveTo>
                <a:cubicBezTo>
                  <a:pt x="315645" y="385649"/>
                  <a:pt x="319395" y="381274"/>
                  <a:pt x="622539" y="375649"/>
                </a:cubicBezTo>
                <a:cubicBezTo>
                  <a:pt x="319395" y="370023"/>
                  <a:pt x="315645" y="366273"/>
                  <a:pt x="311270" y="0"/>
                </a:cubicBezTo>
                <a:cubicBezTo>
                  <a:pt x="306894" y="365648"/>
                  <a:pt x="303144" y="370023"/>
                  <a:pt x="0" y="375649"/>
                </a:cubicBezTo>
                <a:cubicBezTo>
                  <a:pt x="303144" y="381274"/>
                  <a:pt x="306894" y="385649"/>
                  <a:pt x="311270" y="751297"/>
                </a:cubicBezTo>
                <a:close/>
              </a:path>
            </a:pathLst>
          </a:custGeom>
          <a:solidFill>
            <a:schemeClr val="dk1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endParaRPr b="0" lang="en-US" sz="1800" strike="noStrike" u="none">
              <a:solidFill>
                <a:srgbClr val="000000"/>
              </a:solidFill>
              <a:effectLst/>
              <a:uFillTx/>
              <a:latin typeface="OpenSymbol"/>
            </a:endParaRPr>
          </a:p>
        </p:txBody>
      </p:sp>
      <p:sp>
        <p:nvSpPr>
          <p:cNvPr id="2" name="Google Shape;11;p2"/>
          <p:cNvSpPr/>
          <p:nvPr/>
        </p:nvSpPr>
        <p:spPr>
          <a:xfrm>
            <a:off x="7993440" y="1105560"/>
            <a:ext cx="2027880" cy="1997640"/>
          </a:xfrm>
          <a:custGeom>
            <a:avLst/>
            <a:gdLst>
              <a:gd name="textAreaLeft" fmla="*/ 0 w 2027880"/>
              <a:gd name="textAreaRight" fmla="*/ 2028240 w 2027880"/>
              <a:gd name="textAreaTop" fmla="*/ 0 h 1997640"/>
              <a:gd name="textAreaBottom" fmla="*/ 1998000 h 1997640"/>
            </a:gdLst>
            <a:ahLst/>
            <a:cxnLst/>
            <a:rect l="textAreaLeft" t="textAreaTop" r="textAreaRight" b="textAreaBottom"/>
            <a:pathLst>
              <a:path w="1973873" h="1944496">
                <a:moveTo>
                  <a:pt x="1330709" y="1944497"/>
                </a:moveTo>
                <a:lnTo>
                  <a:pt x="987562" y="1251328"/>
                </a:lnTo>
                <a:lnTo>
                  <a:pt x="644416" y="1944497"/>
                </a:lnTo>
                <a:lnTo>
                  <a:pt x="827552" y="1193200"/>
                </a:lnTo>
                <a:lnTo>
                  <a:pt x="119382" y="1503844"/>
                </a:lnTo>
                <a:lnTo>
                  <a:pt x="741922" y="1045691"/>
                </a:lnTo>
                <a:lnTo>
                  <a:pt x="0" y="828177"/>
                </a:lnTo>
                <a:lnTo>
                  <a:pt x="771298" y="877555"/>
                </a:lnTo>
                <a:lnTo>
                  <a:pt x="342521" y="234390"/>
                </a:lnTo>
                <a:lnTo>
                  <a:pt x="901932" y="768173"/>
                </a:lnTo>
                <a:lnTo>
                  <a:pt x="986937" y="0"/>
                </a:lnTo>
                <a:lnTo>
                  <a:pt x="1071942" y="768173"/>
                </a:lnTo>
                <a:lnTo>
                  <a:pt x="1631353" y="234390"/>
                </a:lnTo>
                <a:lnTo>
                  <a:pt x="1202576" y="877555"/>
                </a:lnTo>
                <a:lnTo>
                  <a:pt x="1973874" y="828177"/>
                </a:lnTo>
                <a:lnTo>
                  <a:pt x="1231953" y="1045691"/>
                </a:lnTo>
                <a:lnTo>
                  <a:pt x="1854491" y="1503844"/>
                </a:lnTo>
                <a:lnTo>
                  <a:pt x="1146322" y="1193200"/>
                </a:lnTo>
                <a:lnTo>
                  <a:pt x="1330709" y="1944497"/>
                </a:lnTo>
                <a:close/>
                <a:moveTo>
                  <a:pt x="987562" y="1234453"/>
                </a:moveTo>
                <a:lnTo>
                  <a:pt x="1306957" y="1879493"/>
                </a:lnTo>
                <a:lnTo>
                  <a:pt x="1136946" y="1180074"/>
                </a:lnTo>
                <a:lnTo>
                  <a:pt x="1795738" y="1468842"/>
                </a:lnTo>
                <a:lnTo>
                  <a:pt x="1216327" y="1042565"/>
                </a:lnTo>
                <a:lnTo>
                  <a:pt x="1223827" y="1040690"/>
                </a:lnTo>
                <a:lnTo>
                  <a:pt x="1906995" y="840678"/>
                </a:lnTo>
                <a:lnTo>
                  <a:pt x="1188825" y="886931"/>
                </a:lnTo>
                <a:lnTo>
                  <a:pt x="1587600" y="288143"/>
                </a:lnTo>
                <a:lnTo>
                  <a:pt x="1066942" y="785049"/>
                </a:lnTo>
                <a:lnTo>
                  <a:pt x="987562" y="69379"/>
                </a:lnTo>
                <a:lnTo>
                  <a:pt x="908182" y="784424"/>
                </a:lnTo>
                <a:lnTo>
                  <a:pt x="387524" y="287518"/>
                </a:lnTo>
                <a:lnTo>
                  <a:pt x="786299" y="886306"/>
                </a:lnTo>
                <a:lnTo>
                  <a:pt x="778799" y="885680"/>
                </a:lnTo>
                <a:lnTo>
                  <a:pt x="68754" y="840053"/>
                </a:lnTo>
                <a:lnTo>
                  <a:pt x="758798" y="1042565"/>
                </a:lnTo>
                <a:lnTo>
                  <a:pt x="752547" y="1046941"/>
                </a:lnTo>
                <a:lnTo>
                  <a:pt x="179386" y="1468842"/>
                </a:lnTo>
                <a:lnTo>
                  <a:pt x="838178" y="1180074"/>
                </a:lnTo>
                <a:lnTo>
                  <a:pt x="668167" y="1879493"/>
                </a:lnTo>
                <a:lnTo>
                  <a:pt x="987562" y="1234453"/>
                </a:lnTo>
                <a:close/>
              </a:path>
            </a:pathLst>
          </a:custGeom>
          <a:solidFill>
            <a:schemeClr val="dk1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endParaRPr b="0" lang="en-US" sz="1800" strike="noStrike" u="none">
              <a:solidFill>
                <a:srgbClr val="000000"/>
              </a:solidFill>
              <a:effectLst/>
              <a:uFillTx/>
              <a:latin typeface="OpenSymbol"/>
            </a:endParaRPr>
          </a:p>
        </p:txBody>
      </p:sp>
      <p:grpSp>
        <p:nvGrpSpPr>
          <p:cNvPr id="3" name="Google Shape;12;p2"/>
          <p:cNvGrpSpPr/>
          <p:nvPr/>
        </p:nvGrpSpPr>
        <p:grpSpPr>
          <a:xfrm>
            <a:off x="6991560" y="4513680"/>
            <a:ext cx="930960" cy="930960"/>
            <a:chOff x="6991560" y="4513680"/>
            <a:chExt cx="930960" cy="930960"/>
          </a:xfrm>
        </p:grpSpPr>
        <p:sp>
          <p:nvSpPr>
            <p:cNvPr id="4" name="Google Shape;13;p2"/>
            <p:cNvSpPr/>
            <p:nvPr/>
          </p:nvSpPr>
          <p:spPr>
            <a:xfrm>
              <a:off x="7507440" y="4957560"/>
              <a:ext cx="415080" cy="42840"/>
            </a:xfrm>
            <a:custGeom>
              <a:avLst/>
              <a:gdLst>
                <a:gd name="textAreaLeft" fmla="*/ 0 w 415080"/>
                <a:gd name="textAreaRight" fmla="*/ 415440 w 415080"/>
                <a:gd name="textAreaTop" fmla="*/ 0 h 42840"/>
                <a:gd name="textAreaBottom" fmla="*/ 43200 h 42840"/>
              </a:gdLst>
              <a:ahLst/>
              <a:cxnLst/>
              <a:rect l="textAreaLeft" t="textAreaTop" r="textAreaRight" b="textAreaBottom"/>
              <a:pathLst>
                <a:path w="517688" h="54004">
                  <a:moveTo>
                    <a:pt x="510657" y="19502"/>
                  </a:moveTo>
                  <a:cubicBezTo>
                    <a:pt x="238140" y="-1125"/>
                    <a:pt x="83755" y="-14250"/>
                    <a:pt x="0" y="27002"/>
                  </a:cubicBezTo>
                  <a:cubicBezTo>
                    <a:pt x="83755" y="68255"/>
                    <a:pt x="238140" y="55129"/>
                    <a:pt x="510657" y="34503"/>
                  </a:cubicBezTo>
                  <a:cubicBezTo>
                    <a:pt x="520033" y="33877"/>
                    <a:pt x="520033" y="20127"/>
                    <a:pt x="510657" y="19502"/>
                  </a:cubicBezTo>
                  <a:close/>
                </a:path>
              </a:pathLst>
            </a:custGeom>
            <a:solidFill>
              <a:schemeClr val="dk1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21600" bIns="2160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5" name="Google Shape;14;p2"/>
            <p:cNvSpPr/>
            <p:nvPr/>
          </p:nvSpPr>
          <p:spPr>
            <a:xfrm>
              <a:off x="7435800" y="5029560"/>
              <a:ext cx="42840" cy="415080"/>
            </a:xfrm>
            <a:custGeom>
              <a:avLst/>
              <a:gdLst>
                <a:gd name="textAreaLeft" fmla="*/ 0 w 42840"/>
                <a:gd name="textAreaRight" fmla="*/ 43200 w 42840"/>
                <a:gd name="textAreaTop" fmla="*/ 0 h 415080"/>
                <a:gd name="textAreaBottom" fmla="*/ 415440 h 415080"/>
              </a:gdLst>
              <a:ahLst/>
              <a:cxnLst/>
              <a:rect l="textAreaLeft" t="textAreaTop" r="textAreaRight" b="textAreaBottom"/>
              <a:pathLst>
                <a:path w="53781" h="517688">
                  <a:moveTo>
                    <a:pt x="19279" y="510657"/>
                  </a:moveTo>
                  <a:cubicBezTo>
                    <a:pt x="19904" y="520033"/>
                    <a:pt x="33655" y="520033"/>
                    <a:pt x="34280" y="510657"/>
                  </a:cubicBezTo>
                  <a:cubicBezTo>
                    <a:pt x="54906" y="238140"/>
                    <a:pt x="68032" y="83755"/>
                    <a:pt x="26779" y="0"/>
                  </a:cubicBezTo>
                  <a:cubicBezTo>
                    <a:pt x="-14473" y="83755"/>
                    <a:pt x="-722" y="238140"/>
                    <a:pt x="19279" y="510657"/>
                  </a:cubicBezTo>
                  <a:close/>
                </a:path>
              </a:pathLst>
            </a:custGeom>
            <a:solidFill>
              <a:schemeClr val="dk1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6" name="Google Shape;15;p2"/>
            <p:cNvSpPr/>
            <p:nvPr/>
          </p:nvSpPr>
          <p:spPr>
            <a:xfrm>
              <a:off x="6991560" y="4957560"/>
              <a:ext cx="415080" cy="42840"/>
            </a:xfrm>
            <a:custGeom>
              <a:avLst/>
              <a:gdLst>
                <a:gd name="textAreaLeft" fmla="*/ 0 w 415080"/>
                <a:gd name="textAreaRight" fmla="*/ 415440 w 415080"/>
                <a:gd name="textAreaTop" fmla="*/ 0 h 42840"/>
                <a:gd name="textAreaBottom" fmla="*/ 43200 h 42840"/>
              </a:gdLst>
              <a:ahLst/>
              <a:cxnLst/>
              <a:rect l="textAreaLeft" t="textAreaTop" r="textAreaRight" b="textAreaBottom"/>
              <a:pathLst>
                <a:path w="517688" h="54004">
                  <a:moveTo>
                    <a:pt x="7032" y="19502"/>
                  </a:moveTo>
                  <a:cubicBezTo>
                    <a:pt x="-2344" y="20127"/>
                    <a:pt x="-2344" y="33877"/>
                    <a:pt x="7032" y="34503"/>
                  </a:cubicBezTo>
                  <a:cubicBezTo>
                    <a:pt x="279549" y="55129"/>
                    <a:pt x="433934" y="68255"/>
                    <a:pt x="517689" y="27002"/>
                  </a:cubicBezTo>
                  <a:cubicBezTo>
                    <a:pt x="433934" y="-14250"/>
                    <a:pt x="280174" y="-1125"/>
                    <a:pt x="7032" y="19502"/>
                  </a:cubicBezTo>
                  <a:close/>
                </a:path>
              </a:pathLst>
            </a:custGeom>
            <a:solidFill>
              <a:schemeClr val="dk1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21600" bIns="2160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7" name="Google Shape;16;p2"/>
            <p:cNvSpPr/>
            <p:nvPr/>
          </p:nvSpPr>
          <p:spPr>
            <a:xfrm>
              <a:off x="7435800" y="4513680"/>
              <a:ext cx="42840" cy="415080"/>
            </a:xfrm>
            <a:custGeom>
              <a:avLst/>
              <a:gdLst>
                <a:gd name="textAreaLeft" fmla="*/ 0 w 42840"/>
                <a:gd name="textAreaRight" fmla="*/ 43200 w 42840"/>
                <a:gd name="textAreaTop" fmla="*/ 0 h 415080"/>
                <a:gd name="textAreaBottom" fmla="*/ 415440 h 415080"/>
              </a:gdLst>
              <a:ahLst/>
              <a:cxnLst/>
              <a:rect l="textAreaLeft" t="textAreaTop" r="textAreaRight" b="textAreaBottom"/>
              <a:pathLst>
                <a:path w="54004" h="517688">
                  <a:moveTo>
                    <a:pt x="34503" y="7032"/>
                  </a:moveTo>
                  <a:cubicBezTo>
                    <a:pt x="33878" y="-2344"/>
                    <a:pt x="20127" y="-2344"/>
                    <a:pt x="19502" y="7032"/>
                  </a:cubicBezTo>
                  <a:cubicBezTo>
                    <a:pt x="-1125" y="279549"/>
                    <a:pt x="-14250" y="433933"/>
                    <a:pt x="27002" y="517689"/>
                  </a:cubicBezTo>
                  <a:cubicBezTo>
                    <a:pt x="68255" y="433933"/>
                    <a:pt x="55129" y="279549"/>
                    <a:pt x="34503" y="7032"/>
                  </a:cubicBezTo>
                  <a:close/>
                </a:path>
              </a:pathLst>
            </a:custGeom>
            <a:solidFill>
              <a:schemeClr val="dk1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8" name="Google Shape;17;p2"/>
            <p:cNvSpPr/>
            <p:nvPr/>
          </p:nvSpPr>
          <p:spPr>
            <a:xfrm>
              <a:off x="7493040" y="4648320"/>
              <a:ext cx="295200" cy="294840"/>
            </a:xfrm>
            <a:custGeom>
              <a:avLst/>
              <a:gdLst>
                <a:gd name="textAreaLeft" fmla="*/ 0 w 295200"/>
                <a:gd name="textAreaRight" fmla="*/ 295560 w 295200"/>
                <a:gd name="textAreaTop" fmla="*/ 0 h 294840"/>
                <a:gd name="textAreaBottom" fmla="*/ 295200 h 294840"/>
              </a:gdLst>
              <a:ahLst/>
              <a:cxnLst/>
              <a:rect l="textAreaLeft" t="textAreaTop" r="textAreaRight" b="textAreaBottom"/>
              <a:pathLst>
                <a:path w="368244" h="367995">
                  <a:moveTo>
                    <a:pt x="366273" y="12348"/>
                  </a:moveTo>
                  <a:cubicBezTo>
                    <a:pt x="372523" y="5472"/>
                    <a:pt x="362523" y="-3903"/>
                    <a:pt x="355647" y="1722"/>
                  </a:cubicBezTo>
                  <a:cubicBezTo>
                    <a:pt x="148759" y="179858"/>
                    <a:pt x="30002" y="279240"/>
                    <a:pt x="0" y="367995"/>
                  </a:cubicBezTo>
                  <a:cubicBezTo>
                    <a:pt x="88755" y="337368"/>
                    <a:pt x="188137" y="219236"/>
                    <a:pt x="366273" y="12348"/>
                  </a:cubicBezTo>
                  <a:close/>
                </a:path>
              </a:pathLst>
            </a:custGeom>
            <a:solidFill>
              <a:schemeClr val="dk1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9" name="Google Shape;18;p2"/>
            <p:cNvSpPr/>
            <p:nvPr/>
          </p:nvSpPr>
          <p:spPr>
            <a:xfrm>
              <a:off x="7406640" y="4929120"/>
              <a:ext cx="100800" cy="100800"/>
            </a:xfrm>
            <a:custGeom>
              <a:avLst/>
              <a:gdLst>
                <a:gd name="textAreaLeft" fmla="*/ 0 w 100800"/>
                <a:gd name="textAreaRight" fmla="*/ 101160 w 100800"/>
                <a:gd name="textAreaTop" fmla="*/ 0 h 100800"/>
                <a:gd name="textAreaBottom" fmla="*/ 101160 h 100800"/>
              </a:gdLst>
              <a:ahLst/>
              <a:cxnLst/>
              <a:rect l="textAreaLeft" t="textAreaTop" r="textAreaRight" b="textAreaBottom"/>
              <a:pathLst>
                <a:path w="126258" h="126258">
                  <a:moveTo>
                    <a:pt x="108132" y="18126"/>
                  </a:moveTo>
                  <a:cubicBezTo>
                    <a:pt x="98131" y="21251"/>
                    <a:pt x="88756" y="23751"/>
                    <a:pt x="78755" y="25002"/>
                  </a:cubicBezTo>
                  <a:cubicBezTo>
                    <a:pt x="73130" y="17501"/>
                    <a:pt x="67504" y="9376"/>
                    <a:pt x="63129" y="0"/>
                  </a:cubicBezTo>
                  <a:cubicBezTo>
                    <a:pt x="58753" y="9376"/>
                    <a:pt x="53753" y="17501"/>
                    <a:pt x="47503" y="25002"/>
                  </a:cubicBezTo>
                  <a:cubicBezTo>
                    <a:pt x="38127" y="23751"/>
                    <a:pt x="28127" y="21251"/>
                    <a:pt x="18126" y="18126"/>
                  </a:cubicBezTo>
                  <a:cubicBezTo>
                    <a:pt x="21251" y="28127"/>
                    <a:pt x="23751" y="37502"/>
                    <a:pt x="25002" y="47503"/>
                  </a:cubicBezTo>
                  <a:cubicBezTo>
                    <a:pt x="17501" y="53128"/>
                    <a:pt x="9376" y="58754"/>
                    <a:pt x="0" y="63129"/>
                  </a:cubicBezTo>
                  <a:cubicBezTo>
                    <a:pt x="9376" y="67504"/>
                    <a:pt x="17501" y="72504"/>
                    <a:pt x="25002" y="78755"/>
                  </a:cubicBezTo>
                  <a:cubicBezTo>
                    <a:pt x="23751" y="88130"/>
                    <a:pt x="21251" y="98131"/>
                    <a:pt x="18126" y="108132"/>
                  </a:cubicBezTo>
                  <a:cubicBezTo>
                    <a:pt x="28127" y="105007"/>
                    <a:pt x="37502" y="102507"/>
                    <a:pt x="47503" y="101256"/>
                  </a:cubicBezTo>
                  <a:cubicBezTo>
                    <a:pt x="53128" y="108757"/>
                    <a:pt x="58753" y="116882"/>
                    <a:pt x="63129" y="126258"/>
                  </a:cubicBezTo>
                  <a:cubicBezTo>
                    <a:pt x="67504" y="116882"/>
                    <a:pt x="72504" y="108757"/>
                    <a:pt x="78755" y="101256"/>
                  </a:cubicBezTo>
                  <a:cubicBezTo>
                    <a:pt x="88130" y="102507"/>
                    <a:pt x="98131" y="105007"/>
                    <a:pt x="108132" y="108132"/>
                  </a:cubicBezTo>
                  <a:cubicBezTo>
                    <a:pt x="105007" y="98131"/>
                    <a:pt x="102506" y="88756"/>
                    <a:pt x="101256" y="78755"/>
                  </a:cubicBezTo>
                  <a:cubicBezTo>
                    <a:pt x="108757" y="73130"/>
                    <a:pt x="116882" y="67504"/>
                    <a:pt x="126258" y="63129"/>
                  </a:cubicBezTo>
                  <a:cubicBezTo>
                    <a:pt x="116882" y="58754"/>
                    <a:pt x="108757" y="53753"/>
                    <a:pt x="101256" y="47503"/>
                  </a:cubicBezTo>
                  <a:cubicBezTo>
                    <a:pt x="101881" y="37502"/>
                    <a:pt x="104382" y="27502"/>
                    <a:pt x="108132" y="18126"/>
                  </a:cubicBezTo>
                  <a:close/>
                </a:path>
              </a:pathLst>
            </a:custGeom>
            <a:solidFill>
              <a:schemeClr val="dk1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0" name="Google Shape;19;p2"/>
            <p:cNvSpPr/>
            <p:nvPr/>
          </p:nvSpPr>
          <p:spPr>
            <a:xfrm>
              <a:off x="7493040" y="5015160"/>
              <a:ext cx="294840" cy="295200"/>
            </a:xfrm>
            <a:custGeom>
              <a:avLst/>
              <a:gdLst>
                <a:gd name="textAreaLeft" fmla="*/ 0 w 294840"/>
                <a:gd name="textAreaRight" fmla="*/ 295200 w 294840"/>
                <a:gd name="textAreaTop" fmla="*/ 0 h 295200"/>
                <a:gd name="textAreaBottom" fmla="*/ 295560 h 295200"/>
              </a:gdLst>
              <a:ahLst/>
              <a:cxnLst/>
              <a:rect l="textAreaLeft" t="textAreaTop" r="textAreaRight" b="textAreaBottom"/>
              <a:pathLst>
                <a:path w="367994" h="368245">
                  <a:moveTo>
                    <a:pt x="355647" y="366273"/>
                  </a:moveTo>
                  <a:cubicBezTo>
                    <a:pt x="362523" y="372524"/>
                    <a:pt x="371898" y="362523"/>
                    <a:pt x="366273" y="355648"/>
                  </a:cubicBezTo>
                  <a:cubicBezTo>
                    <a:pt x="188137" y="148760"/>
                    <a:pt x="88755" y="30002"/>
                    <a:pt x="0" y="0"/>
                  </a:cubicBezTo>
                  <a:cubicBezTo>
                    <a:pt x="30627" y="88131"/>
                    <a:pt x="148759" y="188137"/>
                    <a:pt x="355647" y="366273"/>
                  </a:cubicBezTo>
                  <a:close/>
                </a:path>
              </a:pathLst>
            </a:custGeom>
            <a:solidFill>
              <a:schemeClr val="dk1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1" name="Google Shape;20;p2"/>
            <p:cNvSpPr/>
            <p:nvPr/>
          </p:nvSpPr>
          <p:spPr>
            <a:xfrm>
              <a:off x="7126200" y="5015160"/>
              <a:ext cx="295200" cy="294840"/>
            </a:xfrm>
            <a:custGeom>
              <a:avLst/>
              <a:gdLst>
                <a:gd name="textAreaLeft" fmla="*/ 0 w 295200"/>
                <a:gd name="textAreaRight" fmla="*/ 295560 w 295200"/>
                <a:gd name="textAreaTop" fmla="*/ 0 h 294840"/>
                <a:gd name="textAreaBottom" fmla="*/ 295200 h 294840"/>
              </a:gdLst>
              <a:ahLst/>
              <a:cxnLst/>
              <a:rect l="textAreaLeft" t="textAreaTop" r="textAreaRight" b="textAreaBottom"/>
              <a:pathLst>
                <a:path w="368245" h="367995">
                  <a:moveTo>
                    <a:pt x="1972" y="355648"/>
                  </a:moveTo>
                  <a:cubicBezTo>
                    <a:pt x="-4278" y="362523"/>
                    <a:pt x="5722" y="371898"/>
                    <a:pt x="12598" y="366273"/>
                  </a:cubicBezTo>
                  <a:cubicBezTo>
                    <a:pt x="219486" y="188137"/>
                    <a:pt x="338243" y="88756"/>
                    <a:pt x="368245" y="0"/>
                  </a:cubicBezTo>
                  <a:cubicBezTo>
                    <a:pt x="280114" y="30002"/>
                    <a:pt x="180108" y="148760"/>
                    <a:pt x="1972" y="355648"/>
                  </a:cubicBezTo>
                  <a:close/>
                </a:path>
              </a:pathLst>
            </a:custGeom>
            <a:solidFill>
              <a:schemeClr val="dk1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2" name="Google Shape;21;p2"/>
            <p:cNvSpPr/>
            <p:nvPr/>
          </p:nvSpPr>
          <p:spPr>
            <a:xfrm>
              <a:off x="7126200" y="4648320"/>
              <a:ext cx="294840" cy="295200"/>
            </a:xfrm>
            <a:custGeom>
              <a:avLst/>
              <a:gdLst>
                <a:gd name="textAreaLeft" fmla="*/ 0 w 294840"/>
                <a:gd name="textAreaRight" fmla="*/ 295200 w 294840"/>
                <a:gd name="textAreaTop" fmla="*/ 0 h 295200"/>
                <a:gd name="textAreaBottom" fmla="*/ 295560 h 295200"/>
              </a:gdLst>
              <a:ahLst/>
              <a:cxnLst/>
              <a:rect l="textAreaLeft" t="textAreaTop" r="textAreaRight" b="textAreaBottom"/>
              <a:pathLst>
                <a:path w="367995" h="368245">
                  <a:moveTo>
                    <a:pt x="12348" y="1972"/>
                  </a:moveTo>
                  <a:cubicBezTo>
                    <a:pt x="5472" y="-4278"/>
                    <a:pt x="-3903" y="5722"/>
                    <a:pt x="1722" y="12598"/>
                  </a:cubicBezTo>
                  <a:cubicBezTo>
                    <a:pt x="179858" y="219486"/>
                    <a:pt x="279240" y="338243"/>
                    <a:pt x="367995" y="368245"/>
                  </a:cubicBezTo>
                  <a:cubicBezTo>
                    <a:pt x="337993" y="279490"/>
                    <a:pt x="219861" y="180108"/>
                    <a:pt x="12348" y="1972"/>
                  </a:cubicBezTo>
                  <a:close/>
                </a:path>
              </a:pathLst>
            </a:custGeom>
            <a:solidFill>
              <a:schemeClr val="dk1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</p:grpSp>
      <p:sp>
        <p:nvSpPr>
          <p:cNvPr id="13" name="PlaceHolder 1"/>
          <p:cNvSpPr>
            <a:spLocks noGrp="1"/>
          </p:cNvSpPr>
          <p:nvPr>
            <p:ph type="title"/>
          </p:nvPr>
        </p:nvSpPr>
        <p:spPr>
          <a:xfrm>
            <a:off x="1842480" y="1156680"/>
            <a:ext cx="5425920" cy="17427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b">
            <a:noAutofit/>
          </a:bodyPr>
          <a:p>
            <a:pPr indent="0">
              <a:buNone/>
            </a:pPr>
            <a:r>
              <a:rPr b="0" lang="fr-FR" sz="5000" strike="noStrike" u="none">
                <a:solidFill>
                  <a:schemeClr val="dk1"/>
                </a:solidFill>
                <a:effectLst/>
                <a:uFillTx/>
                <a:latin typeface="Arial"/>
              </a:rPr>
              <a:t>Click to edit the title text format</a:t>
            </a:r>
            <a:endParaRPr b="0" lang="fr-FR" sz="5000" strike="noStrike" u="non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14" name="PlaceHolder 2"/>
          <p:cNvSpPr>
            <a:spLocks noGrp="1"/>
          </p:cNvSpPr>
          <p:nvPr>
            <p:ph type="body"/>
          </p:nvPr>
        </p:nvSpPr>
        <p:spPr>
          <a:xfrm>
            <a:off x="457200" y="1203480"/>
            <a:ext cx="8229240" cy="2982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fr-FR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  <a:endParaRPr b="0" lang="fr-F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b="0" lang="fr-FR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  <a:endParaRPr b="0" lang="fr-F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fr-FR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  <a:endParaRPr b="0" lang="fr-F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b="0" lang="fr-FR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  <a:endParaRPr b="0" lang="fr-F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fr-FR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  <a:endParaRPr b="0" lang="fr-FR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fr-FR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  <a:endParaRPr b="0" lang="fr-FR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fr-FR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  <a:endParaRPr b="0" lang="fr-FR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_1_1_1_1_1_1"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8" name="Google Shape;208;p13" descr=""/>
          <p:cNvPicPr/>
          <p:nvPr/>
        </p:nvPicPr>
        <p:blipFill>
          <a:blip r:embed="rId2">
            <a:alphaModFix amt="30000"/>
          </a:blip>
          <a:stretch/>
        </p:blipFill>
        <p:spPr>
          <a:xfrm>
            <a:off x="0" y="-3960"/>
            <a:ext cx="9143640" cy="5150880"/>
          </a:xfrm>
          <a:prstGeom prst="rect">
            <a:avLst/>
          </a:prstGeom>
          <a:noFill/>
          <a:ln w="0">
            <a:noFill/>
          </a:ln>
        </p:spPr>
      </p:pic>
      <p:grpSp>
        <p:nvGrpSpPr>
          <p:cNvPr id="39" name="Google Shape;209;p13"/>
          <p:cNvGrpSpPr/>
          <p:nvPr/>
        </p:nvGrpSpPr>
        <p:grpSpPr>
          <a:xfrm>
            <a:off x="-338760" y="177840"/>
            <a:ext cx="1144080" cy="1144080"/>
            <a:chOff x="-338760" y="177840"/>
            <a:chExt cx="1144080" cy="1144080"/>
          </a:xfrm>
        </p:grpSpPr>
        <p:sp>
          <p:nvSpPr>
            <p:cNvPr id="40" name="Google Shape;210;p13"/>
            <p:cNvSpPr/>
            <p:nvPr/>
          </p:nvSpPr>
          <p:spPr>
            <a:xfrm>
              <a:off x="295200" y="723600"/>
              <a:ext cx="510120" cy="52920"/>
            </a:xfrm>
            <a:custGeom>
              <a:avLst/>
              <a:gdLst>
                <a:gd name="textAreaLeft" fmla="*/ 0 w 510120"/>
                <a:gd name="textAreaRight" fmla="*/ 510480 w 510120"/>
                <a:gd name="textAreaTop" fmla="*/ 0 h 52920"/>
                <a:gd name="textAreaBottom" fmla="*/ 53280 h 52920"/>
              </a:gdLst>
              <a:ahLst/>
              <a:cxnLst/>
              <a:rect l="textAreaLeft" t="textAreaTop" r="textAreaRight" b="textAreaBottom"/>
              <a:pathLst>
                <a:path w="517688" h="54004">
                  <a:moveTo>
                    <a:pt x="510657" y="19502"/>
                  </a:moveTo>
                  <a:cubicBezTo>
                    <a:pt x="238140" y="-1125"/>
                    <a:pt x="83755" y="-14250"/>
                    <a:pt x="0" y="27002"/>
                  </a:cubicBezTo>
                  <a:cubicBezTo>
                    <a:pt x="83755" y="68255"/>
                    <a:pt x="238140" y="55129"/>
                    <a:pt x="510657" y="34503"/>
                  </a:cubicBezTo>
                  <a:cubicBezTo>
                    <a:pt x="520033" y="33877"/>
                    <a:pt x="520033" y="20127"/>
                    <a:pt x="510657" y="19502"/>
                  </a:cubicBezTo>
                  <a:close/>
                </a:path>
              </a:pathLst>
            </a:custGeom>
            <a:solidFill>
              <a:schemeClr val="dk1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26640" bIns="2664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41" name="Google Shape;211;p13"/>
            <p:cNvSpPr/>
            <p:nvPr/>
          </p:nvSpPr>
          <p:spPr>
            <a:xfrm>
              <a:off x="207360" y="811800"/>
              <a:ext cx="52560" cy="510120"/>
            </a:xfrm>
            <a:custGeom>
              <a:avLst/>
              <a:gdLst>
                <a:gd name="textAreaLeft" fmla="*/ 0 w 52560"/>
                <a:gd name="textAreaRight" fmla="*/ 52920 w 52560"/>
                <a:gd name="textAreaTop" fmla="*/ 0 h 510120"/>
                <a:gd name="textAreaBottom" fmla="*/ 510480 h 510120"/>
              </a:gdLst>
              <a:ahLst/>
              <a:cxnLst/>
              <a:rect l="textAreaLeft" t="textAreaTop" r="textAreaRight" b="textAreaBottom"/>
              <a:pathLst>
                <a:path w="53781" h="517688">
                  <a:moveTo>
                    <a:pt x="19279" y="510657"/>
                  </a:moveTo>
                  <a:cubicBezTo>
                    <a:pt x="19904" y="520033"/>
                    <a:pt x="33655" y="520033"/>
                    <a:pt x="34280" y="510657"/>
                  </a:cubicBezTo>
                  <a:cubicBezTo>
                    <a:pt x="54906" y="238140"/>
                    <a:pt x="68032" y="83755"/>
                    <a:pt x="26779" y="0"/>
                  </a:cubicBezTo>
                  <a:cubicBezTo>
                    <a:pt x="-14473" y="83755"/>
                    <a:pt x="-722" y="238140"/>
                    <a:pt x="19279" y="510657"/>
                  </a:cubicBezTo>
                  <a:close/>
                </a:path>
              </a:pathLst>
            </a:custGeom>
            <a:solidFill>
              <a:schemeClr val="dk1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42" name="Google Shape;212;p13"/>
            <p:cNvSpPr/>
            <p:nvPr/>
          </p:nvSpPr>
          <p:spPr>
            <a:xfrm>
              <a:off x="-338760" y="723600"/>
              <a:ext cx="510120" cy="52920"/>
            </a:xfrm>
            <a:custGeom>
              <a:avLst/>
              <a:gdLst>
                <a:gd name="textAreaLeft" fmla="*/ 0 w 510120"/>
                <a:gd name="textAreaRight" fmla="*/ 510480 w 510120"/>
                <a:gd name="textAreaTop" fmla="*/ 0 h 52920"/>
                <a:gd name="textAreaBottom" fmla="*/ 53280 h 52920"/>
              </a:gdLst>
              <a:ahLst/>
              <a:cxnLst/>
              <a:rect l="textAreaLeft" t="textAreaTop" r="textAreaRight" b="textAreaBottom"/>
              <a:pathLst>
                <a:path w="517688" h="54004">
                  <a:moveTo>
                    <a:pt x="7032" y="19502"/>
                  </a:moveTo>
                  <a:cubicBezTo>
                    <a:pt x="-2344" y="20127"/>
                    <a:pt x="-2344" y="33877"/>
                    <a:pt x="7032" y="34503"/>
                  </a:cubicBezTo>
                  <a:cubicBezTo>
                    <a:pt x="279549" y="55129"/>
                    <a:pt x="433934" y="68255"/>
                    <a:pt x="517689" y="27002"/>
                  </a:cubicBezTo>
                  <a:cubicBezTo>
                    <a:pt x="433934" y="-14250"/>
                    <a:pt x="280174" y="-1125"/>
                    <a:pt x="7032" y="19502"/>
                  </a:cubicBezTo>
                  <a:close/>
                </a:path>
              </a:pathLst>
            </a:custGeom>
            <a:solidFill>
              <a:schemeClr val="dk1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26640" bIns="2664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43" name="Google Shape;213;p13"/>
            <p:cNvSpPr/>
            <p:nvPr/>
          </p:nvSpPr>
          <p:spPr>
            <a:xfrm>
              <a:off x="207000" y="177840"/>
              <a:ext cx="52920" cy="510120"/>
            </a:xfrm>
            <a:custGeom>
              <a:avLst/>
              <a:gdLst>
                <a:gd name="textAreaLeft" fmla="*/ 0 w 52920"/>
                <a:gd name="textAreaRight" fmla="*/ 53280 w 52920"/>
                <a:gd name="textAreaTop" fmla="*/ 0 h 510120"/>
                <a:gd name="textAreaBottom" fmla="*/ 510480 h 510120"/>
              </a:gdLst>
              <a:ahLst/>
              <a:cxnLst/>
              <a:rect l="textAreaLeft" t="textAreaTop" r="textAreaRight" b="textAreaBottom"/>
              <a:pathLst>
                <a:path w="54004" h="517688">
                  <a:moveTo>
                    <a:pt x="34503" y="7032"/>
                  </a:moveTo>
                  <a:cubicBezTo>
                    <a:pt x="33878" y="-2344"/>
                    <a:pt x="20127" y="-2344"/>
                    <a:pt x="19502" y="7032"/>
                  </a:cubicBezTo>
                  <a:cubicBezTo>
                    <a:pt x="-1125" y="279549"/>
                    <a:pt x="-14250" y="433933"/>
                    <a:pt x="27002" y="517689"/>
                  </a:cubicBezTo>
                  <a:cubicBezTo>
                    <a:pt x="68255" y="433933"/>
                    <a:pt x="55129" y="279549"/>
                    <a:pt x="34503" y="7032"/>
                  </a:cubicBezTo>
                  <a:close/>
                </a:path>
              </a:pathLst>
            </a:custGeom>
            <a:solidFill>
              <a:schemeClr val="dk1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44" name="Google Shape;214;p13"/>
            <p:cNvSpPr/>
            <p:nvPr/>
          </p:nvSpPr>
          <p:spPr>
            <a:xfrm>
              <a:off x="277560" y="343440"/>
              <a:ext cx="362880" cy="362520"/>
            </a:xfrm>
            <a:custGeom>
              <a:avLst/>
              <a:gdLst>
                <a:gd name="textAreaLeft" fmla="*/ 0 w 362880"/>
                <a:gd name="textAreaRight" fmla="*/ 363240 w 362880"/>
                <a:gd name="textAreaTop" fmla="*/ 0 h 362520"/>
                <a:gd name="textAreaBottom" fmla="*/ 362880 h 362520"/>
              </a:gdLst>
              <a:ahLst/>
              <a:cxnLst/>
              <a:rect l="textAreaLeft" t="textAreaTop" r="textAreaRight" b="textAreaBottom"/>
              <a:pathLst>
                <a:path w="368244" h="367995">
                  <a:moveTo>
                    <a:pt x="366273" y="12348"/>
                  </a:moveTo>
                  <a:cubicBezTo>
                    <a:pt x="372523" y="5472"/>
                    <a:pt x="362523" y="-3903"/>
                    <a:pt x="355647" y="1722"/>
                  </a:cubicBezTo>
                  <a:cubicBezTo>
                    <a:pt x="148759" y="179858"/>
                    <a:pt x="30002" y="279240"/>
                    <a:pt x="0" y="367995"/>
                  </a:cubicBezTo>
                  <a:cubicBezTo>
                    <a:pt x="88755" y="337368"/>
                    <a:pt x="188137" y="219236"/>
                    <a:pt x="366273" y="12348"/>
                  </a:cubicBezTo>
                  <a:close/>
                </a:path>
              </a:pathLst>
            </a:custGeom>
            <a:solidFill>
              <a:schemeClr val="dk1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45" name="Google Shape;215;p13"/>
            <p:cNvSpPr/>
            <p:nvPr/>
          </p:nvSpPr>
          <p:spPr>
            <a:xfrm>
              <a:off x="171360" y="688680"/>
              <a:ext cx="124200" cy="124200"/>
            </a:xfrm>
            <a:custGeom>
              <a:avLst/>
              <a:gdLst>
                <a:gd name="textAreaLeft" fmla="*/ 0 w 124200"/>
                <a:gd name="textAreaRight" fmla="*/ 124560 w 124200"/>
                <a:gd name="textAreaTop" fmla="*/ 0 h 124200"/>
                <a:gd name="textAreaBottom" fmla="*/ 124560 h 124200"/>
              </a:gdLst>
              <a:ahLst/>
              <a:cxnLst/>
              <a:rect l="textAreaLeft" t="textAreaTop" r="textAreaRight" b="textAreaBottom"/>
              <a:pathLst>
                <a:path w="126258" h="126258">
                  <a:moveTo>
                    <a:pt x="108132" y="18126"/>
                  </a:moveTo>
                  <a:cubicBezTo>
                    <a:pt x="98131" y="21251"/>
                    <a:pt x="88756" y="23751"/>
                    <a:pt x="78755" y="25002"/>
                  </a:cubicBezTo>
                  <a:cubicBezTo>
                    <a:pt x="73130" y="17501"/>
                    <a:pt x="67504" y="9376"/>
                    <a:pt x="63129" y="0"/>
                  </a:cubicBezTo>
                  <a:cubicBezTo>
                    <a:pt x="58753" y="9376"/>
                    <a:pt x="53753" y="17501"/>
                    <a:pt x="47503" y="25002"/>
                  </a:cubicBezTo>
                  <a:cubicBezTo>
                    <a:pt x="38127" y="23751"/>
                    <a:pt x="28127" y="21251"/>
                    <a:pt x="18126" y="18126"/>
                  </a:cubicBezTo>
                  <a:cubicBezTo>
                    <a:pt x="21251" y="28127"/>
                    <a:pt x="23751" y="37502"/>
                    <a:pt x="25002" y="47503"/>
                  </a:cubicBezTo>
                  <a:cubicBezTo>
                    <a:pt x="17501" y="53128"/>
                    <a:pt x="9376" y="58754"/>
                    <a:pt x="0" y="63129"/>
                  </a:cubicBezTo>
                  <a:cubicBezTo>
                    <a:pt x="9376" y="67504"/>
                    <a:pt x="17501" y="72504"/>
                    <a:pt x="25002" y="78755"/>
                  </a:cubicBezTo>
                  <a:cubicBezTo>
                    <a:pt x="23751" y="88130"/>
                    <a:pt x="21251" y="98131"/>
                    <a:pt x="18126" y="108132"/>
                  </a:cubicBezTo>
                  <a:cubicBezTo>
                    <a:pt x="28127" y="105007"/>
                    <a:pt x="37502" y="102507"/>
                    <a:pt x="47503" y="101256"/>
                  </a:cubicBezTo>
                  <a:cubicBezTo>
                    <a:pt x="53128" y="108757"/>
                    <a:pt x="58753" y="116882"/>
                    <a:pt x="63129" y="126258"/>
                  </a:cubicBezTo>
                  <a:cubicBezTo>
                    <a:pt x="67504" y="116882"/>
                    <a:pt x="72504" y="108757"/>
                    <a:pt x="78755" y="101256"/>
                  </a:cubicBezTo>
                  <a:cubicBezTo>
                    <a:pt x="88130" y="102507"/>
                    <a:pt x="98131" y="105007"/>
                    <a:pt x="108132" y="108132"/>
                  </a:cubicBezTo>
                  <a:cubicBezTo>
                    <a:pt x="105007" y="98131"/>
                    <a:pt x="102506" y="88756"/>
                    <a:pt x="101256" y="78755"/>
                  </a:cubicBezTo>
                  <a:cubicBezTo>
                    <a:pt x="108757" y="73130"/>
                    <a:pt x="116882" y="67504"/>
                    <a:pt x="126258" y="63129"/>
                  </a:cubicBezTo>
                  <a:cubicBezTo>
                    <a:pt x="116882" y="58754"/>
                    <a:pt x="108757" y="53753"/>
                    <a:pt x="101256" y="47503"/>
                  </a:cubicBezTo>
                  <a:cubicBezTo>
                    <a:pt x="101881" y="37502"/>
                    <a:pt x="104382" y="27502"/>
                    <a:pt x="108132" y="18126"/>
                  </a:cubicBezTo>
                  <a:close/>
                </a:path>
              </a:pathLst>
            </a:custGeom>
            <a:solidFill>
              <a:schemeClr val="dk1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46" name="Google Shape;216;p13"/>
            <p:cNvSpPr/>
            <p:nvPr/>
          </p:nvSpPr>
          <p:spPr>
            <a:xfrm>
              <a:off x="277560" y="794160"/>
              <a:ext cx="362520" cy="362880"/>
            </a:xfrm>
            <a:custGeom>
              <a:avLst/>
              <a:gdLst>
                <a:gd name="textAreaLeft" fmla="*/ 0 w 362520"/>
                <a:gd name="textAreaRight" fmla="*/ 362880 w 362520"/>
                <a:gd name="textAreaTop" fmla="*/ 0 h 362880"/>
                <a:gd name="textAreaBottom" fmla="*/ 363240 h 362880"/>
              </a:gdLst>
              <a:ahLst/>
              <a:cxnLst/>
              <a:rect l="textAreaLeft" t="textAreaTop" r="textAreaRight" b="textAreaBottom"/>
              <a:pathLst>
                <a:path w="367994" h="368245">
                  <a:moveTo>
                    <a:pt x="355647" y="366273"/>
                  </a:moveTo>
                  <a:cubicBezTo>
                    <a:pt x="362523" y="372524"/>
                    <a:pt x="371898" y="362523"/>
                    <a:pt x="366273" y="355648"/>
                  </a:cubicBezTo>
                  <a:cubicBezTo>
                    <a:pt x="188137" y="148760"/>
                    <a:pt x="88755" y="30002"/>
                    <a:pt x="0" y="0"/>
                  </a:cubicBezTo>
                  <a:cubicBezTo>
                    <a:pt x="30627" y="88131"/>
                    <a:pt x="148759" y="188137"/>
                    <a:pt x="355647" y="366273"/>
                  </a:cubicBezTo>
                  <a:close/>
                </a:path>
              </a:pathLst>
            </a:custGeom>
            <a:solidFill>
              <a:schemeClr val="dk1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47" name="Google Shape;217;p13"/>
            <p:cNvSpPr/>
            <p:nvPr/>
          </p:nvSpPr>
          <p:spPr>
            <a:xfrm>
              <a:off x="-173520" y="794160"/>
              <a:ext cx="362880" cy="362520"/>
            </a:xfrm>
            <a:custGeom>
              <a:avLst/>
              <a:gdLst>
                <a:gd name="textAreaLeft" fmla="*/ 0 w 362880"/>
                <a:gd name="textAreaRight" fmla="*/ 363240 w 362880"/>
                <a:gd name="textAreaTop" fmla="*/ 0 h 362520"/>
                <a:gd name="textAreaBottom" fmla="*/ 362880 h 362520"/>
              </a:gdLst>
              <a:ahLst/>
              <a:cxnLst/>
              <a:rect l="textAreaLeft" t="textAreaTop" r="textAreaRight" b="textAreaBottom"/>
              <a:pathLst>
                <a:path w="368245" h="367995">
                  <a:moveTo>
                    <a:pt x="1972" y="355648"/>
                  </a:moveTo>
                  <a:cubicBezTo>
                    <a:pt x="-4278" y="362523"/>
                    <a:pt x="5722" y="371898"/>
                    <a:pt x="12598" y="366273"/>
                  </a:cubicBezTo>
                  <a:cubicBezTo>
                    <a:pt x="219486" y="188137"/>
                    <a:pt x="338243" y="88756"/>
                    <a:pt x="368245" y="0"/>
                  </a:cubicBezTo>
                  <a:cubicBezTo>
                    <a:pt x="280114" y="30002"/>
                    <a:pt x="180108" y="148760"/>
                    <a:pt x="1972" y="355648"/>
                  </a:cubicBezTo>
                  <a:close/>
                </a:path>
              </a:pathLst>
            </a:custGeom>
            <a:solidFill>
              <a:schemeClr val="dk1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48" name="Google Shape;218;p13"/>
            <p:cNvSpPr/>
            <p:nvPr/>
          </p:nvSpPr>
          <p:spPr>
            <a:xfrm>
              <a:off x="-173160" y="343080"/>
              <a:ext cx="362520" cy="362880"/>
            </a:xfrm>
            <a:custGeom>
              <a:avLst/>
              <a:gdLst>
                <a:gd name="textAreaLeft" fmla="*/ 0 w 362520"/>
                <a:gd name="textAreaRight" fmla="*/ 362880 w 362520"/>
                <a:gd name="textAreaTop" fmla="*/ 0 h 362880"/>
                <a:gd name="textAreaBottom" fmla="*/ 363240 h 362880"/>
              </a:gdLst>
              <a:ahLst/>
              <a:cxnLst/>
              <a:rect l="textAreaLeft" t="textAreaTop" r="textAreaRight" b="textAreaBottom"/>
              <a:pathLst>
                <a:path w="367995" h="368245">
                  <a:moveTo>
                    <a:pt x="12348" y="1972"/>
                  </a:moveTo>
                  <a:cubicBezTo>
                    <a:pt x="5472" y="-4278"/>
                    <a:pt x="-3903" y="5722"/>
                    <a:pt x="1722" y="12598"/>
                  </a:cubicBezTo>
                  <a:cubicBezTo>
                    <a:pt x="179858" y="219486"/>
                    <a:pt x="279240" y="338243"/>
                    <a:pt x="367995" y="368245"/>
                  </a:cubicBezTo>
                  <a:cubicBezTo>
                    <a:pt x="337993" y="279490"/>
                    <a:pt x="219861" y="180108"/>
                    <a:pt x="12348" y="1972"/>
                  </a:cubicBezTo>
                  <a:close/>
                </a:path>
              </a:pathLst>
            </a:custGeom>
            <a:solidFill>
              <a:schemeClr val="dk1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</p:grpSp>
      <p:sp>
        <p:nvSpPr>
          <p:cNvPr id="49" name="Google Shape;219;p13"/>
          <p:cNvSpPr/>
          <p:nvPr/>
        </p:nvSpPr>
        <p:spPr>
          <a:xfrm>
            <a:off x="7468200" y="3864240"/>
            <a:ext cx="2027880" cy="1997640"/>
          </a:xfrm>
          <a:custGeom>
            <a:avLst/>
            <a:gdLst>
              <a:gd name="textAreaLeft" fmla="*/ 0 w 2027880"/>
              <a:gd name="textAreaRight" fmla="*/ 2028240 w 2027880"/>
              <a:gd name="textAreaTop" fmla="*/ 0 h 1997640"/>
              <a:gd name="textAreaBottom" fmla="*/ 1998000 h 1997640"/>
            </a:gdLst>
            <a:ahLst/>
            <a:cxnLst/>
            <a:rect l="textAreaLeft" t="textAreaTop" r="textAreaRight" b="textAreaBottom"/>
            <a:pathLst>
              <a:path w="1973873" h="1944496">
                <a:moveTo>
                  <a:pt x="1330709" y="1944497"/>
                </a:moveTo>
                <a:lnTo>
                  <a:pt x="987562" y="1251328"/>
                </a:lnTo>
                <a:lnTo>
                  <a:pt x="644416" y="1944497"/>
                </a:lnTo>
                <a:lnTo>
                  <a:pt x="827552" y="1193200"/>
                </a:lnTo>
                <a:lnTo>
                  <a:pt x="119382" y="1503844"/>
                </a:lnTo>
                <a:lnTo>
                  <a:pt x="741922" y="1045691"/>
                </a:lnTo>
                <a:lnTo>
                  <a:pt x="0" y="828177"/>
                </a:lnTo>
                <a:lnTo>
                  <a:pt x="771298" y="877555"/>
                </a:lnTo>
                <a:lnTo>
                  <a:pt x="342521" y="234390"/>
                </a:lnTo>
                <a:lnTo>
                  <a:pt x="901932" y="768173"/>
                </a:lnTo>
                <a:lnTo>
                  <a:pt x="986937" y="0"/>
                </a:lnTo>
                <a:lnTo>
                  <a:pt x="1071942" y="768173"/>
                </a:lnTo>
                <a:lnTo>
                  <a:pt x="1631353" y="234390"/>
                </a:lnTo>
                <a:lnTo>
                  <a:pt x="1202576" y="877555"/>
                </a:lnTo>
                <a:lnTo>
                  <a:pt x="1973874" y="828177"/>
                </a:lnTo>
                <a:lnTo>
                  <a:pt x="1231953" y="1045691"/>
                </a:lnTo>
                <a:lnTo>
                  <a:pt x="1854491" y="1503844"/>
                </a:lnTo>
                <a:lnTo>
                  <a:pt x="1146322" y="1193200"/>
                </a:lnTo>
                <a:lnTo>
                  <a:pt x="1330709" y="1944497"/>
                </a:lnTo>
                <a:close/>
                <a:moveTo>
                  <a:pt x="987562" y="1234453"/>
                </a:moveTo>
                <a:lnTo>
                  <a:pt x="1306957" y="1879493"/>
                </a:lnTo>
                <a:lnTo>
                  <a:pt x="1136946" y="1180074"/>
                </a:lnTo>
                <a:lnTo>
                  <a:pt x="1795738" y="1468842"/>
                </a:lnTo>
                <a:lnTo>
                  <a:pt x="1216327" y="1042565"/>
                </a:lnTo>
                <a:lnTo>
                  <a:pt x="1223827" y="1040690"/>
                </a:lnTo>
                <a:lnTo>
                  <a:pt x="1906995" y="840678"/>
                </a:lnTo>
                <a:lnTo>
                  <a:pt x="1188825" y="886931"/>
                </a:lnTo>
                <a:lnTo>
                  <a:pt x="1587600" y="288143"/>
                </a:lnTo>
                <a:lnTo>
                  <a:pt x="1066942" y="785049"/>
                </a:lnTo>
                <a:lnTo>
                  <a:pt x="987562" y="69379"/>
                </a:lnTo>
                <a:lnTo>
                  <a:pt x="908182" y="784424"/>
                </a:lnTo>
                <a:lnTo>
                  <a:pt x="387524" y="287518"/>
                </a:lnTo>
                <a:lnTo>
                  <a:pt x="786299" y="886306"/>
                </a:lnTo>
                <a:lnTo>
                  <a:pt x="778799" y="885680"/>
                </a:lnTo>
                <a:lnTo>
                  <a:pt x="68754" y="840053"/>
                </a:lnTo>
                <a:lnTo>
                  <a:pt x="758798" y="1042565"/>
                </a:lnTo>
                <a:lnTo>
                  <a:pt x="752547" y="1046941"/>
                </a:lnTo>
                <a:lnTo>
                  <a:pt x="179386" y="1468842"/>
                </a:lnTo>
                <a:lnTo>
                  <a:pt x="838178" y="1180074"/>
                </a:lnTo>
                <a:lnTo>
                  <a:pt x="668167" y="1879493"/>
                </a:lnTo>
                <a:lnTo>
                  <a:pt x="987562" y="1234453"/>
                </a:lnTo>
                <a:close/>
              </a:path>
            </a:pathLst>
          </a:custGeom>
          <a:solidFill>
            <a:schemeClr val="accent2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endParaRPr b="0" lang="en-US" sz="1800" strike="noStrike" u="none">
              <a:solidFill>
                <a:srgbClr val="000000"/>
              </a:solidFill>
              <a:effectLst/>
              <a:uFillTx/>
              <a:latin typeface="OpenSymbol"/>
            </a:endParaRPr>
          </a:p>
        </p:txBody>
      </p:sp>
      <p:sp>
        <p:nvSpPr>
          <p:cNvPr id="50" name="PlaceHolder 1"/>
          <p:cNvSpPr>
            <a:spLocks noGrp="1"/>
          </p:cNvSpPr>
          <p:nvPr>
            <p:ph type="title"/>
          </p:nvPr>
        </p:nvSpPr>
        <p:spPr>
          <a:xfrm>
            <a:off x="720000" y="444960"/>
            <a:ext cx="7703640" cy="5724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t">
            <a:noAutofit/>
          </a:bodyPr>
          <a:p>
            <a:pPr indent="0">
              <a:buNone/>
            </a:pPr>
            <a:r>
              <a:rPr b="0" lang="fr-FR" sz="3500" strike="noStrike" u="none">
                <a:solidFill>
                  <a:schemeClr val="dk1"/>
                </a:solidFill>
                <a:effectLst/>
                <a:uFillTx/>
                <a:latin typeface="Arial"/>
              </a:rPr>
              <a:t>Click to edit the title text format</a:t>
            </a:r>
            <a:endParaRPr b="0" lang="fr-FR" sz="3500" strike="noStrike" u="non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51" name="PlaceHolder 2"/>
          <p:cNvSpPr>
            <a:spLocks noGrp="1"/>
          </p:cNvSpPr>
          <p:nvPr>
            <p:ph type="title"/>
          </p:nvPr>
        </p:nvSpPr>
        <p:spPr>
          <a:xfrm>
            <a:off x="1505520" y="1322280"/>
            <a:ext cx="734400" cy="406800"/>
          </a:xfrm>
          <a:prstGeom prst="rect">
            <a:avLst/>
          </a:prstGeom>
          <a:solidFill>
            <a:schemeClr val="dk1"/>
          </a:solidFill>
          <a:ln w="0">
            <a:noFill/>
          </a:ln>
        </p:spPr>
        <p:txBody>
          <a:bodyPr lIns="91440" rIns="91440" tIns="91440" bIns="91440" anchor="ctr">
            <a:noAutofit/>
          </a:bodyPr>
          <a:p>
            <a:pPr indent="0" algn="ctr">
              <a:lnSpc>
                <a:spcPct val="100000"/>
              </a:lnSpc>
              <a:buNone/>
            </a:pPr>
            <a:r>
              <a:rPr b="0" lang="fr-FR" sz="3000" strike="noStrike" u="none">
                <a:solidFill>
                  <a:schemeClr val="lt1"/>
                </a:solidFill>
                <a:effectLst/>
                <a:uFillTx/>
                <a:latin typeface="Commissioner Light"/>
                <a:ea typeface="Commissioner Light"/>
              </a:rPr>
              <a:t>xx%</a:t>
            </a:r>
            <a:endParaRPr b="0" lang="fr-FR" sz="3000" strike="noStrike" u="non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52" name="PlaceHolder 3"/>
          <p:cNvSpPr>
            <a:spLocks noGrp="1"/>
          </p:cNvSpPr>
          <p:nvPr>
            <p:ph type="title"/>
          </p:nvPr>
        </p:nvSpPr>
        <p:spPr>
          <a:xfrm>
            <a:off x="4204800" y="1322280"/>
            <a:ext cx="734400" cy="406800"/>
          </a:xfrm>
          <a:prstGeom prst="rect">
            <a:avLst/>
          </a:prstGeom>
          <a:solidFill>
            <a:schemeClr val="dk1"/>
          </a:solidFill>
          <a:ln w="0">
            <a:noFill/>
          </a:ln>
        </p:spPr>
        <p:txBody>
          <a:bodyPr lIns="91440" rIns="91440" tIns="91440" bIns="91440" anchor="ctr">
            <a:noAutofit/>
          </a:bodyPr>
          <a:p>
            <a:pPr indent="0" algn="ctr">
              <a:lnSpc>
                <a:spcPct val="100000"/>
              </a:lnSpc>
              <a:buNone/>
            </a:pPr>
            <a:r>
              <a:rPr b="0" lang="fr-FR" sz="3000" strike="noStrike" u="none">
                <a:solidFill>
                  <a:schemeClr val="lt1"/>
                </a:solidFill>
                <a:effectLst/>
                <a:uFillTx/>
                <a:latin typeface="Commissioner Light"/>
                <a:ea typeface="Commissioner Light"/>
              </a:rPr>
              <a:t>xx%</a:t>
            </a:r>
            <a:endParaRPr b="0" lang="fr-FR" sz="3000" strike="noStrike" u="non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53" name="PlaceHolder 4"/>
          <p:cNvSpPr>
            <a:spLocks noGrp="1"/>
          </p:cNvSpPr>
          <p:nvPr>
            <p:ph type="title"/>
          </p:nvPr>
        </p:nvSpPr>
        <p:spPr>
          <a:xfrm>
            <a:off x="6904080" y="1322280"/>
            <a:ext cx="734400" cy="406800"/>
          </a:xfrm>
          <a:prstGeom prst="rect">
            <a:avLst/>
          </a:prstGeom>
          <a:solidFill>
            <a:schemeClr val="dk1"/>
          </a:solidFill>
          <a:ln w="0">
            <a:noFill/>
          </a:ln>
        </p:spPr>
        <p:txBody>
          <a:bodyPr lIns="91440" rIns="91440" tIns="91440" bIns="91440" anchor="ctr">
            <a:noAutofit/>
          </a:bodyPr>
          <a:p>
            <a:pPr indent="0" algn="ctr">
              <a:lnSpc>
                <a:spcPct val="100000"/>
              </a:lnSpc>
              <a:buNone/>
            </a:pPr>
            <a:r>
              <a:rPr b="0" lang="fr-FR" sz="3000" strike="noStrike" u="none">
                <a:solidFill>
                  <a:schemeClr val="lt1"/>
                </a:solidFill>
                <a:effectLst/>
                <a:uFillTx/>
                <a:latin typeface="Commissioner Light"/>
                <a:ea typeface="Commissioner Light"/>
              </a:rPr>
              <a:t>xx%</a:t>
            </a:r>
            <a:endParaRPr b="0" lang="fr-FR" sz="3000" strike="noStrike" u="non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54" name="PlaceHolder 5"/>
          <p:cNvSpPr>
            <a:spLocks noGrp="1"/>
          </p:cNvSpPr>
          <p:nvPr>
            <p:ph type="title"/>
          </p:nvPr>
        </p:nvSpPr>
        <p:spPr>
          <a:xfrm>
            <a:off x="2855160" y="3030120"/>
            <a:ext cx="734400" cy="406800"/>
          </a:xfrm>
          <a:prstGeom prst="rect">
            <a:avLst/>
          </a:prstGeom>
          <a:solidFill>
            <a:schemeClr val="dk1"/>
          </a:solidFill>
          <a:ln w="0">
            <a:noFill/>
          </a:ln>
        </p:spPr>
        <p:txBody>
          <a:bodyPr lIns="91440" rIns="91440" tIns="91440" bIns="91440" anchor="ctr">
            <a:noAutofit/>
          </a:bodyPr>
          <a:p>
            <a:pPr indent="0" algn="ctr">
              <a:lnSpc>
                <a:spcPct val="100000"/>
              </a:lnSpc>
              <a:buNone/>
            </a:pPr>
            <a:r>
              <a:rPr b="0" lang="fr-FR" sz="3000" strike="noStrike" u="none">
                <a:solidFill>
                  <a:schemeClr val="lt1"/>
                </a:solidFill>
                <a:effectLst/>
                <a:uFillTx/>
                <a:latin typeface="Commissioner Light"/>
                <a:ea typeface="Commissioner Light"/>
              </a:rPr>
              <a:t>xx%</a:t>
            </a:r>
            <a:endParaRPr b="0" lang="fr-FR" sz="3000" strike="noStrike" u="non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55" name="PlaceHolder 6"/>
          <p:cNvSpPr>
            <a:spLocks noGrp="1"/>
          </p:cNvSpPr>
          <p:nvPr>
            <p:ph type="title"/>
          </p:nvPr>
        </p:nvSpPr>
        <p:spPr>
          <a:xfrm>
            <a:off x="5554440" y="3030120"/>
            <a:ext cx="734400" cy="406800"/>
          </a:xfrm>
          <a:prstGeom prst="rect">
            <a:avLst/>
          </a:prstGeom>
          <a:solidFill>
            <a:schemeClr val="dk1"/>
          </a:solidFill>
          <a:ln w="0">
            <a:noFill/>
          </a:ln>
        </p:spPr>
        <p:txBody>
          <a:bodyPr lIns="91440" rIns="91440" tIns="91440" bIns="91440" anchor="ctr">
            <a:noAutofit/>
          </a:bodyPr>
          <a:p>
            <a:pPr indent="0" algn="ctr">
              <a:lnSpc>
                <a:spcPct val="100000"/>
              </a:lnSpc>
              <a:buNone/>
            </a:pPr>
            <a:r>
              <a:rPr b="0" lang="fr-FR" sz="3000" strike="noStrike" u="none">
                <a:solidFill>
                  <a:schemeClr val="lt1"/>
                </a:solidFill>
                <a:effectLst/>
                <a:uFillTx/>
                <a:latin typeface="Commissioner Light"/>
                <a:ea typeface="Commissioner Light"/>
              </a:rPr>
              <a:t>xx%</a:t>
            </a:r>
            <a:endParaRPr b="0" lang="fr-FR" sz="3000" strike="noStrike" u="non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</p:spTree>
  </p:cSld>
</p:sldLayout>
</file>

<file path=ppt/slideLayouts/slideLayout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SECTION_HEADER"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11" name="Google Shape;25;p3" descr=""/>
          <p:cNvPicPr/>
          <p:nvPr/>
        </p:nvPicPr>
        <p:blipFill>
          <a:blip r:embed="rId2">
            <a:alphaModFix amt="30000"/>
          </a:blip>
          <a:stretch/>
        </p:blipFill>
        <p:spPr>
          <a:xfrm flipH="1" rot="10800000">
            <a:off x="0" y="-3600"/>
            <a:ext cx="9143640" cy="515088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212" name="PlaceHolder 1"/>
          <p:cNvSpPr>
            <a:spLocks noGrp="1"/>
          </p:cNvSpPr>
          <p:nvPr>
            <p:ph type="title"/>
          </p:nvPr>
        </p:nvSpPr>
        <p:spPr>
          <a:xfrm>
            <a:off x="2038320" y="2396520"/>
            <a:ext cx="5067360" cy="805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b">
            <a:noAutofit/>
          </a:bodyPr>
          <a:p>
            <a:pPr indent="0">
              <a:buNone/>
            </a:pPr>
            <a:r>
              <a:rPr b="0" lang="fr-FR" sz="5000" strike="noStrike" u="none">
                <a:solidFill>
                  <a:schemeClr val="dk1"/>
                </a:solidFill>
                <a:effectLst/>
                <a:uFillTx/>
                <a:latin typeface="Arial"/>
              </a:rPr>
              <a:t>Click to edit the title text format</a:t>
            </a:r>
            <a:endParaRPr b="0" lang="fr-FR" sz="5000" strike="noStrike" u="non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213" name="PlaceHolder 2"/>
          <p:cNvSpPr>
            <a:spLocks noGrp="1"/>
          </p:cNvSpPr>
          <p:nvPr>
            <p:ph type="title"/>
          </p:nvPr>
        </p:nvSpPr>
        <p:spPr>
          <a:xfrm>
            <a:off x="3999600" y="1288440"/>
            <a:ext cx="1144800" cy="736560"/>
          </a:xfrm>
          <a:prstGeom prst="rect">
            <a:avLst/>
          </a:prstGeom>
          <a:solidFill>
            <a:schemeClr val="dk1"/>
          </a:solidFill>
          <a:ln w="0">
            <a:noFill/>
          </a:ln>
        </p:spPr>
        <p:txBody>
          <a:bodyPr lIns="91440" rIns="91440" tIns="91440" bIns="91440" anchor="ctr">
            <a:noAutofit/>
          </a:bodyPr>
          <a:p>
            <a:pPr indent="0" algn="ctr">
              <a:lnSpc>
                <a:spcPct val="100000"/>
              </a:lnSpc>
              <a:buNone/>
            </a:pPr>
            <a:r>
              <a:rPr b="0" lang="fr-FR" sz="6000" strike="noStrike" u="none">
                <a:solidFill>
                  <a:schemeClr val="lt1"/>
                </a:solidFill>
                <a:effectLst/>
                <a:uFillTx/>
                <a:latin typeface="Commissioner Light"/>
                <a:ea typeface="Commissioner Light"/>
              </a:rPr>
              <a:t>xx%</a:t>
            </a:r>
            <a:endParaRPr b="0" lang="fr-FR" sz="6000" strike="noStrike" u="non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grpSp>
        <p:nvGrpSpPr>
          <p:cNvPr id="214" name="Google Shape;29;p3"/>
          <p:cNvGrpSpPr/>
          <p:nvPr/>
        </p:nvGrpSpPr>
        <p:grpSpPr>
          <a:xfrm>
            <a:off x="8201160" y="829440"/>
            <a:ext cx="459000" cy="458640"/>
            <a:chOff x="8201160" y="829440"/>
            <a:chExt cx="459000" cy="458640"/>
          </a:xfrm>
        </p:grpSpPr>
        <p:sp>
          <p:nvSpPr>
            <p:cNvPr id="215" name="Google Shape;30;p3"/>
            <p:cNvSpPr/>
            <p:nvPr/>
          </p:nvSpPr>
          <p:spPr>
            <a:xfrm>
              <a:off x="8455680" y="1048320"/>
              <a:ext cx="204480" cy="20880"/>
            </a:xfrm>
            <a:custGeom>
              <a:avLst/>
              <a:gdLst>
                <a:gd name="textAreaLeft" fmla="*/ 0 w 204480"/>
                <a:gd name="textAreaRight" fmla="*/ 204840 w 204480"/>
                <a:gd name="textAreaTop" fmla="*/ 0 h 20880"/>
                <a:gd name="textAreaBottom" fmla="*/ 21240 h 20880"/>
              </a:gdLst>
              <a:ahLst/>
              <a:cxnLst/>
              <a:rect l="textAreaLeft" t="textAreaTop" r="textAreaRight" b="textAreaBottom"/>
              <a:pathLst>
                <a:path w="517688" h="54004">
                  <a:moveTo>
                    <a:pt x="510657" y="19502"/>
                  </a:moveTo>
                  <a:cubicBezTo>
                    <a:pt x="238140" y="-1125"/>
                    <a:pt x="83755" y="-14250"/>
                    <a:pt x="0" y="27002"/>
                  </a:cubicBezTo>
                  <a:cubicBezTo>
                    <a:pt x="83755" y="68255"/>
                    <a:pt x="238140" y="55129"/>
                    <a:pt x="510657" y="34503"/>
                  </a:cubicBezTo>
                  <a:cubicBezTo>
                    <a:pt x="520033" y="33877"/>
                    <a:pt x="520033" y="20127"/>
                    <a:pt x="510657" y="19502"/>
                  </a:cubicBezTo>
                  <a:close/>
                </a:path>
              </a:pathLst>
            </a:custGeom>
            <a:solidFill>
              <a:schemeClr val="dk1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10440" bIns="1044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216" name="Google Shape;31;p3"/>
            <p:cNvSpPr/>
            <p:nvPr/>
          </p:nvSpPr>
          <p:spPr>
            <a:xfrm>
              <a:off x="8420040" y="1083600"/>
              <a:ext cx="20880" cy="204480"/>
            </a:xfrm>
            <a:custGeom>
              <a:avLst/>
              <a:gdLst>
                <a:gd name="textAreaLeft" fmla="*/ 0 w 20880"/>
                <a:gd name="textAreaRight" fmla="*/ 21240 w 20880"/>
                <a:gd name="textAreaTop" fmla="*/ 0 h 204480"/>
                <a:gd name="textAreaBottom" fmla="*/ 204840 h 204480"/>
              </a:gdLst>
              <a:ahLst/>
              <a:cxnLst/>
              <a:rect l="textAreaLeft" t="textAreaTop" r="textAreaRight" b="textAreaBottom"/>
              <a:pathLst>
                <a:path w="53781" h="517688">
                  <a:moveTo>
                    <a:pt x="19279" y="510657"/>
                  </a:moveTo>
                  <a:cubicBezTo>
                    <a:pt x="19904" y="520033"/>
                    <a:pt x="33655" y="520033"/>
                    <a:pt x="34280" y="510657"/>
                  </a:cubicBezTo>
                  <a:cubicBezTo>
                    <a:pt x="54906" y="238140"/>
                    <a:pt x="68032" y="83755"/>
                    <a:pt x="26779" y="0"/>
                  </a:cubicBezTo>
                  <a:cubicBezTo>
                    <a:pt x="-14473" y="83755"/>
                    <a:pt x="-722" y="238140"/>
                    <a:pt x="19279" y="510657"/>
                  </a:cubicBezTo>
                  <a:close/>
                </a:path>
              </a:pathLst>
            </a:custGeom>
            <a:solidFill>
              <a:schemeClr val="dk1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217" name="Google Shape;32;p3"/>
            <p:cNvSpPr/>
            <p:nvPr/>
          </p:nvSpPr>
          <p:spPr>
            <a:xfrm>
              <a:off x="8201160" y="1048320"/>
              <a:ext cx="204480" cy="20880"/>
            </a:xfrm>
            <a:custGeom>
              <a:avLst/>
              <a:gdLst>
                <a:gd name="textAreaLeft" fmla="*/ 0 w 204480"/>
                <a:gd name="textAreaRight" fmla="*/ 204840 w 204480"/>
                <a:gd name="textAreaTop" fmla="*/ 0 h 20880"/>
                <a:gd name="textAreaBottom" fmla="*/ 21240 h 20880"/>
              </a:gdLst>
              <a:ahLst/>
              <a:cxnLst/>
              <a:rect l="textAreaLeft" t="textAreaTop" r="textAreaRight" b="textAreaBottom"/>
              <a:pathLst>
                <a:path w="517688" h="54004">
                  <a:moveTo>
                    <a:pt x="7032" y="19502"/>
                  </a:moveTo>
                  <a:cubicBezTo>
                    <a:pt x="-2344" y="20127"/>
                    <a:pt x="-2344" y="33877"/>
                    <a:pt x="7032" y="34503"/>
                  </a:cubicBezTo>
                  <a:cubicBezTo>
                    <a:pt x="279549" y="55129"/>
                    <a:pt x="433934" y="68255"/>
                    <a:pt x="517689" y="27002"/>
                  </a:cubicBezTo>
                  <a:cubicBezTo>
                    <a:pt x="433934" y="-14250"/>
                    <a:pt x="280174" y="-1125"/>
                    <a:pt x="7032" y="19502"/>
                  </a:cubicBezTo>
                  <a:close/>
                </a:path>
              </a:pathLst>
            </a:custGeom>
            <a:solidFill>
              <a:schemeClr val="dk1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10440" bIns="1044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218" name="Google Shape;33;p3"/>
            <p:cNvSpPr/>
            <p:nvPr/>
          </p:nvSpPr>
          <p:spPr>
            <a:xfrm>
              <a:off x="8420040" y="829440"/>
              <a:ext cx="20880" cy="204480"/>
            </a:xfrm>
            <a:custGeom>
              <a:avLst/>
              <a:gdLst>
                <a:gd name="textAreaLeft" fmla="*/ 0 w 20880"/>
                <a:gd name="textAreaRight" fmla="*/ 21240 w 20880"/>
                <a:gd name="textAreaTop" fmla="*/ 0 h 204480"/>
                <a:gd name="textAreaBottom" fmla="*/ 204840 h 204480"/>
              </a:gdLst>
              <a:ahLst/>
              <a:cxnLst/>
              <a:rect l="textAreaLeft" t="textAreaTop" r="textAreaRight" b="textAreaBottom"/>
              <a:pathLst>
                <a:path w="54004" h="517688">
                  <a:moveTo>
                    <a:pt x="34503" y="7032"/>
                  </a:moveTo>
                  <a:cubicBezTo>
                    <a:pt x="33878" y="-2344"/>
                    <a:pt x="20127" y="-2344"/>
                    <a:pt x="19502" y="7032"/>
                  </a:cubicBezTo>
                  <a:cubicBezTo>
                    <a:pt x="-1125" y="279549"/>
                    <a:pt x="-14250" y="433933"/>
                    <a:pt x="27002" y="517689"/>
                  </a:cubicBezTo>
                  <a:cubicBezTo>
                    <a:pt x="68255" y="433933"/>
                    <a:pt x="55129" y="279549"/>
                    <a:pt x="34503" y="7032"/>
                  </a:cubicBezTo>
                  <a:close/>
                </a:path>
              </a:pathLst>
            </a:custGeom>
            <a:solidFill>
              <a:schemeClr val="dk1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219" name="Google Shape;34;p3"/>
            <p:cNvSpPr/>
            <p:nvPr/>
          </p:nvSpPr>
          <p:spPr>
            <a:xfrm>
              <a:off x="8448480" y="895680"/>
              <a:ext cx="145440" cy="145440"/>
            </a:xfrm>
            <a:custGeom>
              <a:avLst/>
              <a:gdLst>
                <a:gd name="textAreaLeft" fmla="*/ 0 w 145440"/>
                <a:gd name="textAreaRight" fmla="*/ 145800 w 145440"/>
                <a:gd name="textAreaTop" fmla="*/ 0 h 145440"/>
                <a:gd name="textAreaBottom" fmla="*/ 145800 h 145440"/>
              </a:gdLst>
              <a:ahLst/>
              <a:cxnLst/>
              <a:rect l="textAreaLeft" t="textAreaTop" r="textAreaRight" b="textAreaBottom"/>
              <a:pathLst>
                <a:path w="368244" h="367995">
                  <a:moveTo>
                    <a:pt x="366273" y="12348"/>
                  </a:moveTo>
                  <a:cubicBezTo>
                    <a:pt x="372523" y="5472"/>
                    <a:pt x="362523" y="-3903"/>
                    <a:pt x="355647" y="1722"/>
                  </a:cubicBezTo>
                  <a:cubicBezTo>
                    <a:pt x="148759" y="179858"/>
                    <a:pt x="30002" y="279240"/>
                    <a:pt x="0" y="367995"/>
                  </a:cubicBezTo>
                  <a:cubicBezTo>
                    <a:pt x="88755" y="337368"/>
                    <a:pt x="188137" y="219236"/>
                    <a:pt x="366273" y="12348"/>
                  </a:cubicBezTo>
                  <a:close/>
                </a:path>
              </a:pathLst>
            </a:custGeom>
            <a:solidFill>
              <a:schemeClr val="dk1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220" name="Google Shape;35;p3"/>
            <p:cNvSpPr/>
            <p:nvPr/>
          </p:nvSpPr>
          <p:spPr>
            <a:xfrm>
              <a:off x="8406000" y="1034280"/>
              <a:ext cx="49680" cy="49680"/>
            </a:xfrm>
            <a:custGeom>
              <a:avLst/>
              <a:gdLst>
                <a:gd name="textAreaLeft" fmla="*/ 0 w 49680"/>
                <a:gd name="textAreaRight" fmla="*/ 50040 w 49680"/>
                <a:gd name="textAreaTop" fmla="*/ 0 h 49680"/>
                <a:gd name="textAreaBottom" fmla="*/ 50040 h 49680"/>
              </a:gdLst>
              <a:ahLst/>
              <a:cxnLst/>
              <a:rect l="textAreaLeft" t="textAreaTop" r="textAreaRight" b="textAreaBottom"/>
              <a:pathLst>
                <a:path w="126258" h="126258">
                  <a:moveTo>
                    <a:pt x="108132" y="18126"/>
                  </a:moveTo>
                  <a:cubicBezTo>
                    <a:pt x="98131" y="21251"/>
                    <a:pt x="88756" y="23751"/>
                    <a:pt x="78755" y="25002"/>
                  </a:cubicBezTo>
                  <a:cubicBezTo>
                    <a:pt x="73130" y="17501"/>
                    <a:pt x="67504" y="9376"/>
                    <a:pt x="63129" y="0"/>
                  </a:cubicBezTo>
                  <a:cubicBezTo>
                    <a:pt x="58753" y="9376"/>
                    <a:pt x="53753" y="17501"/>
                    <a:pt x="47503" y="25002"/>
                  </a:cubicBezTo>
                  <a:cubicBezTo>
                    <a:pt x="38127" y="23751"/>
                    <a:pt x="28127" y="21251"/>
                    <a:pt x="18126" y="18126"/>
                  </a:cubicBezTo>
                  <a:cubicBezTo>
                    <a:pt x="21251" y="28127"/>
                    <a:pt x="23751" y="37502"/>
                    <a:pt x="25002" y="47503"/>
                  </a:cubicBezTo>
                  <a:cubicBezTo>
                    <a:pt x="17501" y="53128"/>
                    <a:pt x="9376" y="58754"/>
                    <a:pt x="0" y="63129"/>
                  </a:cubicBezTo>
                  <a:cubicBezTo>
                    <a:pt x="9376" y="67504"/>
                    <a:pt x="17501" y="72504"/>
                    <a:pt x="25002" y="78755"/>
                  </a:cubicBezTo>
                  <a:cubicBezTo>
                    <a:pt x="23751" y="88130"/>
                    <a:pt x="21251" y="98131"/>
                    <a:pt x="18126" y="108132"/>
                  </a:cubicBezTo>
                  <a:cubicBezTo>
                    <a:pt x="28127" y="105007"/>
                    <a:pt x="37502" y="102507"/>
                    <a:pt x="47503" y="101256"/>
                  </a:cubicBezTo>
                  <a:cubicBezTo>
                    <a:pt x="53128" y="108757"/>
                    <a:pt x="58753" y="116882"/>
                    <a:pt x="63129" y="126258"/>
                  </a:cubicBezTo>
                  <a:cubicBezTo>
                    <a:pt x="67504" y="116882"/>
                    <a:pt x="72504" y="108757"/>
                    <a:pt x="78755" y="101256"/>
                  </a:cubicBezTo>
                  <a:cubicBezTo>
                    <a:pt x="88130" y="102507"/>
                    <a:pt x="98131" y="105007"/>
                    <a:pt x="108132" y="108132"/>
                  </a:cubicBezTo>
                  <a:cubicBezTo>
                    <a:pt x="105007" y="98131"/>
                    <a:pt x="102506" y="88756"/>
                    <a:pt x="101256" y="78755"/>
                  </a:cubicBezTo>
                  <a:cubicBezTo>
                    <a:pt x="108757" y="73130"/>
                    <a:pt x="116882" y="67504"/>
                    <a:pt x="126258" y="63129"/>
                  </a:cubicBezTo>
                  <a:cubicBezTo>
                    <a:pt x="116882" y="58754"/>
                    <a:pt x="108757" y="53753"/>
                    <a:pt x="101256" y="47503"/>
                  </a:cubicBezTo>
                  <a:cubicBezTo>
                    <a:pt x="101881" y="37502"/>
                    <a:pt x="104382" y="27502"/>
                    <a:pt x="108132" y="18126"/>
                  </a:cubicBezTo>
                  <a:close/>
                </a:path>
              </a:pathLst>
            </a:custGeom>
            <a:solidFill>
              <a:schemeClr val="dk1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24840" bIns="2484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221" name="Google Shape;36;p3"/>
            <p:cNvSpPr/>
            <p:nvPr/>
          </p:nvSpPr>
          <p:spPr>
            <a:xfrm>
              <a:off x="8448480" y="1076400"/>
              <a:ext cx="145080" cy="145440"/>
            </a:xfrm>
            <a:custGeom>
              <a:avLst/>
              <a:gdLst>
                <a:gd name="textAreaLeft" fmla="*/ 0 w 145080"/>
                <a:gd name="textAreaRight" fmla="*/ 145440 w 145080"/>
                <a:gd name="textAreaTop" fmla="*/ 0 h 145440"/>
                <a:gd name="textAreaBottom" fmla="*/ 145800 h 145440"/>
              </a:gdLst>
              <a:ahLst/>
              <a:cxnLst/>
              <a:rect l="textAreaLeft" t="textAreaTop" r="textAreaRight" b="textAreaBottom"/>
              <a:pathLst>
                <a:path w="367994" h="368245">
                  <a:moveTo>
                    <a:pt x="355647" y="366273"/>
                  </a:moveTo>
                  <a:cubicBezTo>
                    <a:pt x="362523" y="372524"/>
                    <a:pt x="371898" y="362523"/>
                    <a:pt x="366273" y="355648"/>
                  </a:cubicBezTo>
                  <a:cubicBezTo>
                    <a:pt x="188137" y="148760"/>
                    <a:pt x="88755" y="30002"/>
                    <a:pt x="0" y="0"/>
                  </a:cubicBezTo>
                  <a:cubicBezTo>
                    <a:pt x="30627" y="88131"/>
                    <a:pt x="148759" y="188137"/>
                    <a:pt x="355647" y="366273"/>
                  </a:cubicBezTo>
                  <a:close/>
                </a:path>
              </a:pathLst>
            </a:custGeom>
            <a:solidFill>
              <a:schemeClr val="dk1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222" name="Google Shape;37;p3"/>
            <p:cNvSpPr/>
            <p:nvPr/>
          </p:nvSpPr>
          <p:spPr>
            <a:xfrm>
              <a:off x="8267400" y="1076400"/>
              <a:ext cx="145440" cy="145440"/>
            </a:xfrm>
            <a:custGeom>
              <a:avLst/>
              <a:gdLst>
                <a:gd name="textAreaLeft" fmla="*/ 0 w 145440"/>
                <a:gd name="textAreaRight" fmla="*/ 145800 w 145440"/>
                <a:gd name="textAreaTop" fmla="*/ 0 h 145440"/>
                <a:gd name="textAreaBottom" fmla="*/ 145800 h 145440"/>
              </a:gdLst>
              <a:ahLst/>
              <a:cxnLst/>
              <a:rect l="textAreaLeft" t="textAreaTop" r="textAreaRight" b="textAreaBottom"/>
              <a:pathLst>
                <a:path w="368245" h="367995">
                  <a:moveTo>
                    <a:pt x="1972" y="355648"/>
                  </a:moveTo>
                  <a:cubicBezTo>
                    <a:pt x="-4278" y="362523"/>
                    <a:pt x="5722" y="371898"/>
                    <a:pt x="12598" y="366273"/>
                  </a:cubicBezTo>
                  <a:cubicBezTo>
                    <a:pt x="219486" y="188137"/>
                    <a:pt x="338243" y="88756"/>
                    <a:pt x="368245" y="0"/>
                  </a:cubicBezTo>
                  <a:cubicBezTo>
                    <a:pt x="280114" y="30002"/>
                    <a:pt x="180108" y="148760"/>
                    <a:pt x="1972" y="355648"/>
                  </a:cubicBezTo>
                  <a:close/>
                </a:path>
              </a:pathLst>
            </a:custGeom>
            <a:solidFill>
              <a:schemeClr val="dk1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223" name="Google Shape;38;p3"/>
            <p:cNvSpPr/>
            <p:nvPr/>
          </p:nvSpPr>
          <p:spPr>
            <a:xfrm>
              <a:off x="8267760" y="895680"/>
              <a:ext cx="145440" cy="145440"/>
            </a:xfrm>
            <a:custGeom>
              <a:avLst/>
              <a:gdLst>
                <a:gd name="textAreaLeft" fmla="*/ 0 w 145440"/>
                <a:gd name="textAreaRight" fmla="*/ 145800 w 145440"/>
                <a:gd name="textAreaTop" fmla="*/ 0 h 145440"/>
                <a:gd name="textAreaBottom" fmla="*/ 145800 h 145440"/>
              </a:gdLst>
              <a:ahLst/>
              <a:cxnLst/>
              <a:rect l="textAreaLeft" t="textAreaTop" r="textAreaRight" b="textAreaBottom"/>
              <a:pathLst>
                <a:path w="367995" h="368245">
                  <a:moveTo>
                    <a:pt x="12348" y="1972"/>
                  </a:moveTo>
                  <a:cubicBezTo>
                    <a:pt x="5472" y="-4278"/>
                    <a:pt x="-3903" y="5722"/>
                    <a:pt x="1722" y="12598"/>
                  </a:cubicBezTo>
                  <a:cubicBezTo>
                    <a:pt x="179858" y="219486"/>
                    <a:pt x="279240" y="338243"/>
                    <a:pt x="367995" y="368245"/>
                  </a:cubicBezTo>
                  <a:cubicBezTo>
                    <a:pt x="337993" y="279490"/>
                    <a:pt x="219861" y="180108"/>
                    <a:pt x="12348" y="1972"/>
                  </a:cubicBezTo>
                  <a:close/>
                </a:path>
              </a:pathLst>
            </a:custGeom>
            <a:solidFill>
              <a:schemeClr val="dk1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</p:grpSp>
      <p:grpSp>
        <p:nvGrpSpPr>
          <p:cNvPr id="224" name="Google Shape;39;p3"/>
          <p:cNvGrpSpPr/>
          <p:nvPr/>
        </p:nvGrpSpPr>
        <p:grpSpPr>
          <a:xfrm>
            <a:off x="7635240" y="352080"/>
            <a:ext cx="374760" cy="374760"/>
            <a:chOff x="7635240" y="352080"/>
            <a:chExt cx="374760" cy="374760"/>
          </a:xfrm>
        </p:grpSpPr>
        <p:sp>
          <p:nvSpPr>
            <p:cNvPr id="225" name="Google Shape;40;p3"/>
            <p:cNvSpPr/>
            <p:nvPr/>
          </p:nvSpPr>
          <p:spPr>
            <a:xfrm>
              <a:off x="7842960" y="530640"/>
              <a:ext cx="167040" cy="16920"/>
            </a:xfrm>
            <a:custGeom>
              <a:avLst/>
              <a:gdLst>
                <a:gd name="textAreaLeft" fmla="*/ 0 w 167040"/>
                <a:gd name="textAreaRight" fmla="*/ 167400 w 167040"/>
                <a:gd name="textAreaTop" fmla="*/ 0 h 16920"/>
                <a:gd name="textAreaBottom" fmla="*/ 17280 h 16920"/>
              </a:gdLst>
              <a:ahLst/>
              <a:cxnLst/>
              <a:rect l="textAreaLeft" t="textAreaTop" r="textAreaRight" b="textAreaBottom"/>
              <a:pathLst>
                <a:path w="517688" h="54004">
                  <a:moveTo>
                    <a:pt x="510657" y="19502"/>
                  </a:moveTo>
                  <a:cubicBezTo>
                    <a:pt x="238140" y="-1125"/>
                    <a:pt x="83755" y="-14250"/>
                    <a:pt x="0" y="27002"/>
                  </a:cubicBezTo>
                  <a:cubicBezTo>
                    <a:pt x="83755" y="68255"/>
                    <a:pt x="238140" y="55129"/>
                    <a:pt x="510657" y="34503"/>
                  </a:cubicBezTo>
                  <a:cubicBezTo>
                    <a:pt x="520033" y="33877"/>
                    <a:pt x="520033" y="20127"/>
                    <a:pt x="510657" y="19502"/>
                  </a:cubicBezTo>
                  <a:close/>
                </a:path>
              </a:pathLst>
            </a:custGeom>
            <a:solidFill>
              <a:schemeClr val="dk1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8640" bIns="864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226" name="Google Shape;41;p3"/>
            <p:cNvSpPr/>
            <p:nvPr/>
          </p:nvSpPr>
          <p:spPr>
            <a:xfrm>
              <a:off x="7814160" y="559800"/>
              <a:ext cx="16920" cy="167040"/>
            </a:xfrm>
            <a:custGeom>
              <a:avLst/>
              <a:gdLst>
                <a:gd name="textAreaLeft" fmla="*/ 0 w 16920"/>
                <a:gd name="textAreaRight" fmla="*/ 17280 w 16920"/>
                <a:gd name="textAreaTop" fmla="*/ 0 h 167040"/>
                <a:gd name="textAreaBottom" fmla="*/ 167400 h 167040"/>
              </a:gdLst>
              <a:ahLst/>
              <a:cxnLst/>
              <a:rect l="textAreaLeft" t="textAreaTop" r="textAreaRight" b="textAreaBottom"/>
              <a:pathLst>
                <a:path w="53781" h="517688">
                  <a:moveTo>
                    <a:pt x="19279" y="510657"/>
                  </a:moveTo>
                  <a:cubicBezTo>
                    <a:pt x="19904" y="520033"/>
                    <a:pt x="33655" y="520033"/>
                    <a:pt x="34280" y="510657"/>
                  </a:cubicBezTo>
                  <a:cubicBezTo>
                    <a:pt x="54906" y="238140"/>
                    <a:pt x="68032" y="83755"/>
                    <a:pt x="26779" y="0"/>
                  </a:cubicBezTo>
                  <a:cubicBezTo>
                    <a:pt x="-14473" y="83755"/>
                    <a:pt x="-722" y="238140"/>
                    <a:pt x="19279" y="510657"/>
                  </a:cubicBezTo>
                  <a:close/>
                </a:path>
              </a:pathLst>
            </a:custGeom>
            <a:solidFill>
              <a:schemeClr val="dk1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227" name="Google Shape;42;p3"/>
            <p:cNvSpPr/>
            <p:nvPr/>
          </p:nvSpPr>
          <p:spPr>
            <a:xfrm>
              <a:off x="7635240" y="530640"/>
              <a:ext cx="167040" cy="16920"/>
            </a:xfrm>
            <a:custGeom>
              <a:avLst/>
              <a:gdLst>
                <a:gd name="textAreaLeft" fmla="*/ 0 w 167040"/>
                <a:gd name="textAreaRight" fmla="*/ 167400 w 167040"/>
                <a:gd name="textAreaTop" fmla="*/ 0 h 16920"/>
                <a:gd name="textAreaBottom" fmla="*/ 17280 h 16920"/>
              </a:gdLst>
              <a:ahLst/>
              <a:cxnLst/>
              <a:rect l="textAreaLeft" t="textAreaTop" r="textAreaRight" b="textAreaBottom"/>
              <a:pathLst>
                <a:path w="517688" h="54004">
                  <a:moveTo>
                    <a:pt x="7032" y="19502"/>
                  </a:moveTo>
                  <a:cubicBezTo>
                    <a:pt x="-2344" y="20127"/>
                    <a:pt x="-2344" y="33877"/>
                    <a:pt x="7032" y="34503"/>
                  </a:cubicBezTo>
                  <a:cubicBezTo>
                    <a:pt x="279549" y="55129"/>
                    <a:pt x="433934" y="68255"/>
                    <a:pt x="517689" y="27002"/>
                  </a:cubicBezTo>
                  <a:cubicBezTo>
                    <a:pt x="433934" y="-14250"/>
                    <a:pt x="280174" y="-1125"/>
                    <a:pt x="7032" y="19502"/>
                  </a:cubicBezTo>
                  <a:close/>
                </a:path>
              </a:pathLst>
            </a:custGeom>
            <a:solidFill>
              <a:schemeClr val="dk1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8640" bIns="864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228" name="Google Shape;43;p3"/>
            <p:cNvSpPr/>
            <p:nvPr/>
          </p:nvSpPr>
          <p:spPr>
            <a:xfrm>
              <a:off x="7814160" y="352080"/>
              <a:ext cx="16920" cy="167040"/>
            </a:xfrm>
            <a:custGeom>
              <a:avLst/>
              <a:gdLst>
                <a:gd name="textAreaLeft" fmla="*/ 0 w 16920"/>
                <a:gd name="textAreaRight" fmla="*/ 17280 w 16920"/>
                <a:gd name="textAreaTop" fmla="*/ 0 h 167040"/>
                <a:gd name="textAreaBottom" fmla="*/ 167400 h 167040"/>
              </a:gdLst>
              <a:ahLst/>
              <a:cxnLst/>
              <a:rect l="textAreaLeft" t="textAreaTop" r="textAreaRight" b="textAreaBottom"/>
              <a:pathLst>
                <a:path w="54004" h="517688">
                  <a:moveTo>
                    <a:pt x="34503" y="7032"/>
                  </a:moveTo>
                  <a:cubicBezTo>
                    <a:pt x="33878" y="-2344"/>
                    <a:pt x="20127" y="-2344"/>
                    <a:pt x="19502" y="7032"/>
                  </a:cubicBezTo>
                  <a:cubicBezTo>
                    <a:pt x="-1125" y="279549"/>
                    <a:pt x="-14250" y="433933"/>
                    <a:pt x="27002" y="517689"/>
                  </a:cubicBezTo>
                  <a:cubicBezTo>
                    <a:pt x="68255" y="433933"/>
                    <a:pt x="55129" y="279549"/>
                    <a:pt x="34503" y="7032"/>
                  </a:cubicBezTo>
                  <a:close/>
                </a:path>
              </a:pathLst>
            </a:custGeom>
            <a:solidFill>
              <a:schemeClr val="dk1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229" name="Google Shape;44;p3"/>
            <p:cNvSpPr/>
            <p:nvPr/>
          </p:nvSpPr>
          <p:spPr>
            <a:xfrm>
              <a:off x="7837200" y="406080"/>
              <a:ext cx="118440" cy="118440"/>
            </a:xfrm>
            <a:custGeom>
              <a:avLst/>
              <a:gdLst>
                <a:gd name="textAreaLeft" fmla="*/ 0 w 118440"/>
                <a:gd name="textAreaRight" fmla="*/ 118800 w 118440"/>
                <a:gd name="textAreaTop" fmla="*/ 0 h 118440"/>
                <a:gd name="textAreaBottom" fmla="*/ 118800 h 118440"/>
              </a:gdLst>
              <a:ahLst/>
              <a:cxnLst/>
              <a:rect l="textAreaLeft" t="textAreaTop" r="textAreaRight" b="textAreaBottom"/>
              <a:pathLst>
                <a:path w="368244" h="367995">
                  <a:moveTo>
                    <a:pt x="366273" y="12348"/>
                  </a:moveTo>
                  <a:cubicBezTo>
                    <a:pt x="372523" y="5472"/>
                    <a:pt x="362523" y="-3903"/>
                    <a:pt x="355647" y="1722"/>
                  </a:cubicBezTo>
                  <a:cubicBezTo>
                    <a:pt x="148759" y="179858"/>
                    <a:pt x="30002" y="279240"/>
                    <a:pt x="0" y="367995"/>
                  </a:cubicBezTo>
                  <a:cubicBezTo>
                    <a:pt x="88755" y="337368"/>
                    <a:pt x="188137" y="219236"/>
                    <a:pt x="366273" y="12348"/>
                  </a:cubicBezTo>
                  <a:close/>
                </a:path>
              </a:pathLst>
            </a:custGeom>
            <a:solidFill>
              <a:schemeClr val="dk1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230" name="Google Shape;45;p3"/>
            <p:cNvSpPr/>
            <p:nvPr/>
          </p:nvSpPr>
          <p:spPr>
            <a:xfrm>
              <a:off x="7802280" y="519480"/>
              <a:ext cx="40320" cy="40320"/>
            </a:xfrm>
            <a:custGeom>
              <a:avLst/>
              <a:gdLst>
                <a:gd name="textAreaLeft" fmla="*/ 0 w 40320"/>
                <a:gd name="textAreaRight" fmla="*/ 40680 w 40320"/>
                <a:gd name="textAreaTop" fmla="*/ 0 h 40320"/>
                <a:gd name="textAreaBottom" fmla="*/ 40680 h 40320"/>
              </a:gdLst>
              <a:ahLst/>
              <a:cxnLst/>
              <a:rect l="textAreaLeft" t="textAreaTop" r="textAreaRight" b="textAreaBottom"/>
              <a:pathLst>
                <a:path w="126258" h="126258">
                  <a:moveTo>
                    <a:pt x="108132" y="18126"/>
                  </a:moveTo>
                  <a:cubicBezTo>
                    <a:pt x="98131" y="21251"/>
                    <a:pt x="88756" y="23751"/>
                    <a:pt x="78755" y="25002"/>
                  </a:cubicBezTo>
                  <a:cubicBezTo>
                    <a:pt x="73130" y="17501"/>
                    <a:pt x="67504" y="9376"/>
                    <a:pt x="63129" y="0"/>
                  </a:cubicBezTo>
                  <a:cubicBezTo>
                    <a:pt x="58753" y="9376"/>
                    <a:pt x="53753" y="17501"/>
                    <a:pt x="47503" y="25002"/>
                  </a:cubicBezTo>
                  <a:cubicBezTo>
                    <a:pt x="38127" y="23751"/>
                    <a:pt x="28127" y="21251"/>
                    <a:pt x="18126" y="18126"/>
                  </a:cubicBezTo>
                  <a:cubicBezTo>
                    <a:pt x="21251" y="28127"/>
                    <a:pt x="23751" y="37502"/>
                    <a:pt x="25002" y="47503"/>
                  </a:cubicBezTo>
                  <a:cubicBezTo>
                    <a:pt x="17501" y="53128"/>
                    <a:pt x="9376" y="58754"/>
                    <a:pt x="0" y="63129"/>
                  </a:cubicBezTo>
                  <a:cubicBezTo>
                    <a:pt x="9376" y="67504"/>
                    <a:pt x="17501" y="72504"/>
                    <a:pt x="25002" y="78755"/>
                  </a:cubicBezTo>
                  <a:cubicBezTo>
                    <a:pt x="23751" y="88130"/>
                    <a:pt x="21251" y="98131"/>
                    <a:pt x="18126" y="108132"/>
                  </a:cubicBezTo>
                  <a:cubicBezTo>
                    <a:pt x="28127" y="105007"/>
                    <a:pt x="37502" y="102507"/>
                    <a:pt x="47503" y="101256"/>
                  </a:cubicBezTo>
                  <a:cubicBezTo>
                    <a:pt x="53128" y="108757"/>
                    <a:pt x="58753" y="116882"/>
                    <a:pt x="63129" y="126258"/>
                  </a:cubicBezTo>
                  <a:cubicBezTo>
                    <a:pt x="67504" y="116882"/>
                    <a:pt x="72504" y="108757"/>
                    <a:pt x="78755" y="101256"/>
                  </a:cubicBezTo>
                  <a:cubicBezTo>
                    <a:pt x="88130" y="102507"/>
                    <a:pt x="98131" y="105007"/>
                    <a:pt x="108132" y="108132"/>
                  </a:cubicBezTo>
                  <a:cubicBezTo>
                    <a:pt x="105007" y="98131"/>
                    <a:pt x="102506" y="88756"/>
                    <a:pt x="101256" y="78755"/>
                  </a:cubicBezTo>
                  <a:cubicBezTo>
                    <a:pt x="108757" y="73130"/>
                    <a:pt x="116882" y="67504"/>
                    <a:pt x="126258" y="63129"/>
                  </a:cubicBezTo>
                  <a:cubicBezTo>
                    <a:pt x="116882" y="58754"/>
                    <a:pt x="108757" y="53753"/>
                    <a:pt x="101256" y="47503"/>
                  </a:cubicBezTo>
                  <a:cubicBezTo>
                    <a:pt x="101881" y="37502"/>
                    <a:pt x="104382" y="27502"/>
                    <a:pt x="108132" y="18126"/>
                  </a:cubicBezTo>
                  <a:close/>
                </a:path>
              </a:pathLst>
            </a:custGeom>
            <a:solidFill>
              <a:schemeClr val="dk1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20160" bIns="2016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231" name="Google Shape;46;p3"/>
            <p:cNvSpPr/>
            <p:nvPr/>
          </p:nvSpPr>
          <p:spPr>
            <a:xfrm>
              <a:off x="7837200" y="554040"/>
              <a:ext cx="118440" cy="118440"/>
            </a:xfrm>
            <a:custGeom>
              <a:avLst/>
              <a:gdLst>
                <a:gd name="textAreaLeft" fmla="*/ 0 w 118440"/>
                <a:gd name="textAreaRight" fmla="*/ 118800 w 118440"/>
                <a:gd name="textAreaTop" fmla="*/ 0 h 118440"/>
                <a:gd name="textAreaBottom" fmla="*/ 118800 h 118440"/>
              </a:gdLst>
              <a:ahLst/>
              <a:cxnLst/>
              <a:rect l="textAreaLeft" t="textAreaTop" r="textAreaRight" b="textAreaBottom"/>
              <a:pathLst>
                <a:path w="367994" h="368245">
                  <a:moveTo>
                    <a:pt x="355647" y="366273"/>
                  </a:moveTo>
                  <a:cubicBezTo>
                    <a:pt x="362523" y="372524"/>
                    <a:pt x="371898" y="362523"/>
                    <a:pt x="366273" y="355648"/>
                  </a:cubicBezTo>
                  <a:cubicBezTo>
                    <a:pt x="188137" y="148760"/>
                    <a:pt x="88755" y="30002"/>
                    <a:pt x="0" y="0"/>
                  </a:cubicBezTo>
                  <a:cubicBezTo>
                    <a:pt x="30627" y="88131"/>
                    <a:pt x="148759" y="188137"/>
                    <a:pt x="355647" y="366273"/>
                  </a:cubicBezTo>
                  <a:close/>
                </a:path>
              </a:pathLst>
            </a:custGeom>
            <a:solidFill>
              <a:schemeClr val="dk1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232" name="Google Shape;47;p3"/>
            <p:cNvSpPr/>
            <p:nvPr/>
          </p:nvSpPr>
          <p:spPr>
            <a:xfrm>
              <a:off x="7689600" y="554040"/>
              <a:ext cx="118440" cy="118440"/>
            </a:xfrm>
            <a:custGeom>
              <a:avLst/>
              <a:gdLst>
                <a:gd name="textAreaLeft" fmla="*/ 0 w 118440"/>
                <a:gd name="textAreaRight" fmla="*/ 118800 w 118440"/>
                <a:gd name="textAreaTop" fmla="*/ 0 h 118440"/>
                <a:gd name="textAreaBottom" fmla="*/ 118800 h 118440"/>
              </a:gdLst>
              <a:ahLst/>
              <a:cxnLst/>
              <a:rect l="textAreaLeft" t="textAreaTop" r="textAreaRight" b="textAreaBottom"/>
              <a:pathLst>
                <a:path w="368245" h="367995">
                  <a:moveTo>
                    <a:pt x="1972" y="355648"/>
                  </a:moveTo>
                  <a:cubicBezTo>
                    <a:pt x="-4278" y="362523"/>
                    <a:pt x="5722" y="371898"/>
                    <a:pt x="12598" y="366273"/>
                  </a:cubicBezTo>
                  <a:cubicBezTo>
                    <a:pt x="219486" y="188137"/>
                    <a:pt x="338243" y="88756"/>
                    <a:pt x="368245" y="0"/>
                  </a:cubicBezTo>
                  <a:cubicBezTo>
                    <a:pt x="280114" y="30002"/>
                    <a:pt x="180108" y="148760"/>
                    <a:pt x="1972" y="355648"/>
                  </a:cubicBezTo>
                  <a:close/>
                </a:path>
              </a:pathLst>
            </a:custGeom>
            <a:solidFill>
              <a:schemeClr val="dk1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233" name="Google Shape;48;p3"/>
            <p:cNvSpPr/>
            <p:nvPr/>
          </p:nvSpPr>
          <p:spPr>
            <a:xfrm>
              <a:off x="7689600" y="406080"/>
              <a:ext cx="118440" cy="118440"/>
            </a:xfrm>
            <a:custGeom>
              <a:avLst/>
              <a:gdLst>
                <a:gd name="textAreaLeft" fmla="*/ 0 w 118440"/>
                <a:gd name="textAreaRight" fmla="*/ 118800 w 118440"/>
                <a:gd name="textAreaTop" fmla="*/ 0 h 118440"/>
                <a:gd name="textAreaBottom" fmla="*/ 118800 h 118440"/>
              </a:gdLst>
              <a:ahLst/>
              <a:cxnLst/>
              <a:rect l="textAreaLeft" t="textAreaTop" r="textAreaRight" b="textAreaBottom"/>
              <a:pathLst>
                <a:path w="367995" h="368245">
                  <a:moveTo>
                    <a:pt x="12348" y="1972"/>
                  </a:moveTo>
                  <a:cubicBezTo>
                    <a:pt x="5472" y="-4278"/>
                    <a:pt x="-3903" y="5722"/>
                    <a:pt x="1722" y="12598"/>
                  </a:cubicBezTo>
                  <a:cubicBezTo>
                    <a:pt x="179858" y="219486"/>
                    <a:pt x="279240" y="338243"/>
                    <a:pt x="367995" y="368245"/>
                  </a:cubicBezTo>
                  <a:cubicBezTo>
                    <a:pt x="337993" y="279490"/>
                    <a:pt x="219861" y="180108"/>
                    <a:pt x="12348" y="1972"/>
                  </a:cubicBezTo>
                  <a:close/>
                </a:path>
              </a:pathLst>
            </a:custGeom>
            <a:solidFill>
              <a:schemeClr val="dk1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</p:grpSp>
      <p:grpSp>
        <p:nvGrpSpPr>
          <p:cNvPr id="234" name="Google Shape;49;p3"/>
          <p:cNvGrpSpPr/>
          <p:nvPr/>
        </p:nvGrpSpPr>
        <p:grpSpPr>
          <a:xfrm>
            <a:off x="-286200" y="3880800"/>
            <a:ext cx="2190960" cy="2190960"/>
            <a:chOff x="-286200" y="3880800"/>
            <a:chExt cx="2190960" cy="2190960"/>
          </a:xfrm>
        </p:grpSpPr>
        <p:sp>
          <p:nvSpPr>
            <p:cNvPr id="235" name="Google Shape;50;p3"/>
            <p:cNvSpPr/>
            <p:nvPr/>
          </p:nvSpPr>
          <p:spPr>
            <a:xfrm rot="1588200">
              <a:off x="-276120" y="4644360"/>
              <a:ext cx="1050840" cy="105480"/>
            </a:xfrm>
            <a:custGeom>
              <a:avLst/>
              <a:gdLst>
                <a:gd name="textAreaLeft" fmla="*/ 0 w 1050840"/>
                <a:gd name="textAreaRight" fmla="*/ 1051200 w 1050840"/>
                <a:gd name="textAreaTop" fmla="*/ 0 h 105480"/>
                <a:gd name="textAreaBottom" fmla="*/ 105840 h 105480"/>
              </a:gdLst>
              <a:ahLst/>
              <a:cxnLst/>
              <a:rect l="textAreaLeft" t="textAreaTop" r="textAreaRight" b="textAreaBottom"/>
              <a:pathLst>
                <a:path w="1575723" h="158763">
                  <a:moveTo>
                    <a:pt x="1099444" y="158764"/>
                  </a:moveTo>
                  <a:cubicBezTo>
                    <a:pt x="888806" y="158764"/>
                    <a:pt x="617539" y="138137"/>
                    <a:pt x="266891" y="111886"/>
                  </a:cubicBezTo>
                  <a:cubicBezTo>
                    <a:pt x="186262" y="105635"/>
                    <a:pt x="101881" y="99385"/>
                    <a:pt x="12501" y="93135"/>
                  </a:cubicBezTo>
                  <a:cubicBezTo>
                    <a:pt x="5000" y="92510"/>
                    <a:pt x="0" y="86884"/>
                    <a:pt x="0" y="79384"/>
                  </a:cubicBezTo>
                  <a:cubicBezTo>
                    <a:pt x="0" y="71883"/>
                    <a:pt x="5000" y="66258"/>
                    <a:pt x="12501" y="65633"/>
                  </a:cubicBezTo>
                  <a:cubicBezTo>
                    <a:pt x="101256" y="59382"/>
                    <a:pt x="186262" y="52507"/>
                    <a:pt x="266891" y="46882"/>
                  </a:cubicBezTo>
                  <a:cubicBezTo>
                    <a:pt x="961936" y="-5622"/>
                    <a:pt x="1344459" y="-34374"/>
                    <a:pt x="1562598" y="73133"/>
                  </a:cubicBezTo>
                  <a:lnTo>
                    <a:pt x="1575724" y="79384"/>
                  </a:lnTo>
                  <a:lnTo>
                    <a:pt x="1562598" y="85634"/>
                  </a:lnTo>
                  <a:cubicBezTo>
                    <a:pt x="1454466" y="138762"/>
                    <a:pt x="1306332" y="158764"/>
                    <a:pt x="1099444" y="158764"/>
                  </a:cubicBezTo>
                  <a:close/>
                  <a:moveTo>
                    <a:pt x="23751" y="79384"/>
                  </a:moveTo>
                  <a:cubicBezTo>
                    <a:pt x="108757" y="85634"/>
                    <a:pt x="190012" y="91884"/>
                    <a:pt x="268142" y="97510"/>
                  </a:cubicBezTo>
                  <a:cubicBezTo>
                    <a:pt x="946310" y="148763"/>
                    <a:pt x="1326333" y="177515"/>
                    <a:pt x="1543222" y="79384"/>
                  </a:cubicBezTo>
                  <a:cubicBezTo>
                    <a:pt x="1326333" y="-18748"/>
                    <a:pt x="946935" y="10004"/>
                    <a:pt x="268767" y="61258"/>
                  </a:cubicBezTo>
                  <a:cubicBezTo>
                    <a:pt x="190637" y="66883"/>
                    <a:pt x="109382" y="73133"/>
                    <a:pt x="23751" y="79384"/>
                  </a:cubicBezTo>
                  <a:close/>
                </a:path>
              </a:pathLst>
            </a:custGeom>
            <a:solidFill>
              <a:srgbClr val="efefef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236" name="Google Shape;51;p3"/>
            <p:cNvSpPr/>
            <p:nvPr/>
          </p:nvSpPr>
          <p:spPr>
            <a:xfrm rot="1588200">
              <a:off x="1035720" y="3889800"/>
              <a:ext cx="105480" cy="1050840"/>
            </a:xfrm>
            <a:custGeom>
              <a:avLst/>
              <a:gdLst>
                <a:gd name="textAreaLeft" fmla="*/ 0 w 105480"/>
                <a:gd name="textAreaRight" fmla="*/ 105840 w 105480"/>
                <a:gd name="textAreaTop" fmla="*/ 0 h 1050840"/>
                <a:gd name="textAreaBottom" fmla="*/ 1051200 h 1050840"/>
              </a:gdLst>
              <a:ahLst/>
              <a:cxnLst/>
              <a:rect l="textAreaLeft" t="textAreaTop" r="textAreaRight" b="textAreaBottom"/>
              <a:pathLst>
                <a:path w="158767" h="1575723">
                  <a:moveTo>
                    <a:pt x="79383" y="1575724"/>
                  </a:moveTo>
                  <a:lnTo>
                    <a:pt x="73133" y="1562598"/>
                  </a:lnTo>
                  <a:cubicBezTo>
                    <a:pt x="-34373" y="1344459"/>
                    <a:pt x="-5622" y="961935"/>
                    <a:pt x="46882" y="266892"/>
                  </a:cubicBezTo>
                  <a:cubicBezTo>
                    <a:pt x="53132" y="186262"/>
                    <a:pt x="59382" y="101256"/>
                    <a:pt x="65633" y="12501"/>
                  </a:cubicBezTo>
                  <a:lnTo>
                    <a:pt x="65633" y="12501"/>
                  </a:lnTo>
                  <a:cubicBezTo>
                    <a:pt x="66258" y="5000"/>
                    <a:pt x="71883" y="0"/>
                    <a:pt x="79383" y="0"/>
                  </a:cubicBezTo>
                  <a:cubicBezTo>
                    <a:pt x="79383" y="0"/>
                    <a:pt x="79383" y="0"/>
                    <a:pt x="79383" y="0"/>
                  </a:cubicBezTo>
                  <a:cubicBezTo>
                    <a:pt x="86884" y="0"/>
                    <a:pt x="92509" y="5000"/>
                    <a:pt x="93135" y="12501"/>
                  </a:cubicBezTo>
                  <a:cubicBezTo>
                    <a:pt x="99385" y="101881"/>
                    <a:pt x="106260" y="186262"/>
                    <a:pt x="111886" y="266892"/>
                  </a:cubicBezTo>
                  <a:cubicBezTo>
                    <a:pt x="164389" y="961935"/>
                    <a:pt x="193141" y="1344459"/>
                    <a:pt x="85634" y="1561973"/>
                  </a:cubicBezTo>
                  <a:lnTo>
                    <a:pt x="79383" y="1575724"/>
                  </a:lnTo>
                  <a:close/>
                  <a:moveTo>
                    <a:pt x="79383" y="24377"/>
                  </a:moveTo>
                  <a:cubicBezTo>
                    <a:pt x="73133" y="110007"/>
                    <a:pt x="66883" y="191262"/>
                    <a:pt x="61257" y="268767"/>
                  </a:cubicBezTo>
                  <a:cubicBezTo>
                    <a:pt x="10004" y="946934"/>
                    <a:pt x="-18747" y="1326333"/>
                    <a:pt x="79383" y="1543222"/>
                  </a:cubicBezTo>
                  <a:cubicBezTo>
                    <a:pt x="177515" y="1326333"/>
                    <a:pt x="148763" y="946934"/>
                    <a:pt x="97510" y="268767"/>
                  </a:cubicBezTo>
                  <a:cubicBezTo>
                    <a:pt x="91884" y="191262"/>
                    <a:pt x="85634" y="109382"/>
                    <a:pt x="79383" y="24377"/>
                  </a:cubicBezTo>
                  <a:close/>
                </a:path>
              </a:pathLst>
            </a:custGeom>
            <a:solidFill>
              <a:srgbClr val="efefef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237" name="Google Shape;52;p3"/>
            <p:cNvSpPr/>
            <p:nvPr/>
          </p:nvSpPr>
          <p:spPr>
            <a:xfrm rot="1588200">
              <a:off x="477720" y="5011200"/>
              <a:ext cx="105480" cy="1050840"/>
            </a:xfrm>
            <a:custGeom>
              <a:avLst/>
              <a:gdLst>
                <a:gd name="textAreaLeft" fmla="*/ 0 w 105480"/>
                <a:gd name="textAreaRight" fmla="*/ 105840 w 105480"/>
                <a:gd name="textAreaTop" fmla="*/ 0 h 1050840"/>
                <a:gd name="textAreaBottom" fmla="*/ 1051200 h 1050840"/>
              </a:gdLst>
              <a:ahLst/>
              <a:cxnLst/>
              <a:rect l="textAreaLeft" t="textAreaTop" r="textAreaRight" b="textAreaBottom"/>
              <a:pathLst>
                <a:path w="158767" h="1575724">
                  <a:moveTo>
                    <a:pt x="79383" y="1575724"/>
                  </a:moveTo>
                  <a:cubicBezTo>
                    <a:pt x="71883" y="1575724"/>
                    <a:pt x="66258" y="1570724"/>
                    <a:pt x="65633" y="1563223"/>
                  </a:cubicBezTo>
                  <a:cubicBezTo>
                    <a:pt x="59382" y="1474468"/>
                    <a:pt x="52507" y="1389462"/>
                    <a:pt x="46882" y="1308832"/>
                  </a:cubicBezTo>
                  <a:cubicBezTo>
                    <a:pt x="-5622" y="613788"/>
                    <a:pt x="-34373" y="231265"/>
                    <a:pt x="73133" y="13126"/>
                  </a:cubicBezTo>
                  <a:lnTo>
                    <a:pt x="79383" y="0"/>
                  </a:lnTo>
                  <a:lnTo>
                    <a:pt x="85634" y="13126"/>
                  </a:lnTo>
                  <a:cubicBezTo>
                    <a:pt x="193141" y="231265"/>
                    <a:pt x="164389" y="613788"/>
                    <a:pt x="111886" y="1308207"/>
                  </a:cubicBezTo>
                  <a:cubicBezTo>
                    <a:pt x="105636" y="1388837"/>
                    <a:pt x="99385" y="1473843"/>
                    <a:pt x="93135" y="1563223"/>
                  </a:cubicBezTo>
                  <a:cubicBezTo>
                    <a:pt x="92509" y="1570724"/>
                    <a:pt x="86884" y="1575724"/>
                    <a:pt x="79383" y="1575724"/>
                  </a:cubicBezTo>
                  <a:cubicBezTo>
                    <a:pt x="79383" y="1575724"/>
                    <a:pt x="79383" y="1575724"/>
                    <a:pt x="79383" y="1575724"/>
                  </a:cubicBezTo>
                  <a:close/>
                  <a:moveTo>
                    <a:pt x="79383" y="33127"/>
                  </a:moveTo>
                  <a:cubicBezTo>
                    <a:pt x="-18747" y="250016"/>
                    <a:pt x="10004" y="630040"/>
                    <a:pt x="61257" y="1307582"/>
                  </a:cubicBezTo>
                  <a:cubicBezTo>
                    <a:pt x="66883" y="1385087"/>
                    <a:pt x="73133" y="1466342"/>
                    <a:pt x="79383" y="1551973"/>
                  </a:cubicBezTo>
                  <a:cubicBezTo>
                    <a:pt x="85634" y="1466342"/>
                    <a:pt x="91884" y="1385087"/>
                    <a:pt x="97510" y="1307582"/>
                  </a:cubicBezTo>
                  <a:cubicBezTo>
                    <a:pt x="148763" y="629414"/>
                    <a:pt x="177515" y="250016"/>
                    <a:pt x="79383" y="33127"/>
                  </a:cubicBezTo>
                  <a:close/>
                </a:path>
              </a:pathLst>
            </a:custGeom>
            <a:solidFill>
              <a:srgbClr val="efefef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238" name="Google Shape;53;p3"/>
            <p:cNvSpPr/>
            <p:nvPr/>
          </p:nvSpPr>
          <p:spPr>
            <a:xfrm rot="1588200">
              <a:off x="844560" y="5202720"/>
              <a:ext cx="1050840" cy="105480"/>
            </a:xfrm>
            <a:custGeom>
              <a:avLst/>
              <a:gdLst>
                <a:gd name="textAreaLeft" fmla="*/ 0 w 1050840"/>
                <a:gd name="textAreaRight" fmla="*/ 1051200 w 1050840"/>
                <a:gd name="textAreaTop" fmla="*/ 0 h 105480"/>
                <a:gd name="textAreaBottom" fmla="*/ 105840 h 105480"/>
              </a:gdLst>
              <a:ahLst/>
              <a:cxnLst/>
              <a:rect l="textAreaLeft" t="textAreaTop" r="textAreaRight" b="textAreaBottom"/>
              <a:pathLst>
                <a:path w="1575723" h="158763">
                  <a:moveTo>
                    <a:pt x="476280" y="158764"/>
                  </a:moveTo>
                  <a:cubicBezTo>
                    <a:pt x="269392" y="158764"/>
                    <a:pt x="120632" y="138762"/>
                    <a:pt x="13126" y="85634"/>
                  </a:cubicBezTo>
                  <a:lnTo>
                    <a:pt x="0" y="79384"/>
                  </a:lnTo>
                  <a:lnTo>
                    <a:pt x="13126" y="73133"/>
                  </a:lnTo>
                  <a:cubicBezTo>
                    <a:pt x="231265" y="-34374"/>
                    <a:pt x="613788" y="-5622"/>
                    <a:pt x="1308832" y="46882"/>
                  </a:cubicBezTo>
                  <a:cubicBezTo>
                    <a:pt x="1389462" y="53132"/>
                    <a:pt x="1474467" y="59382"/>
                    <a:pt x="1563223" y="65633"/>
                  </a:cubicBezTo>
                  <a:cubicBezTo>
                    <a:pt x="1570723" y="66258"/>
                    <a:pt x="1575724" y="71883"/>
                    <a:pt x="1575724" y="79384"/>
                  </a:cubicBezTo>
                  <a:cubicBezTo>
                    <a:pt x="1575724" y="86884"/>
                    <a:pt x="1570723" y="92510"/>
                    <a:pt x="1563223" y="93135"/>
                  </a:cubicBezTo>
                  <a:cubicBezTo>
                    <a:pt x="1474467" y="99385"/>
                    <a:pt x="1389462" y="106260"/>
                    <a:pt x="1308832" y="111886"/>
                  </a:cubicBezTo>
                  <a:cubicBezTo>
                    <a:pt x="958185" y="138137"/>
                    <a:pt x="686918" y="158764"/>
                    <a:pt x="476280" y="158764"/>
                  </a:cubicBezTo>
                  <a:close/>
                  <a:moveTo>
                    <a:pt x="33127" y="79384"/>
                  </a:moveTo>
                  <a:cubicBezTo>
                    <a:pt x="250016" y="177515"/>
                    <a:pt x="630039" y="148763"/>
                    <a:pt x="1308207" y="97510"/>
                  </a:cubicBezTo>
                  <a:cubicBezTo>
                    <a:pt x="1385712" y="91884"/>
                    <a:pt x="1466967" y="85634"/>
                    <a:pt x="1552597" y="79384"/>
                  </a:cubicBezTo>
                  <a:cubicBezTo>
                    <a:pt x="1466967" y="73133"/>
                    <a:pt x="1385712" y="66883"/>
                    <a:pt x="1308207" y="61258"/>
                  </a:cubicBezTo>
                  <a:cubicBezTo>
                    <a:pt x="629414" y="10004"/>
                    <a:pt x="249390" y="-18748"/>
                    <a:pt x="33127" y="79384"/>
                  </a:cubicBezTo>
                  <a:close/>
                </a:path>
              </a:pathLst>
            </a:custGeom>
            <a:solidFill>
              <a:srgbClr val="efefef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239" name="Google Shape;54;p3"/>
            <p:cNvSpPr/>
            <p:nvPr/>
          </p:nvSpPr>
          <p:spPr>
            <a:xfrm rot="1588200">
              <a:off x="-158760" y="4803120"/>
              <a:ext cx="745200" cy="745200"/>
            </a:xfrm>
            <a:custGeom>
              <a:avLst/>
              <a:gdLst>
                <a:gd name="textAreaLeft" fmla="*/ 0 w 745200"/>
                <a:gd name="textAreaRight" fmla="*/ 745560 w 745200"/>
                <a:gd name="textAreaTop" fmla="*/ 0 h 745200"/>
                <a:gd name="textAreaBottom" fmla="*/ 745560 h 745200"/>
              </a:gdLst>
              <a:ahLst/>
              <a:cxnLst/>
              <a:rect l="textAreaLeft" t="textAreaTop" r="textAreaRight" b="textAreaBottom"/>
              <a:pathLst>
                <a:path w="1117897" h="1117570">
                  <a:moveTo>
                    <a:pt x="13453" y="1117570"/>
                  </a:moveTo>
                  <a:cubicBezTo>
                    <a:pt x="10328" y="1117570"/>
                    <a:pt x="6578" y="1116320"/>
                    <a:pt x="4077" y="1113195"/>
                  </a:cubicBezTo>
                  <a:cubicBezTo>
                    <a:pt x="-923" y="1108195"/>
                    <a:pt x="-1548" y="1100069"/>
                    <a:pt x="3452" y="1095069"/>
                  </a:cubicBezTo>
                  <a:cubicBezTo>
                    <a:pt x="61581" y="1027565"/>
                    <a:pt x="117210" y="963185"/>
                    <a:pt x="169713" y="901932"/>
                  </a:cubicBezTo>
                  <a:cubicBezTo>
                    <a:pt x="624116" y="373773"/>
                    <a:pt x="874132" y="82505"/>
                    <a:pt x="1104147" y="4375"/>
                  </a:cubicBezTo>
                  <a:lnTo>
                    <a:pt x="1117897" y="0"/>
                  </a:lnTo>
                  <a:lnTo>
                    <a:pt x="1113522" y="13751"/>
                  </a:lnTo>
                  <a:cubicBezTo>
                    <a:pt x="1035392" y="243765"/>
                    <a:pt x="744124" y="493781"/>
                    <a:pt x="215966" y="948184"/>
                  </a:cubicBezTo>
                  <a:cubicBezTo>
                    <a:pt x="154712" y="1000688"/>
                    <a:pt x="90333" y="1056316"/>
                    <a:pt x="22204" y="1115070"/>
                  </a:cubicBezTo>
                  <a:lnTo>
                    <a:pt x="22204" y="1115070"/>
                  </a:lnTo>
                  <a:cubicBezTo>
                    <a:pt x="19703" y="1116320"/>
                    <a:pt x="16578" y="1117570"/>
                    <a:pt x="13453" y="1117570"/>
                  </a:cubicBezTo>
                  <a:close/>
                  <a:moveTo>
                    <a:pt x="1094771" y="22501"/>
                  </a:moveTo>
                  <a:cubicBezTo>
                    <a:pt x="872257" y="106257"/>
                    <a:pt x="624116" y="395025"/>
                    <a:pt x="180963" y="910682"/>
                  </a:cubicBezTo>
                  <a:cubicBezTo>
                    <a:pt x="130335" y="970061"/>
                    <a:pt x="77207" y="1031940"/>
                    <a:pt x="20953" y="1096319"/>
                  </a:cubicBezTo>
                  <a:cubicBezTo>
                    <a:pt x="85958" y="1040065"/>
                    <a:pt x="147836" y="986937"/>
                    <a:pt x="206590" y="936309"/>
                  </a:cubicBezTo>
                  <a:cubicBezTo>
                    <a:pt x="722247" y="493156"/>
                    <a:pt x="1011016" y="245015"/>
                    <a:pt x="1094771" y="22501"/>
                  </a:cubicBezTo>
                  <a:close/>
                </a:path>
              </a:pathLst>
            </a:custGeom>
            <a:solidFill>
              <a:srgbClr val="efefef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240" name="Google Shape;55;p3"/>
            <p:cNvSpPr/>
            <p:nvPr/>
          </p:nvSpPr>
          <p:spPr>
            <a:xfrm rot="1588200">
              <a:off x="636480" y="5199120"/>
              <a:ext cx="745200" cy="745200"/>
            </a:xfrm>
            <a:custGeom>
              <a:avLst/>
              <a:gdLst>
                <a:gd name="textAreaLeft" fmla="*/ 0 w 745200"/>
                <a:gd name="textAreaRight" fmla="*/ 745560 w 745200"/>
                <a:gd name="textAreaTop" fmla="*/ 0 h 745200"/>
                <a:gd name="textAreaBottom" fmla="*/ 745560 h 745200"/>
              </a:gdLst>
              <a:ahLst/>
              <a:cxnLst/>
              <a:rect l="textAreaLeft" t="textAreaTop" r="textAreaRight" b="textAreaBottom"/>
              <a:pathLst>
                <a:path w="1117897" h="1117570">
                  <a:moveTo>
                    <a:pt x="1103819" y="1117570"/>
                  </a:moveTo>
                  <a:cubicBezTo>
                    <a:pt x="1100694" y="1117570"/>
                    <a:pt x="1097569" y="1116320"/>
                    <a:pt x="1095069" y="1114445"/>
                  </a:cubicBezTo>
                  <a:cubicBezTo>
                    <a:pt x="1027564" y="1056316"/>
                    <a:pt x="963185" y="1000688"/>
                    <a:pt x="901931" y="948184"/>
                  </a:cubicBezTo>
                  <a:cubicBezTo>
                    <a:pt x="373148" y="493781"/>
                    <a:pt x="82505" y="243765"/>
                    <a:pt x="4375" y="13751"/>
                  </a:cubicBezTo>
                  <a:lnTo>
                    <a:pt x="0" y="0"/>
                  </a:lnTo>
                  <a:lnTo>
                    <a:pt x="13751" y="4375"/>
                  </a:lnTo>
                  <a:cubicBezTo>
                    <a:pt x="243765" y="82505"/>
                    <a:pt x="493781" y="373773"/>
                    <a:pt x="948184" y="901932"/>
                  </a:cubicBezTo>
                  <a:cubicBezTo>
                    <a:pt x="1000688" y="963185"/>
                    <a:pt x="1056316" y="1027565"/>
                    <a:pt x="1114445" y="1095069"/>
                  </a:cubicBezTo>
                  <a:lnTo>
                    <a:pt x="1114445" y="1095069"/>
                  </a:lnTo>
                  <a:cubicBezTo>
                    <a:pt x="1119445" y="1100694"/>
                    <a:pt x="1118820" y="1108195"/>
                    <a:pt x="1113820" y="1113820"/>
                  </a:cubicBezTo>
                  <a:cubicBezTo>
                    <a:pt x="1110695" y="1116320"/>
                    <a:pt x="1107569" y="1117570"/>
                    <a:pt x="1103819" y="1117570"/>
                  </a:cubicBezTo>
                  <a:close/>
                  <a:moveTo>
                    <a:pt x="22501" y="22501"/>
                  </a:moveTo>
                  <a:cubicBezTo>
                    <a:pt x="106257" y="245015"/>
                    <a:pt x="395025" y="493156"/>
                    <a:pt x="910682" y="936934"/>
                  </a:cubicBezTo>
                  <a:cubicBezTo>
                    <a:pt x="969436" y="987562"/>
                    <a:pt x="1031940" y="1040690"/>
                    <a:pt x="1096318" y="1096944"/>
                  </a:cubicBezTo>
                  <a:cubicBezTo>
                    <a:pt x="1040690" y="1031940"/>
                    <a:pt x="986936" y="970061"/>
                    <a:pt x="936308" y="911307"/>
                  </a:cubicBezTo>
                  <a:cubicBezTo>
                    <a:pt x="493781" y="395025"/>
                    <a:pt x="245640" y="106257"/>
                    <a:pt x="22501" y="22501"/>
                  </a:cubicBezTo>
                  <a:close/>
                </a:path>
              </a:pathLst>
            </a:custGeom>
            <a:solidFill>
              <a:srgbClr val="efefef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241" name="Google Shape;56;p3"/>
            <p:cNvSpPr/>
            <p:nvPr/>
          </p:nvSpPr>
          <p:spPr>
            <a:xfrm rot="1588200">
              <a:off x="1032120" y="4403160"/>
              <a:ext cx="745200" cy="745560"/>
            </a:xfrm>
            <a:custGeom>
              <a:avLst/>
              <a:gdLst>
                <a:gd name="textAreaLeft" fmla="*/ 0 w 745200"/>
                <a:gd name="textAreaRight" fmla="*/ 745560 w 745200"/>
                <a:gd name="textAreaTop" fmla="*/ 0 h 745560"/>
                <a:gd name="textAreaBottom" fmla="*/ 745920 h 745560"/>
              </a:gdLst>
              <a:ahLst/>
              <a:cxnLst/>
              <a:rect l="textAreaLeft" t="textAreaTop" r="textAreaRight" b="textAreaBottom"/>
              <a:pathLst>
                <a:path w="1117897" h="1118522">
                  <a:moveTo>
                    <a:pt x="0" y="1118522"/>
                  </a:moveTo>
                  <a:lnTo>
                    <a:pt x="4376" y="1104772"/>
                  </a:lnTo>
                  <a:cubicBezTo>
                    <a:pt x="82506" y="874757"/>
                    <a:pt x="373774" y="624741"/>
                    <a:pt x="901932" y="170338"/>
                  </a:cubicBezTo>
                  <a:cubicBezTo>
                    <a:pt x="963186" y="117835"/>
                    <a:pt x="1027565" y="62206"/>
                    <a:pt x="1095694" y="3452"/>
                  </a:cubicBezTo>
                  <a:cubicBezTo>
                    <a:pt x="1101320" y="-1548"/>
                    <a:pt x="1108820" y="-923"/>
                    <a:pt x="1113821" y="4077"/>
                  </a:cubicBezTo>
                  <a:cubicBezTo>
                    <a:pt x="1118820" y="9078"/>
                    <a:pt x="1119446" y="17203"/>
                    <a:pt x="1114445" y="22204"/>
                  </a:cubicBezTo>
                  <a:lnTo>
                    <a:pt x="1114445" y="22204"/>
                  </a:lnTo>
                  <a:cubicBezTo>
                    <a:pt x="1056316" y="89708"/>
                    <a:pt x="1000689" y="154087"/>
                    <a:pt x="948185" y="215341"/>
                  </a:cubicBezTo>
                  <a:cubicBezTo>
                    <a:pt x="493781" y="743499"/>
                    <a:pt x="243765" y="1034767"/>
                    <a:pt x="13751" y="1112897"/>
                  </a:cubicBezTo>
                  <a:lnTo>
                    <a:pt x="0" y="1118522"/>
                  </a:lnTo>
                  <a:close/>
                  <a:moveTo>
                    <a:pt x="1103820" y="13453"/>
                  </a:moveTo>
                  <a:cubicBezTo>
                    <a:pt x="1036940" y="72832"/>
                    <a:pt x="972562" y="128460"/>
                    <a:pt x="911308" y="180963"/>
                  </a:cubicBezTo>
                  <a:cubicBezTo>
                    <a:pt x="395650" y="624116"/>
                    <a:pt x="106882" y="872257"/>
                    <a:pt x="23127" y="1094771"/>
                  </a:cubicBezTo>
                  <a:cubicBezTo>
                    <a:pt x="245641" y="1011016"/>
                    <a:pt x="493781" y="722248"/>
                    <a:pt x="937559" y="206590"/>
                  </a:cubicBezTo>
                  <a:cubicBezTo>
                    <a:pt x="990062" y="145336"/>
                    <a:pt x="1045691" y="80957"/>
                    <a:pt x="1103820" y="13453"/>
                  </a:cubicBezTo>
                  <a:lnTo>
                    <a:pt x="1109445" y="18453"/>
                  </a:lnTo>
                  <a:lnTo>
                    <a:pt x="1103820" y="13453"/>
                  </a:lnTo>
                  <a:lnTo>
                    <a:pt x="1109445" y="18453"/>
                  </a:lnTo>
                  <a:lnTo>
                    <a:pt x="1103820" y="13453"/>
                  </a:lnTo>
                  <a:close/>
                </a:path>
              </a:pathLst>
            </a:custGeom>
            <a:solidFill>
              <a:srgbClr val="efefef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242" name="Google Shape;57;p3"/>
            <p:cNvSpPr/>
            <p:nvPr/>
          </p:nvSpPr>
          <p:spPr>
            <a:xfrm rot="1588200">
              <a:off x="237240" y="4007880"/>
              <a:ext cx="745560" cy="745200"/>
            </a:xfrm>
            <a:custGeom>
              <a:avLst/>
              <a:gdLst>
                <a:gd name="textAreaLeft" fmla="*/ 0 w 745560"/>
                <a:gd name="textAreaRight" fmla="*/ 745920 w 745560"/>
                <a:gd name="textAreaTop" fmla="*/ 0 h 745200"/>
                <a:gd name="textAreaBottom" fmla="*/ 745560 h 745200"/>
              </a:gdLst>
              <a:ahLst/>
              <a:cxnLst/>
              <a:rect l="textAreaLeft" t="textAreaTop" r="textAreaRight" b="textAreaBottom"/>
              <a:pathLst>
                <a:path w="1118522" h="1117897">
                  <a:moveTo>
                    <a:pt x="1118522" y="1117897"/>
                  </a:moveTo>
                  <a:lnTo>
                    <a:pt x="1104772" y="1113522"/>
                  </a:lnTo>
                  <a:cubicBezTo>
                    <a:pt x="874757" y="1035392"/>
                    <a:pt x="624741" y="744124"/>
                    <a:pt x="170338" y="215966"/>
                  </a:cubicBezTo>
                  <a:cubicBezTo>
                    <a:pt x="117834" y="154712"/>
                    <a:pt x="62206" y="90333"/>
                    <a:pt x="3452" y="22204"/>
                  </a:cubicBezTo>
                  <a:lnTo>
                    <a:pt x="3452" y="22204"/>
                  </a:lnTo>
                  <a:cubicBezTo>
                    <a:pt x="-1548" y="16578"/>
                    <a:pt x="-923" y="9078"/>
                    <a:pt x="4077" y="4077"/>
                  </a:cubicBezTo>
                  <a:cubicBezTo>
                    <a:pt x="9077" y="-923"/>
                    <a:pt x="17203" y="-1548"/>
                    <a:pt x="22828" y="3452"/>
                  </a:cubicBezTo>
                  <a:cubicBezTo>
                    <a:pt x="90333" y="61581"/>
                    <a:pt x="154712" y="117209"/>
                    <a:pt x="216591" y="170338"/>
                  </a:cubicBezTo>
                  <a:cubicBezTo>
                    <a:pt x="744749" y="624741"/>
                    <a:pt x="1036017" y="874757"/>
                    <a:pt x="1114147" y="1104771"/>
                  </a:cubicBezTo>
                  <a:lnTo>
                    <a:pt x="1118522" y="1117897"/>
                  </a:lnTo>
                  <a:close/>
                  <a:moveTo>
                    <a:pt x="20953" y="20953"/>
                  </a:moveTo>
                  <a:cubicBezTo>
                    <a:pt x="77207" y="85958"/>
                    <a:pt x="130335" y="147836"/>
                    <a:pt x="180963" y="206590"/>
                  </a:cubicBezTo>
                  <a:cubicBezTo>
                    <a:pt x="624116" y="722248"/>
                    <a:pt x="872257" y="1011016"/>
                    <a:pt x="1094771" y="1094771"/>
                  </a:cubicBezTo>
                  <a:cubicBezTo>
                    <a:pt x="1011016" y="872257"/>
                    <a:pt x="722247" y="624116"/>
                    <a:pt x="206590" y="180963"/>
                  </a:cubicBezTo>
                  <a:cubicBezTo>
                    <a:pt x="147836" y="129710"/>
                    <a:pt x="85958" y="76582"/>
                    <a:pt x="20953" y="20953"/>
                  </a:cubicBezTo>
                  <a:close/>
                </a:path>
              </a:pathLst>
            </a:custGeom>
            <a:solidFill>
              <a:srgbClr val="efefef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243" name="Google Shape;58;p3"/>
            <p:cNvSpPr/>
            <p:nvPr/>
          </p:nvSpPr>
          <p:spPr>
            <a:xfrm rot="1588200">
              <a:off x="-48240" y="4355640"/>
              <a:ext cx="923760" cy="365760"/>
            </a:xfrm>
            <a:custGeom>
              <a:avLst/>
              <a:gdLst>
                <a:gd name="textAreaLeft" fmla="*/ 0 w 923760"/>
                <a:gd name="textAreaRight" fmla="*/ 924120 w 923760"/>
                <a:gd name="textAreaTop" fmla="*/ 0 h 365760"/>
                <a:gd name="textAreaBottom" fmla="*/ 366120 h 365760"/>
              </a:gdLst>
              <a:ahLst/>
              <a:cxnLst/>
              <a:rect l="textAreaLeft" t="textAreaTop" r="textAreaRight" b="textAreaBottom"/>
              <a:pathLst>
                <a:path w="1385324" h="548695">
                  <a:moveTo>
                    <a:pt x="1330322" y="548695"/>
                  </a:moveTo>
                  <a:cubicBezTo>
                    <a:pt x="1104057" y="548695"/>
                    <a:pt x="782787" y="394936"/>
                    <a:pt x="224627" y="128669"/>
                  </a:cubicBezTo>
                  <a:cubicBezTo>
                    <a:pt x="155873" y="96167"/>
                    <a:pt x="83993" y="61165"/>
                    <a:pt x="7739" y="25538"/>
                  </a:cubicBezTo>
                  <a:cubicBezTo>
                    <a:pt x="1488" y="22412"/>
                    <a:pt x="-1637" y="15537"/>
                    <a:pt x="863" y="8661"/>
                  </a:cubicBezTo>
                  <a:cubicBezTo>
                    <a:pt x="3363" y="1786"/>
                    <a:pt x="10239" y="-1339"/>
                    <a:pt x="17114" y="536"/>
                  </a:cubicBezTo>
                  <a:cubicBezTo>
                    <a:pt x="97119" y="24912"/>
                    <a:pt x="173999" y="48664"/>
                    <a:pt x="247129" y="70540"/>
                  </a:cubicBezTo>
                  <a:cubicBezTo>
                    <a:pt x="874668" y="261177"/>
                    <a:pt x="1220940" y="366184"/>
                    <a:pt x="1375325" y="534945"/>
                  </a:cubicBezTo>
                  <a:lnTo>
                    <a:pt x="1385325" y="545570"/>
                  </a:lnTo>
                  <a:lnTo>
                    <a:pt x="1370950" y="546820"/>
                  </a:lnTo>
                  <a:cubicBezTo>
                    <a:pt x="1357823" y="548070"/>
                    <a:pt x="1344073" y="548695"/>
                    <a:pt x="1330322" y="548695"/>
                  </a:cubicBezTo>
                  <a:close/>
                  <a:moveTo>
                    <a:pt x="27740" y="18662"/>
                  </a:moveTo>
                  <a:cubicBezTo>
                    <a:pt x="98369" y="52414"/>
                    <a:pt x="165873" y="84291"/>
                    <a:pt x="230878" y="115543"/>
                  </a:cubicBezTo>
                  <a:cubicBezTo>
                    <a:pt x="807789" y="391185"/>
                    <a:pt x="1131559" y="545570"/>
                    <a:pt x="1354698" y="533694"/>
                  </a:cubicBezTo>
                  <a:cubicBezTo>
                    <a:pt x="1197813" y="374309"/>
                    <a:pt x="854666" y="269928"/>
                    <a:pt x="243379" y="84291"/>
                  </a:cubicBezTo>
                  <a:cubicBezTo>
                    <a:pt x="174624" y="63665"/>
                    <a:pt x="102745" y="41788"/>
                    <a:pt x="27740" y="18662"/>
                  </a:cubicBezTo>
                  <a:close/>
                  <a:moveTo>
                    <a:pt x="13989" y="12412"/>
                  </a:moveTo>
                  <a:lnTo>
                    <a:pt x="10864" y="18662"/>
                  </a:lnTo>
                  <a:lnTo>
                    <a:pt x="13989" y="12412"/>
                  </a:lnTo>
                  <a:close/>
                </a:path>
              </a:pathLst>
            </a:custGeom>
            <a:solidFill>
              <a:srgbClr val="efefef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244" name="Google Shape;59;p3"/>
            <p:cNvSpPr/>
            <p:nvPr/>
          </p:nvSpPr>
          <p:spPr>
            <a:xfrm rot="1588200">
              <a:off x="1064160" y="4118040"/>
              <a:ext cx="365400" cy="923400"/>
            </a:xfrm>
            <a:custGeom>
              <a:avLst/>
              <a:gdLst>
                <a:gd name="textAreaLeft" fmla="*/ 0 w 365400"/>
                <a:gd name="textAreaRight" fmla="*/ 365760 w 365400"/>
                <a:gd name="textAreaTop" fmla="*/ 0 h 923400"/>
                <a:gd name="textAreaBottom" fmla="*/ 923760 h 923400"/>
              </a:gdLst>
              <a:ahLst/>
              <a:cxnLst/>
              <a:rect l="textAreaLeft" t="textAreaTop" r="textAreaRight" b="textAreaBottom"/>
              <a:pathLst>
                <a:path w="548537" h="1384699">
                  <a:moveTo>
                    <a:pt x="2968" y="1384700"/>
                  </a:moveTo>
                  <a:lnTo>
                    <a:pt x="1717" y="1370324"/>
                  </a:lnTo>
                  <a:cubicBezTo>
                    <a:pt x="-18284" y="1142185"/>
                    <a:pt x="137351" y="816539"/>
                    <a:pt x="419869" y="224627"/>
                  </a:cubicBezTo>
                  <a:cubicBezTo>
                    <a:pt x="452996" y="155873"/>
                    <a:pt x="487373" y="83368"/>
                    <a:pt x="523000" y="7739"/>
                  </a:cubicBezTo>
                  <a:lnTo>
                    <a:pt x="523000" y="7739"/>
                  </a:lnTo>
                  <a:cubicBezTo>
                    <a:pt x="526125" y="1488"/>
                    <a:pt x="533001" y="-1637"/>
                    <a:pt x="539876" y="863"/>
                  </a:cubicBezTo>
                  <a:cubicBezTo>
                    <a:pt x="546752" y="3363"/>
                    <a:pt x="549877" y="10239"/>
                    <a:pt x="548002" y="17114"/>
                  </a:cubicBezTo>
                  <a:cubicBezTo>
                    <a:pt x="523625" y="97744"/>
                    <a:pt x="499874" y="173999"/>
                    <a:pt x="477998" y="247129"/>
                  </a:cubicBezTo>
                  <a:cubicBezTo>
                    <a:pt x="287361" y="874668"/>
                    <a:pt x="182354" y="1220315"/>
                    <a:pt x="13593" y="1375324"/>
                  </a:cubicBezTo>
                  <a:lnTo>
                    <a:pt x="2968" y="1384700"/>
                  </a:lnTo>
                  <a:close/>
                  <a:moveTo>
                    <a:pt x="529876" y="27740"/>
                  </a:moveTo>
                  <a:cubicBezTo>
                    <a:pt x="496123" y="98369"/>
                    <a:pt x="463622" y="166498"/>
                    <a:pt x="432994" y="230878"/>
                  </a:cubicBezTo>
                  <a:cubicBezTo>
                    <a:pt x="157352" y="807789"/>
                    <a:pt x="2968" y="1130934"/>
                    <a:pt x="14843" y="1354073"/>
                  </a:cubicBezTo>
                  <a:cubicBezTo>
                    <a:pt x="174228" y="1197188"/>
                    <a:pt x="278610" y="854042"/>
                    <a:pt x="464246" y="242753"/>
                  </a:cubicBezTo>
                  <a:cubicBezTo>
                    <a:pt x="484873" y="174624"/>
                    <a:pt x="506749" y="102745"/>
                    <a:pt x="529876" y="27740"/>
                  </a:cubicBezTo>
                  <a:close/>
                  <a:moveTo>
                    <a:pt x="536126" y="13989"/>
                  </a:moveTo>
                  <a:lnTo>
                    <a:pt x="536126" y="13989"/>
                  </a:lnTo>
                  <a:lnTo>
                    <a:pt x="529876" y="10864"/>
                  </a:lnTo>
                  <a:lnTo>
                    <a:pt x="536126" y="13989"/>
                  </a:lnTo>
                  <a:close/>
                </a:path>
              </a:pathLst>
            </a:custGeom>
            <a:solidFill>
              <a:srgbClr val="efefef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245" name="Google Shape;60;p3"/>
            <p:cNvSpPr/>
            <p:nvPr/>
          </p:nvSpPr>
          <p:spPr>
            <a:xfrm rot="1588200">
              <a:off x="189000" y="4909680"/>
              <a:ext cx="365400" cy="923760"/>
            </a:xfrm>
            <a:custGeom>
              <a:avLst/>
              <a:gdLst>
                <a:gd name="textAreaLeft" fmla="*/ 0 w 365400"/>
                <a:gd name="textAreaRight" fmla="*/ 365760 w 365400"/>
                <a:gd name="textAreaTop" fmla="*/ 0 h 923760"/>
                <a:gd name="textAreaBottom" fmla="*/ 924120 h 923760"/>
              </a:gdLst>
              <a:ahLst/>
              <a:cxnLst/>
              <a:rect l="textAreaLeft" t="textAreaTop" r="textAreaRight" b="textAreaBottom"/>
              <a:pathLst>
                <a:path w="548537" h="1385711">
                  <a:moveTo>
                    <a:pt x="13662" y="1385712"/>
                  </a:moveTo>
                  <a:cubicBezTo>
                    <a:pt x="11787" y="1385712"/>
                    <a:pt x="10537" y="1385712"/>
                    <a:pt x="8662" y="1384462"/>
                  </a:cubicBezTo>
                  <a:cubicBezTo>
                    <a:pt x="1786" y="1381962"/>
                    <a:pt x="-1339" y="1375087"/>
                    <a:pt x="536" y="1368211"/>
                  </a:cubicBezTo>
                  <a:lnTo>
                    <a:pt x="536" y="1368211"/>
                  </a:lnTo>
                  <a:cubicBezTo>
                    <a:pt x="24912" y="1287581"/>
                    <a:pt x="48664" y="1211326"/>
                    <a:pt x="70541" y="1138197"/>
                  </a:cubicBezTo>
                  <a:cubicBezTo>
                    <a:pt x="261178" y="510657"/>
                    <a:pt x="366184" y="165010"/>
                    <a:pt x="534944" y="10001"/>
                  </a:cubicBezTo>
                  <a:lnTo>
                    <a:pt x="545570" y="0"/>
                  </a:lnTo>
                  <a:lnTo>
                    <a:pt x="546820" y="14376"/>
                  </a:lnTo>
                  <a:cubicBezTo>
                    <a:pt x="566822" y="242515"/>
                    <a:pt x="411187" y="568161"/>
                    <a:pt x="128669" y="1160698"/>
                  </a:cubicBezTo>
                  <a:cubicBezTo>
                    <a:pt x="96167" y="1229452"/>
                    <a:pt x="61165" y="1301332"/>
                    <a:pt x="25537" y="1377587"/>
                  </a:cubicBezTo>
                  <a:cubicBezTo>
                    <a:pt x="23038" y="1383212"/>
                    <a:pt x="18662" y="1385712"/>
                    <a:pt x="13662" y="1385712"/>
                  </a:cubicBezTo>
                  <a:close/>
                  <a:moveTo>
                    <a:pt x="8037" y="1370711"/>
                  </a:moveTo>
                  <a:lnTo>
                    <a:pt x="14912" y="1372586"/>
                  </a:lnTo>
                  <a:cubicBezTo>
                    <a:pt x="14912" y="1372586"/>
                    <a:pt x="14912" y="1372586"/>
                    <a:pt x="14912" y="1372586"/>
                  </a:cubicBezTo>
                  <a:lnTo>
                    <a:pt x="8037" y="1370711"/>
                  </a:lnTo>
                  <a:close/>
                  <a:moveTo>
                    <a:pt x="534319" y="31877"/>
                  </a:moveTo>
                  <a:cubicBezTo>
                    <a:pt x="374934" y="188762"/>
                    <a:pt x="270553" y="531908"/>
                    <a:pt x="84916" y="1143197"/>
                  </a:cubicBezTo>
                  <a:cubicBezTo>
                    <a:pt x="63665" y="1213826"/>
                    <a:pt x="41163" y="1287581"/>
                    <a:pt x="17412" y="1364461"/>
                  </a:cubicBezTo>
                  <a:cubicBezTo>
                    <a:pt x="51164" y="1291956"/>
                    <a:pt x="84291" y="1221952"/>
                    <a:pt x="116168" y="1155073"/>
                  </a:cubicBezTo>
                  <a:cubicBezTo>
                    <a:pt x="391185" y="578786"/>
                    <a:pt x="545570" y="255016"/>
                    <a:pt x="534319" y="31877"/>
                  </a:cubicBezTo>
                  <a:close/>
                </a:path>
              </a:pathLst>
            </a:custGeom>
            <a:solidFill>
              <a:srgbClr val="efefef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246" name="Google Shape;61;p3"/>
            <p:cNvSpPr/>
            <p:nvPr/>
          </p:nvSpPr>
          <p:spPr>
            <a:xfrm rot="1588200">
              <a:off x="743760" y="5230800"/>
              <a:ext cx="923400" cy="365760"/>
            </a:xfrm>
            <a:custGeom>
              <a:avLst/>
              <a:gdLst>
                <a:gd name="textAreaLeft" fmla="*/ 0 w 923400"/>
                <a:gd name="textAreaRight" fmla="*/ 923760 w 923400"/>
                <a:gd name="textAreaTop" fmla="*/ 0 h 365760"/>
                <a:gd name="textAreaBottom" fmla="*/ 366120 h 365760"/>
              </a:gdLst>
              <a:ahLst/>
              <a:cxnLst/>
              <a:rect l="textAreaLeft" t="textAreaTop" r="textAreaRight" b="textAreaBottom"/>
              <a:pathLst>
                <a:path w="1384700" h="548626">
                  <a:moveTo>
                    <a:pt x="1371961" y="548627"/>
                  </a:moveTo>
                  <a:cubicBezTo>
                    <a:pt x="1370711" y="548627"/>
                    <a:pt x="1369462" y="548627"/>
                    <a:pt x="1368211" y="548002"/>
                  </a:cubicBezTo>
                  <a:cubicBezTo>
                    <a:pt x="1287581" y="523625"/>
                    <a:pt x="1211326" y="499874"/>
                    <a:pt x="1138197" y="477997"/>
                  </a:cubicBezTo>
                  <a:cubicBezTo>
                    <a:pt x="510658" y="287360"/>
                    <a:pt x="165011" y="182354"/>
                    <a:pt x="10001" y="13593"/>
                  </a:cubicBezTo>
                  <a:lnTo>
                    <a:pt x="0" y="2968"/>
                  </a:lnTo>
                  <a:lnTo>
                    <a:pt x="14376" y="1717"/>
                  </a:lnTo>
                  <a:cubicBezTo>
                    <a:pt x="241891" y="-18284"/>
                    <a:pt x="568161" y="137351"/>
                    <a:pt x="1160074" y="419869"/>
                  </a:cubicBezTo>
                  <a:cubicBezTo>
                    <a:pt x="1228828" y="452996"/>
                    <a:pt x="1300707" y="487373"/>
                    <a:pt x="1376962" y="523000"/>
                  </a:cubicBezTo>
                  <a:lnTo>
                    <a:pt x="1376962" y="523000"/>
                  </a:lnTo>
                  <a:cubicBezTo>
                    <a:pt x="1383212" y="526125"/>
                    <a:pt x="1386337" y="533001"/>
                    <a:pt x="1383837" y="539876"/>
                  </a:cubicBezTo>
                  <a:cubicBezTo>
                    <a:pt x="1381963" y="545502"/>
                    <a:pt x="1376962" y="548627"/>
                    <a:pt x="1371961" y="548627"/>
                  </a:cubicBezTo>
                  <a:close/>
                  <a:moveTo>
                    <a:pt x="1371336" y="536126"/>
                  </a:moveTo>
                  <a:lnTo>
                    <a:pt x="1371336" y="536126"/>
                  </a:lnTo>
                  <a:lnTo>
                    <a:pt x="1374462" y="529876"/>
                  </a:lnTo>
                  <a:lnTo>
                    <a:pt x="1371336" y="536126"/>
                  </a:lnTo>
                  <a:close/>
                  <a:moveTo>
                    <a:pt x="30627" y="14843"/>
                  </a:moveTo>
                  <a:cubicBezTo>
                    <a:pt x="187512" y="174228"/>
                    <a:pt x="530659" y="278610"/>
                    <a:pt x="1141947" y="464246"/>
                  </a:cubicBezTo>
                  <a:cubicBezTo>
                    <a:pt x="1210702" y="484873"/>
                    <a:pt x="1282581" y="506749"/>
                    <a:pt x="1357586" y="529876"/>
                  </a:cubicBezTo>
                  <a:cubicBezTo>
                    <a:pt x="1286956" y="496124"/>
                    <a:pt x="1218827" y="463621"/>
                    <a:pt x="1154448" y="432995"/>
                  </a:cubicBezTo>
                  <a:cubicBezTo>
                    <a:pt x="577536" y="157352"/>
                    <a:pt x="253767" y="2968"/>
                    <a:pt x="30627" y="14843"/>
                  </a:cubicBezTo>
                  <a:close/>
                </a:path>
              </a:pathLst>
            </a:custGeom>
            <a:solidFill>
              <a:srgbClr val="efefef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247" name="Google Shape;62;p3"/>
            <p:cNvSpPr/>
            <p:nvPr/>
          </p:nvSpPr>
          <p:spPr>
            <a:xfrm rot="1588200">
              <a:off x="-233280" y="4748040"/>
              <a:ext cx="906480" cy="405000"/>
            </a:xfrm>
            <a:custGeom>
              <a:avLst/>
              <a:gdLst>
                <a:gd name="textAreaLeft" fmla="*/ 0 w 906480"/>
                <a:gd name="textAreaRight" fmla="*/ 906840 w 906480"/>
                <a:gd name="textAreaTop" fmla="*/ 0 h 405000"/>
                <a:gd name="textAreaBottom" fmla="*/ 405360 h 405000"/>
              </a:gdLst>
              <a:ahLst/>
              <a:cxnLst/>
              <a:rect l="textAreaLeft" t="textAreaTop" r="textAreaRight" b="textAreaBottom"/>
              <a:pathLst>
                <a:path w="1359555" h="607906">
                  <a:moveTo>
                    <a:pt x="13221" y="607907"/>
                  </a:moveTo>
                  <a:cubicBezTo>
                    <a:pt x="8221" y="607907"/>
                    <a:pt x="3845" y="604781"/>
                    <a:pt x="1345" y="599781"/>
                  </a:cubicBezTo>
                  <a:cubicBezTo>
                    <a:pt x="-1780" y="593530"/>
                    <a:pt x="720" y="586030"/>
                    <a:pt x="6971" y="582905"/>
                  </a:cubicBezTo>
                  <a:cubicBezTo>
                    <a:pt x="81350" y="543527"/>
                    <a:pt x="151980" y="506025"/>
                    <a:pt x="218859" y="469773"/>
                  </a:cubicBezTo>
                  <a:cubicBezTo>
                    <a:pt x="797645" y="161003"/>
                    <a:pt x="1116415" y="-9007"/>
                    <a:pt x="1345180" y="368"/>
                  </a:cubicBezTo>
                  <a:lnTo>
                    <a:pt x="1359556" y="993"/>
                  </a:lnTo>
                  <a:lnTo>
                    <a:pt x="1350180" y="12244"/>
                  </a:lnTo>
                  <a:cubicBezTo>
                    <a:pt x="1203296" y="187880"/>
                    <a:pt x="862650" y="307888"/>
                    <a:pt x="244486" y="526651"/>
                  </a:cubicBezTo>
                  <a:cubicBezTo>
                    <a:pt x="172606" y="552278"/>
                    <a:pt x="96976" y="578530"/>
                    <a:pt x="17596" y="606656"/>
                  </a:cubicBezTo>
                  <a:lnTo>
                    <a:pt x="17596" y="606656"/>
                  </a:lnTo>
                  <a:cubicBezTo>
                    <a:pt x="15721" y="607281"/>
                    <a:pt x="14471" y="607907"/>
                    <a:pt x="13221" y="607907"/>
                  </a:cubicBezTo>
                  <a:close/>
                  <a:moveTo>
                    <a:pt x="12596" y="593530"/>
                  </a:moveTo>
                  <a:lnTo>
                    <a:pt x="12596" y="593530"/>
                  </a:lnTo>
                  <a:lnTo>
                    <a:pt x="12596" y="593530"/>
                  </a:lnTo>
                  <a:lnTo>
                    <a:pt x="12596" y="593530"/>
                  </a:lnTo>
                  <a:close/>
                  <a:moveTo>
                    <a:pt x="1325804" y="14119"/>
                  </a:moveTo>
                  <a:cubicBezTo>
                    <a:pt x="1102040" y="14119"/>
                    <a:pt x="786395" y="182880"/>
                    <a:pt x="225734" y="482274"/>
                  </a:cubicBezTo>
                  <a:cubicBezTo>
                    <a:pt x="162606" y="516026"/>
                    <a:pt x="96352" y="551028"/>
                    <a:pt x="26972" y="587905"/>
                  </a:cubicBezTo>
                  <a:cubicBezTo>
                    <a:pt x="100727" y="561653"/>
                    <a:pt x="171981" y="536652"/>
                    <a:pt x="239485" y="512900"/>
                  </a:cubicBezTo>
                  <a:cubicBezTo>
                    <a:pt x="842023" y="299762"/>
                    <a:pt x="1179544" y="180379"/>
                    <a:pt x="1329554" y="14119"/>
                  </a:cubicBezTo>
                  <a:cubicBezTo>
                    <a:pt x="1328304" y="14119"/>
                    <a:pt x="1327054" y="14119"/>
                    <a:pt x="1325804" y="14119"/>
                  </a:cubicBezTo>
                  <a:close/>
                </a:path>
              </a:pathLst>
            </a:custGeom>
            <a:solidFill>
              <a:srgbClr val="efefef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248" name="Google Shape;63;p3"/>
            <p:cNvSpPr/>
            <p:nvPr/>
          </p:nvSpPr>
          <p:spPr>
            <a:xfrm rot="1588200">
              <a:off x="581040" y="5113080"/>
              <a:ext cx="405000" cy="906480"/>
            </a:xfrm>
            <a:custGeom>
              <a:avLst/>
              <a:gdLst>
                <a:gd name="textAreaLeft" fmla="*/ 0 w 405000"/>
                <a:gd name="textAreaRight" fmla="*/ 405360 w 405000"/>
                <a:gd name="textAreaTop" fmla="*/ 0 h 906480"/>
                <a:gd name="textAreaBottom" fmla="*/ 906840 h 906480"/>
              </a:gdLst>
              <a:ahLst/>
              <a:cxnLst/>
              <a:rect l="textAreaLeft" t="textAreaTop" r="textAreaRight" b="textAreaBottom"/>
              <a:pathLst>
                <a:path w="607567" h="1359460">
                  <a:moveTo>
                    <a:pt x="594203" y="1359460"/>
                  </a:moveTo>
                  <a:cubicBezTo>
                    <a:pt x="589204" y="1359460"/>
                    <a:pt x="584828" y="1356960"/>
                    <a:pt x="582953" y="1352585"/>
                  </a:cubicBezTo>
                  <a:cubicBezTo>
                    <a:pt x="543575" y="1278205"/>
                    <a:pt x="506073" y="1208201"/>
                    <a:pt x="469821" y="1140697"/>
                  </a:cubicBezTo>
                  <a:cubicBezTo>
                    <a:pt x="161052" y="561910"/>
                    <a:pt x="-9584" y="243140"/>
                    <a:pt x="416" y="14376"/>
                  </a:cubicBezTo>
                  <a:lnTo>
                    <a:pt x="1042" y="0"/>
                  </a:lnTo>
                  <a:lnTo>
                    <a:pt x="12292" y="9376"/>
                  </a:lnTo>
                  <a:cubicBezTo>
                    <a:pt x="187928" y="156260"/>
                    <a:pt x="307936" y="496906"/>
                    <a:pt x="526700" y="1115070"/>
                  </a:cubicBezTo>
                  <a:cubicBezTo>
                    <a:pt x="552326" y="1186949"/>
                    <a:pt x="578578" y="1262579"/>
                    <a:pt x="606704" y="1341334"/>
                  </a:cubicBezTo>
                  <a:lnTo>
                    <a:pt x="606704" y="1341334"/>
                  </a:lnTo>
                  <a:cubicBezTo>
                    <a:pt x="609205" y="1348210"/>
                    <a:pt x="606079" y="1355085"/>
                    <a:pt x="599829" y="1357585"/>
                  </a:cubicBezTo>
                  <a:cubicBezTo>
                    <a:pt x="597329" y="1358835"/>
                    <a:pt x="595454" y="1359460"/>
                    <a:pt x="594203" y="1359460"/>
                  </a:cubicBezTo>
                  <a:close/>
                  <a:moveTo>
                    <a:pt x="592954" y="1346334"/>
                  </a:moveTo>
                  <a:lnTo>
                    <a:pt x="592954" y="1346334"/>
                  </a:lnTo>
                  <a:lnTo>
                    <a:pt x="592954" y="1346334"/>
                  </a:lnTo>
                  <a:lnTo>
                    <a:pt x="592954" y="1346334"/>
                  </a:lnTo>
                  <a:close/>
                  <a:moveTo>
                    <a:pt x="14167" y="30002"/>
                  </a:moveTo>
                  <a:cubicBezTo>
                    <a:pt x="12292" y="253766"/>
                    <a:pt x="181053" y="570036"/>
                    <a:pt x="482322" y="1133821"/>
                  </a:cubicBezTo>
                  <a:cubicBezTo>
                    <a:pt x="516074" y="1196950"/>
                    <a:pt x="551076" y="1263204"/>
                    <a:pt x="587953" y="1331959"/>
                  </a:cubicBezTo>
                  <a:cubicBezTo>
                    <a:pt x="561702" y="1258204"/>
                    <a:pt x="536700" y="1186949"/>
                    <a:pt x="512948" y="1119445"/>
                  </a:cubicBezTo>
                  <a:cubicBezTo>
                    <a:pt x="299810" y="517532"/>
                    <a:pt x="180428" y="179386"/>
                    <a:pt x="14167" y="30002"/>
                  </a:cubicBezTo>
                  <a:close/>
                </a:path>
              </a:pathLst>
            </a:custGeom>
            <a:solidFill>
              <a:srgbClr val="efefef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249" name="Google Shape;64;p3"/>
            <p:cNvSpPr/>
            <p:nvPr/>
          </p:nvSpPr>
          <p:spPr>
            <a:xfrm rot="1588200">
              <a:off x="946440" y="4799520"/>
              <a:ext cx="906480" cy="405000"/>
            </a:xfrm>
            <a:custGeom>
              <a:avLst/>
              <a:gdLst>
                <a:gd name="textAreaLeft" fmla="*/ 0 w 906480"/>
                <a:gd name="textAreaRight" fmla="*/ 906840 w 906480"/>
                <a:gd name="textAreaTop" fmla="*/ 0 h 405000"/>
                <a:gd name="textAreaBottom" fmla="*/ 405360 h 405000"/>
              </a:gdLst>
              <a:ahLst/>
              <a:cxnLst/>
              <a:rect l="textAreaLeft" t="textAreaTop" r="textAreaRight" b="textAreaBottom"/>
              <a:pathLst>
                <a:path w="1359555" h="607776">
                  <a:moveTo>
                    <a:pt x="33127" y="607776"/>
                  </a:moveTo>
                  <a:cubicBezTo>
                    <a:pt x="26876" y="607776"/>
                    <a:pt x="20626" y="607776"/>
                    <a:pt x="14375" y="607151"/>
                  </a:cubicBezTo>
                  <a:lnTo>
                    <a:pt x="0" y="606526"/>
                  </a:lnTo>
                  <a:lnTo>
                    <a:pt x="9376" y="595275"/>
                  </a:lnTo>
                  <a:cubicBezTo>
                    <a:pt x="156260" y="419639"/>
                    <a:pt x="496906" y="299632"/>
                    <a:pt x="1115695" y="80868"/>
                  </a:cubicBezTo>
                  <a:cubicBezTo>
                    <a:pt x="1187575" y="55241"/>
                    <a:pt x="1263204" y="28990"/>
                    <a:pt x="1341959" y="863"/>
                  </a:cubicBezTo>
                  <a:lnTo>
                    <a:pt x="1341959" y="863"/>
                  </a:lnTo>
                  <a:cubicBezTo>
                    <a:pt x="1348834" y="-1637"/>
                    <a:pt x="1355710" y="1488"/>
                    <a:pt x="1358210" y="7739"/>
                  </a:cubicBezTo>
                  <a:cubicBezTo>
                    <a:pt x="1361335" y="13989"/>
                    <a:pt x="1358836" y="21489"/>
                    <a:pt x="1352585" y="24615"/>
                  </a:cubicBezTo>
                  <a:cubicBezTo>
                    <a:pt x="1278205" y="63992"/>
                    <a:pt x="1207576" y="101494"/>
                    <a:pt x="1140697" y="137747"/>
                  </a:cubicBezTo>
                  <a:cubicBezTo>
                    <a:pt x="576911" y="438391"/>
                    <a:pt x="260016" y="607776"/>
                    <a:pt x="33127" y="607776"/>
                  </a:cubicBezTo>
                  <a:close/>
                  <a:moveTo>
                    <a:pt x="29377" y="593400"/>
                  </a:moveTo>
                  <a:cubicBezTo>
                    <a:pt x="30627" y="593400"/>
                    <a:pt x="31877" y="593400"/>
                    <a:pt x="32502" y="593400"/>
                  </a:cubicBezTo>
                  <a:cubicBezTo>
                    <a:pt x="256266" y="593400"/>
                    <a:pt x="571911" y="424640"/>
                    <a:pt x="1132571" y="125246"/>
                  </a:cubicBezTo>
                  <a:cubicBezTo>
                    <a:pt x="1195700" y="91494"/>
                    <a:pt x="1261955" y="56492"/>
                    <a:pt x="1331334" y="19614"/>
                  </a:cubicBezTo>
                  <a:cubicBezTo>
                    <a:pt x="1257579" y="45866"/>
                    <a:pt x="1186950" y="70867"/>
                    <a:pt x="1119445" y="94619"/>
                  </a:cubicBezTo>
                  <a:cubicBezTo>
                    <a:pt x="516907" y="307132"/>
                    <a:pt x="179386" y="426515"/>
                    <a:pt x="29377" y="593400"/>
                  </a:cubicBezTo>
                  <a:close/>
                  <a:moveTo>
                    <a:pt x="1346335" y="13989"/>
                  </a:moveTo>
                  <a:lnTo>
                    <a:pt x="1346335" y="13989"/>
                  </a:lnTo>
                  <a:lnTo>
                    <a:pt x="1343834" y="7113"/>
                  </a:lnTo>
                  <a:lnTo>
                    <a:pt x="1346335" y="13989"/>
                  </a:lnTo>
                  <a:close/>
                </a:path>
              </a:pathLst>
            </a:custGeom>
            <a:solidFill>
              <a:srgbClr val="efefef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250" name="Google Shape;65;p3"/>
            <p:cNvSpPr/>
            <p:nvPr/>
          </p:nvSpPr>
          <p:spPr>
            <a:xfrm rot="1588200">
              <a:off x="632520" y="3932640"/>
              <a:ext cx="405000" cy="906480"/>
            </a:xfrm>
            <a:custGeom>
              <a:avLst/>
              <a:gdLst>
                <a:gd name="textAreaLeft" fmla="*/ 0 w 405000"/>
                <a:gd name="textAreaRight" fmla="*/ 405360 w 405000"/>
                <a:gd name="textAreaTop" fmla="*/ 0 h 906480"/>
                <a:gd name="textAreaBottom" fmla="*/ 906840 h 906480"/>
              </a:gdLst>
              <a:ahLst/>
              <a:cxnLst/>
              <a:rect l="textAreaLeft" t="textAreaTop" r="textAreaRight" b="textAreaBottom"/>
              <a:pathLst>
                <a:path w="607567" h="1359555">
                  <a:moveTo>
                    <a:pt x="606526" y="1359556"/>
                  </a:moveTo>
                  <a:lnTo>
                    <a:pt x="595275" y="1350180"/>
                  </a:lnTo>
                  <a:cubicBezTo>
                    <a:pt x="419639" y="1203296"/>
                    <a:pt x="299632" y="862650"/>
                    <a:pt x="80869" y="243861"/>
                  </a:cubicBezTo>
                  <a:cubicBezTo>
                    <a:pt x="55242" y="171981"/>
                    <a:pt x="28990" y="96351"/>
                    <a:pt x="863" y="17596"/>
                  </a:cubicBezTo>
                  <a:lnTo>
                    <a:pt x="863" y="17596"/>
                  </a:lnTo>
                  <a:cubicBezTo>
                    <a:pt x="-1637" y="10721"/>
                    <a:pt x="1488" y="3846"/>
                    <a:pt x="7738" y="1345"/>
                  </a:cubicBezTo>
                  <a:cubicBezTo>
                    <a:pt x="13989" y="-1780"/>
                    <a:pt x="21490" y="720"/>
                    <a:pt x="24615" y="6971"/>
                  </a:cubicBezTo>
                  <a:cubicBezTo>
                    <a:pt x="63992" y="81350"/>
                    <a:pt x="101494" y="151980"/>
                    <a:pt x="137747" y="218859"/>
                  </a:cubicBezTo>
                  <a:cubicBezTo>
                    <a:pt x="446516" y="797645"/>
                    <a:pt x="617152" y="1116415"/>
                    <a:pt x="607151" y="1344555"/>
                  </a:cubicBezTo>
                  <a:lnTo>
                    <a:pt x="606526" y="1359556"/>
                  </a:lnTo>
                  <a:close/>
                  <a:moveTo>
                    <a:pt x="19614" y="27597"/>
                  </a:moveTo>
                  <a:cubicBezTo>
                    <a:pt x="45866" y="101352"/>
                    <a:pt x="70868" y="171981"/>
                    <a:pt x="94619" y="239485"/>
                  </a:cubicBezTo>
                  <a:cubicBezTo>
                    <a:pt x="307757" y="842023"/>
                    <a:pt x="427140" y="1180170"/>
                    <a:pt x="593401" y="1329554"/>
                  </a:cubicBezTo>
                  <a:cubicBezTo>
                    <a:pt x="595275" y="1105790"/>
                    <a:pt x="426515" y="789520"/>
                    <a:pt x="125246" y="225735"/>
                  </a:cubicBezTo>
                  <a:cubicBezTo>
                    <a:pt x="91494" y="162606"/>
                    <a:pt x="56492" y="96976"/>
                    <a:pt x="19614" y="27597"/>
                  </a:cubicBezTo>
                  <a:close/>
                  <a:moveTo>
                    <a:pt x="14614" y="13221"/>
                  </a:moveTo>
                  <a:lnTo>
                    <a:pt x="7738" y="15721"/>
                  </a:lnTo>
                  <a:lnTo>
                    <a:pt x="14614" y="13221"/>
                  </a:lnTo>
                  <a:close/>
                </a:path>
              </a:pathLst>
            </a:custGeom>
            <a:solidFill>
              <a:srgbClr val="efefef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</p:grpSp>
      <p:sp>
        <p:nvSpPr>
          <p:cNvPr id="251" name="Google Shape;66;p3"/>
          <p:cNvSpPr/>
          <p:nvPr/>
        </p:nvSpPr>
        <p:spPr>
          <a:xfrm>
            <a:off x="7926120" y="1640160"/>
            <a:ext cx="2027880" cy="1997640"/>
          </a:xfrm>
          <a:custGeom>
            <a:avLst/>
            <a:gdLst>
              <a:gd name="textAreaLeft" fmla="*/ 0 w 2027880"/>
              <a:gd name="textAreaRight" fmla="*/ 2028240 w 2027880"/>
              <a:gd name="textAreaTop" fmla="*/ 0 h 1997640"/>
              <a:gd name="textAreaBottom" fmla="*/ 1998000 h 1997640"/>
            </a:gdLst>
            <a:ahLst/>
            <a:cxnLst/>
            <a:rect l="textAreaLeft" t="textAreaTop" r="textAreaRight" b="textAreaBottom"/>
            <a:pathLst>
              <a:path w="1973873" h="1944496">
                <a:moveTo>
                  <a:pt x="1330709" y="1944497"/>
                </a:moveTo>
                <a:lnTo>
                  <a:pt x="987562" y="1251328"/>
                </a:lnTo>
                <a:lnTo>
                  <a:pt x="644416" y="1944497"/>
                </a:lnTo>
                <a:lnTo>
                  <a:pt x="827552" y="1193200"/>
                </a:lnTo>
                <a:lnTo>
                  <a:pt x="119382" y="1503844"/>
                </a:lnTo>
                <a:lnTo>
                  <a:pt x="741922" y="1045691"/>
                </a:lnTo>
                <a:lnTo>
                  <a:pt x="0" y="828177"/>
                </a:lnTo>
                <a:lnTo>
                  <a:pt x="771298" y="877555"/>
                </a:lnTo>
                <a:lnTo>
                  <a:pt x="342521" y="234390"/>
                </a:lnTo>
                <a:lnTo>
                  <a:pt x="901932" y="768173"/>
                </a:lnTo>
                <a:lnTo>
                  <a:pt x="986937" y="0"/>
                </a:lnTo>
                <a:lnTo>
                  <a:pt x="1071942" y="768173"/>
                </a:lnTo>
                <a:lnTo>
                  <a:pt x="1631353" y="234390"/>
                </a:lnTo>
                <a:lnTo>
                  <a:pt x="1202576" y="877555"/>
                </a:lnTo>
                <a:lnTo>
                  <a:pt x="1973874" y="828177"/>
                </a:lnTo>
                <a:lnTo>
                  <a:pt x="1231953" y="1045691"/>
                </a:lnTo>
                <a:lnTo>
                  <a:pt x="1854491" y="1503844"/>
                </a:lnTo>
                <a:lnTo>
                  <a:pt x="1146322" y="1193200"/>
                </a:lnTo>
                <a:lnTo>
                  <a:pt x="1330709" y="1944497"/>
                </a:lnTo>
                <a:close/>
                <a:moveTo>
                  <a:pt x="987562" y="1234453"/>
                </a:moveTo>
                <a:lnTo>
                  <a:pt x="1306957" y="1879493"/>
                </a:lnTo>
                <a:lnTo>
                  <a:pt x="1136946" y="1180074"/>
                </a:lnTo>
                <a:lnTo>
                  <a:pt x="1795738" y="1468842"/>
                </a:lnTo>
                <a:lnTo>
                  <a:pt x="1216327" y="1042565"/>
                </a:lnTo>
                <a:lnTo>
                  <a:pt x="1223827" y="1040690"/>
                </a:lnTo>
                <a:lnTo>
                  <a:pt x="1906995" y="840678"/>
                </a:lnTo>
                <a:lnTo>
                  <a:pt x="1188825" y="886931"/>
                </a:lnTo>
                <a:lnTo>
                  <a:pt x="1587600" y="288143"/>
                </a:lnTo>
                <a:lnTo>
                  <a:pt x="1066942" y="785049"/>
                </a:lnTo>
                <a:lnTo>
                  <a:pt x="987562" y="69379"/>
                </a:lnTo>
                <a:lnTo>
                  <a:pt x="908182" y="784424"/>
                </a:lnTo>
                <a:lnTo>
                  <a:pt x="387524" y="287518"/>
                </a:lnTo>
                <a:lnTo>
                  <a:pt x="786299" y="886306"/>
                </a:lnTo>
                <a:lnTo>
                  <a:pt x="778799" y="885680"/>
                </a:lnTo>
                <a:lnTo>
                  <a:pt x="68754" y="840053"/>
                </a:lnTo>
                <a:lnTo>
                  <a:pt x="758798" y="1042565"/>
                </a:lnTo>
                <a:lnTo>
                  <a:pt x="752547" y="1046941"/>
                </a:lnTo>
                <a:lnTo>
                  <a:pt x="179386" y="1468842"/>
                </a:lnTo>
                <a:lnTo>
                  <a:pt x="838178" y="1180074"/>
                </a:lnTo>
                <a:lnTo>
                  <a:pt x="668167" y="1879493"/>
                </a:lnTo>
                <a:lnTo>
                  <a:pt x="987562" y="1234453"/>
                </a:lnTo>
                <a:close/>
              </a:path>
            </a:pathLst>
          </a:custGeom>
          <a:solidFill>
            <a:schemeClr val="dk1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endParaRPr b="0" lang="en-US" sz="1800" strike="noStrike" u="none">
              <a:solidFill>
                <a:srgbClr val="000000"/>
              </a:solidFill>
              <a:effectLst/>
              <a:uFillTx/>
              <a:latin typeface="OpenSymbol"/>
            </a:endParaRPr>
          </a:p>
        </p:txBody>
      </p:sp>
    </p:spTree>
  </p:cSld>
</p:sldLayout>
</file>

<file path=ppt/slideLayouts/slideLayout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TITLE_AND_TWO_COLUMNS_1"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57" name="Google Shape;409;p22" descr=""/>
          <p:cNvPicPr/>
          <p:nvPr/>
        </p:nvPicPr>
        <p:blipFill>
          <a:blip r:embed="rId2">
            <a:alphaModFix amt="30000"/>
          </a:blip>
          <a:stretch/>
        </p:blipFill>
        <p:spPr>
          <a:xfrm flipH="1">
            <a:off x="360" y="-3960"/>
            <a:ext cx="9143640" cy="515088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258" name="PlaceHolder 1"/>
          <p:cNvSpPr>
            <a:spLocks noGrp="1"/>
          </p:cNvSpPr>
          <p:nvPr>
            <p:ph type="title"/>
          </p:nvPr>
        </p:nvSpPr>
        <p:spPr>
          <a:xfrm>
            <a:off x="720000" y="444960"/>
            <a:ext cx="7703640" cy="5724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t">
            <a:noAutofit/>
          </a:bodyPr>
          <a:p>
            <a:pPr indent="0">
              <a:buNone/>
            </a:pPr>
            <a:r>
              <a:rPr b="0" lang="fr-FR" sz="3500" strike="noStrike" u="none">
                <a:solidFill>
                  <a:schemeClr val="dk1"/>
                </a:solidFill>
                <a:effectLst/>
                <a:uFillTx/>
                <a:latin typeface="Arial"/>
              </a:rPr>
              <a:t>Click to edit the title text format</a:t>
            </a:r>
            <a:endParaRPr b="0" lang="fr-FR" sz="3500" strike="noStrike" u="non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grpSp>
        <p:nvGrpSpPr>
          <p:cNvPr id="259" name="Google Shape;415;p22"/>
          <p:cNvGrpSpPr/>
          <p:nvPr/>
        </p:nvGrpSpPr>
        <p:grpSpPr>
          <a:xfrm>
            <a:off x="-1088640" y="369720"/>
            <a:ext cx="2052360" cy="2052360"/>
            <a:chOff x="-1088640" y="369720"/>
            <a:chExt cx="2052360" cy="2052360"/>
          </a:xfrm>
        </p:grpSpPr>
        <p:sp>
          <p:nvSpPr>
            <p:cNvPr id="260" name="Google Shape;416;p22"/>
            <p:cNvSpPr/>
            <p:nvPr/>
          </p:nvSpPr>
          <p:spPr>
            <a:xfrm rot="21039600">
              <a:off x="-1086840" y="1439640"/>
              <a:ext cx="941760" cy="94680"/>
            </a:xfrm>
            <a:custGeom>
              <a:avLst/>
              <a:gdLst>
                <a:gd name="textAreaLeft" fmla="*/ 0 w 941760"/>
                <a:gd name="textAreaRight" fmla="*/ 942120 w 941760"/>
                <a:gd name="textAreaTop" fmla="*/ 0 h 94680"/>
                <a:gd name="textAreaBottom" fmla="*/ 95040 h 94680"/>
              </a:gdLst>
              <a:ahLst/>
              <a:cxnLst/>
              <a:rect l="textAreaLeft" t="textAreaTop" r="textAreaRight" b="textAreaBottom"/>
              <a:pathLst>
                <a:path w="1575723" h="158763">
                  <a:moveTo>
                    <a:pt x="1099444" y="158764"/>
                  </a:moveTo>
                  <a:cubicBezTo>
                    <a:pt x="888806" y="158764"/>
                    <a:pt x="617539" y="138137"/>
                    <a:pt x="266891" y="111886"/>
                  </a:cubicBezTo>
                  <a:cubicBezTo>
                    <a:pt x="186262" y="105635"/>
                    <a:pt x="101881" y="99385"/>
                    <a:pt x="12501" y="93135"/>
                  </a:cubicBezTo>
                  <a:cubicBezTo>
                    <a:pt x="5000" y="92510"/>
                    <a:pt x="0" y="86884"/>
                    <a:pt x="0" y="79384"/>
                  </a:cubicBezTo>
                  <a:cubicBezTo>
                    <a:pt x="0" y="71883"/>
                    <a:pt x="5000" y="66258"/>
                    <a:pt x="12501" y="65633"/>
                  </a:cubicBezTo>
                  <a:cubicBezTo>
                    <a:pt x="101256" y="59382"/>
                    <a:pt x="186262" y="52507"/>
                    <a:pt x="266891" y="46882"/>
                  </a:cubicBezTo>
                  <a:cubicBezTo>
                    <a:pt x="961936" y="-5622"/>
                    <a:pt x="1344459" y="-34374"/>
                    <a:pt x="1562598" y="73133"/>
                  </a:cubicBezTo>
                  <a:lnTo>
                    <a:pt x="1575724" y="79384"/>
                  </a:lnTo>
                  <a:lnTo>
                    <a:pt x="1562598" y="85634"/>
                  </a:lnTo>
                  <a:cubicBezTo>
                    <a:pt x="1454466" y="138762"/>
                    <a:pt x="1306332" y="158764"/>
                    <a:pt x="1099444" y="158764"/>
                  </a:cubicBezTo>
                  <a:close/>
                  <a:moveTo>
                    <a:pt x="23751" y="79384"/>
                  </a:moveTo>
                  <a:cubicBezTo>
                    <a:pt x="108757" y="85634"/>
                    <a:pt x="190012" y="91884"/>
                    <a:pt x="268142" y="97510"/>
                  </a:cubicBezTo>
                  <a:cubicBezTo>
                    <a:pt x="946310" y="148763"/>
                    <a:pt x="1326333" y="177515"/>
                    <a:pt x="1543222" y="79384"/>
                  </a:cubicBezTo>
                  <a:cubicBezTo>
                    <a:pt x="1326333" y="-18748"/>
                    <a:pt x="946935" y="10004"/>
                    <a:pt x="268767" y="61258"/>
                  </a:cubicBezTo>
                  <a:cubicBezTo>
                    <a:pt x="190637" y="66883"/>
                    <a:pt x="109382" y="73133"/>
                    <a:pt x="23751" y="79384"/>
                  </a:cubicBezTo>
                  <a:close/>
                </a:path>
              </a:pathLst>
            </a:custGeom>
            <a:solidFill>
              <a:schemeClr val="accent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261" name="Google Shape;417;p22"/>
            <p:cNvSpPr/>
            <p:nvPr/>
          </p:nvSpPr>
          <p:spPr>
            <a:xfrm rot="21039600">
              <a:off x="-200880" y="371160"/>
              <a:ext cx="94680" cy="941760"/>
            </a:xfrm>
            <a:custGeom>
              <a:avLst/>
              <a:gdLst>
                <a:gd name="textAreaLeft" fmla="*/ 0 w 94680"/>
                <a:gd name="textAreaRight" fmla="*/ 95040 w 94680"/>
                <a:gd name="textAreaTop" fmla="*/ 0 h 941760"/>
                <a:gd name="textAreaBottom" fmla="*/ 942120 h 941760"/>
              </a:gdLst>
              <a:ahLst/>
              <a:cxnLst/>
              <a:rect l="textAreaLeft" t="textAreaTop" r="textAreaRight" b="textAreaBottom"/>
              <a:pathLst>
                <a:path w="158767" h="1575723">
                  <a:moveTo>
                    <a:pt x="79383" y="1575724"/>
                  </a:moveTo>
                  <a:lnTo>
                    <a:pt x="73133" y="1562598"/>
                  </a:lnTo>
                  <a:cubicBezTo>
                    <a:pt x="-34373" y="1344459"/>
                    <a:pt x="-5622" y="961935"/>
                    <a:pt x="46882" y="266892"/>
                  </a:cubicBezTo>
                  <a:cubicBezTo>
                    <a:pt x="53132" y="186262"/>
                    <a:pt x="59382" y="101256"/>
                    <a:pt x="65633" y="12501"/>
                  </a:cubicBezTo>
                  <a:lnTo>
                    <a:pt x="65633" y="12501"/>
                  </a:lnTo>
                  <a:cubicBezTo>
                    <a:pt x="66258" y="5000"/>
                    <a:pt x="71883" y="0"/>
                    <a:pt x="79383" y="0"/>
                  </a:cubicBezTo>
                  <a:cubicBezTo>
                    <a:pt x="79383" y="0"/>
                    <a:pt x="79383" y="0"/>
                    <a:pt x="79383" y="0"/>
                  </a:cubicBezTo>
                  <a:cubicBezTo>
                    <a:pt x="86884" y="0"/>
                    <a:pt x="92509" y="5000"/>
                    <a:pt x="93135" y="12501"/>
                  </a:cubicBezTo>
                  <a:cubicBezTo>
                    <a:pt x="99385" y="101881"/>
                    <a:pt x="106260" y="186262"/>
                    <a:pt x="111886" y="266892"/>
                  </a:cubicBezTo>
                  <a:cubicBezTo>
                    <a:pt x="164389" y="961935"/>
                    <a:pt x="193141" y="1344459"/>
                    <a:pt x="85634" y="1561973"/>
                  </a:cubicBezTo>
                  <a:lnTo>
                    <a:pt x="79383" y="1575724"/>
                  </a:lnTo>
                  <a:close/>
                  <a:moveTo>
                    <a:pt x="79383" y="24377"/>
                  </a:moveTo>
                  <a:cubicBezTo>
                    <a:pt x="73133" y="110007"/>
                    <a:pt x="66883" y="191262"/>
                    <a:pt x="61257" y="268767"/>
                  </a:cubicBezTo>
                  <a:cubicBezTo>
                    <a:pt x="10004" y="946934"/>
                    <a:pt x="-18747" y="1326333"/>
                    <a:pt x="79383" y="1543222"/>
                  </a:cubicBezTo>
                  <a:cubicBezTo>
                    <a:pt x="177515" y="1326333"/>
                    <a:pt x="148763" y="946934"/>
                    <a:pt x="97510" y="268767"/>
                  </a:cubicBezTo>
                  <a:cubicBezTo>
                    <a:pt x="91884" y="191262"/>
                    <a:pt x="85634" y="109382"/>
                    <a:pt x="79383" y="24377"/>
                  </a:cubicBezTo>
                  <a:close/>
                </a:path>
              </a:pathLst>
            </a:custGeom>
            <a:solidFill>
              <a:schemeClr val="accent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262" name="Google Shape;418;p22"/>
            <p:cNvSpPr/>
            <p:nvPr/>
          </p:nvSpPr>
          <p:spPr>
            <a:xfrm rot="21039600">
              <a:off x="-18720" y="1478880"/>
              <a:ext cx="94680" cy="941760"/>
            </a:xfrm>
            <a:custGeom>
              <a:avLst/>
              <a:gdLst>
                <a:gd name="textAreaLeft" fmla="*/ 0 w 94680"/>
                <a:gd name="textAreaRight" fmla="*/ 95040 w 94680"/>
                <a:gd name="textAreaTop" fmla="*/ 0 h 941760"/>
                <a:gd name="textAreaBottom" fmla="*/ 942120 h 941760"/>
              </a:gdLst>
              <a:ahLst/>
              <a:cxnLst/>
              <a:rect l="textAreaLeft" t="textAreaTop" r="textAreaRight" b="textAreaBottom"/>
              <a:pathLst>
                <a:path w="158767" h="1575724">
                  <a:moveTo>
                    <a:pt x="79383" y="1575724"/>
                  </a:moveTo>
                  <a:cubicBezTo>
                    <a:pt x="71883" y="1575724"/>
                    <a:pt x="66258" y="1570724"/>
                    <a:pt x="65633" y="1563223"/>
                  </a:cubicBezTo>
                  <a:cubicBezTo>
                    <a:pt x="59382" y="1474468"/>
                    <a:pt x="52507" y="1389462"/>
                    <a:pt x="46882" y="1308832"/>
                  </a:cubicBezTo>
                  <a:cubicBezTo>
                    <a:pt x="-5622" y="613788"/>
                    <a:pt x="-34373" y="231265"/>
                    <a:pt x="73133" y="13126"/>
                  </a:cubicBezTo>
                  <a:lnTo>
                    <a:pt x="79383" y="0"/>
                  </a:lnTo>
                  <a:lnTo>
                    <a:pt x="85634" y="13126"/>
                  </a:lnTo>
                  <a:cubicBezTo>
                    <a:pt x="193141" y="231265"/>
                    <a:pt x="164389" y="613788"/>
                    <a:pt x="111886" y="1308207"/>
                  </a:cubicBezTo>
                  <a:cubicBezTo>
                    <a:pt x="105636" y="1388837"/>
                    <a:pt x="99385" y="1473843"/>
                    <a:pt x="93135" y="1563223"/>
                  </a:cubicBezTo>
                  <a:cubicBezTo>
                    <a:pt x="92509" y="1570724"/>
                    <a:pt x="86884" y="1575724"/>
                    <a:pt x="79383" y="1575724"/>
                  </a:cubicBezTo>
                  <a:cubicBezTo>
                    <a:pt x="79383" y="1575724"/>
                    <a:pt x="79383" y="1575724"/>
                    <a:pt x="79383" y="1575724"/>
                  </a:cubicBezTo>
                  <a:close/>
                  <a:moveTo>
                    <a:pt x="79383" y="33127"/>
                  </a:moveTo>
                  <a:cubicBezTo>
                    <a:pt x="-18747" y="250016"/>
                    <a:pt x="10004" y="630040"/>
                    <a:pt x="61257" y="1307582"/>
                  </a:cubicBezTo>
                  <a:cubicBezTo>
                    <a:pt x="66883" y="1385087"/>
                    <a:pt x="73133" y="1466342"/>
                    <a:pt x="79383" y="1551973"/>
                  </a:cubicBezTo>
                  <a:cubicBezTo>
                    <a:pt x="85634" y="1466342"/>
                    <a:pt x="91884" y="1385087"/>
                    <a:pt x="97510" y="1307582"/>
                  </a:cubicBezTo>
                  <a:cubicBezTo>
                    <a:pt x="148763" y="629414"/>
                    <a:pt x="177515" y="250016"/>
                    <a:pt x="79383" y="33127"/>
                  </a:cubicBezTo>
                  <a:close/>
                </a:path>
              </a:pathLst>
            </a:custGeom>
            <a:solidFill>
              <a:schemeClr val="accent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263" name="Google Shape;419;p22"/>
            <p:cNvSpPr/>
            <p:nvPr/>
          </p:nvSpPr>
          <p:spPr>
            <a:xfrm rot="21039600">
              <a:off x="20520" y="1257480"/>
              <a:ext cx="941760" cy="94680"/>
            </a:xfrm>
            <a:custGeom>
              <a:avLst/>
              <a:gdLst>
                <a:gd name="textAreaLeft" fmla="*/ 0 w 941760"/>
                <a:gd name="textAreaRight" fmla="*/ 942120 w 941760"/>
                <a:gd name="textAreaTop" fmla="*/ 0 h 94680"/>
                <a:gd name="textAreaBottom" fmla="*/ 95040 h 94680"/>
              </a:gdLst>
              <a:ahLst/>
              <a:cxnLst/>
              <a:rect l="textAreaLeft" t="textAreaTop" r="textAreaRight" b="textAreaBottom"/>
              <a:pathLst>
                <a:path w="1575723" h="158763">
                  <a:moveTo>
                    <a:pt x="476280" y="158764"/>
                  </a:moveTo>
                  <a:cubicBezTo>
                    <a:pt x="269392" y="158764"/>
                    <a:pt x="120632" y="138762"/>
                    <a:pt x="13126" y="85634"/>
                  </a:cubicBezTo>
                  <a:lnTo>
                    <a:pt x="0" y="79384"/>
                  </a:lnTo>
                  <a:lnTo>
                    <a:pt x="13126" y="73133"/>
                  </a:lnTo>
                  <a:cubicBezTo>
                    <a:pt x="231265" y="-34374"/>
                    <a:pt x="613788" y="-5622"/>
                    <a:pt x="1308832" y="46882"/>
                  </a:cubicBezTo>
                  <a:cubicBezTo>
                    <a:pt x="1389462" y="53132"/>
                    <a:pt x="1474467" y="59382"/>
                    <a:pt x="1563223" y="65633"/>
                  </a:cubicBezTo>
                  <a:cubicBezTo>
                    <a:pt x="1570723" y="66258"/>
                    <a:pt x="1575724" y="71883"/>
                    <a:pt x="1575724" y="79384"/>
                  </a:cubicBezTo>
                  <a:cubicBezTo>
                    <a:pt x="1575724" y="86884"/>
                    <a:pt x="1570723" y="92510"/>
                    <a:pt x="1563223" y="93135"/>
                  </a:cubicBezTo>
                  <a:cubicBezTo>
                    <a:pt x="1474467" y="99385"/>
                    <a:pt x="1389462" y="106260"/>
                    <a:pt x="1308832" y="111886"/>
                  </a:cubicBezTo>
                  <a:cubicBezTo>
                    <a:pt x="958185" y="138137"/>
                    <a:pt x="686918" y="158764"/>
                    <a:pt x="476280" y="158764"/>
                  </a:cubicBezTo>
                  <a:close/>
                  <a:moveTo>
                    <a:pt x="33127" y="79384"/>
                  </a:moveTo>
                  <a:cubicBezTo>
                    <a:pt x="250016" y="177515"/>
                    <a:pt x="630039" y="148763"/>
                    <a:pt x="1308207" y="97510"/>
                  </a:cubicBezTo>
                  <a:cubicBezTo>
                    <a:pt x="1385712" y="91884"/>
                    <a:pt x="1466967" y="85634"/>
                    <a:pt x="1552597" y="79384"/>
                  </a:cubicBezTo>
                  <a:cubicBezTo>
                    <a:pt x="1466967" y="73133"/>
                    <a:pt x="1385712" y="66883"/>
                    <a:pt x="1308207" y="61258"/>
                  </a:cubicBezTo>
                  <a:cubicBezTo>
                    <a:pt x="629414" y="10004"/>
                    <a:pt x="249390" y="-18748"/>
                    <a:pt x="33127" y="79384"/>
                  </a:cubicBezTo>
                  <a:close/>
                </a:path>
              </a:pathLst>
            </a:custGeom>
            <a:solidFill>
              <a:schemeClr val="accent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264" name="Google Shape;420;p22"/>
            <p:cNvSpPr/>
            <p:nvPr/>
          </p:nvSpPr>
          <p:spPr>
            <a:xfrm rot="21039600">
              <a:off x="-724320" y="1519920"/>
              <a:ext cx="668160" cy="667800"/>
            </a:xfrm>
            <a:custGeom>
              <a:avLst/>
              <a:gdLst>
                <a:gd name="textAreaLeft" fmla="*/ 0 w 668160"/>
                <a:gd name="textAreaRight" fmla="*/ 668520 w 668160"/>
                <a:gd name="textAreaTop" fmla="*/ 0 h 667800"/>
                <a:gd name="textAreaBottom" fmla="*/ 668160 h 667800"/>
              </a:gdLst>
              <a:ahLst/>
              <a:cxnLst/>
              <a:rect l="textAreaLeft" t="textAreaTop" r="textAreaRight" b="textAreaBottom"/>
              <a:pathLst>
                <a:path w="1117897" h="1117570">
                  <a:moveTo>
                    <a:pt x="13453" y="1117570"/>
                  </a:moveTo>
                  <a:cubicBezTo>
                    <a:pt x="10328" y="1117570"/>
                    <a:pt x="6578" y="1116320"/>
                    <a:pt x="4077" y="1113195"/>
                  </a:cubicBezTo>
                  <a:cubicBezTo>
                    <a:pt x="-923" y="1108195"/>
                    <a:pt x="-1548" y="1100069"/>
                    <a:pt x="3452" y="1095069"/>
                  </a:cubicBezTo>
                  <a:cubicBezTo>
                    <a:pt x="61581" y="1027565"/>
                    <a:pt x="117210" y="963185"/>
                    <a:pt x="169713" y="901932"/>
                  </a:cubicBezTo>
                  <a:cubicBezTo>
                    <a:pt x="624116" y="373773"/>
                    <a:pt x="874132" y="82505"/>
                    <a:pt x="1104147" y="4375"/>
                  </a:cubicBezTo>
                  <a:lnTo>
                    <a:pt x="1117897" y="0"/>
                  </a:lnTo>
                  <a:lnTo>
                    <a:pt x="1113522" y="13751"/>
                  </a:lnTo>
                  <a:cubicBezTo>
                    <a:pt x="1035392" y="243765"/>
                    <a:pt x="744124" y="493781"/>
                    <a:pt x="215966" y="948184"/>
                  </a:cubicBezTo>
                  <a:cubicBezTo>
                    <a:pt x="154712" y="1000688"/>
                    <a:pt x="90333" y="1056316"/>
                    <a:pt x="22204" y="1115070"/>
                  </a:cubicBezTo>
                  <a:lnTo>
                    <a:pt x="22204" y="1115070"/>
                  </a:lnTo>
                  <a:cubicBezTo>
                    <a:pt x="19703" y="1116320"/>
                    <a:pt x="16578" y="1117570"/>
                    <a:pt x="13453" y="1117570"/>
                  </a:cubicBezTo>
                  <a:close/>
                  <a:moveTo>
                    <a:pt x="1094771" y="22501"/>
                  </a:moveTo>
                  <a:cubicBezTo>
                    <a:pt x="872257" y="106257"/>
                    <a:pt x="624116" y="395025"/>
                    <a:pt x="180963" y="910682"/>
                  </a:cubicBezTo>
                  <a:cubicBezTo>
                    <a:pt x="130335" y="970061"/>
                    <a:pt x="77207" y="1031940"/>
                    <a:pt x="20953" y="1096319"/>
                  </a:cubicBezTo>
                  <a:cubicBezTo>
                    <a:pt x="85958" y="1040065"/>
                    <a:pt x="147836" y="986937"/>
                    <a:pt x="206590" y="936309"/>
                  </a:cubicBezTo>
                  <a:cubicBezTo>
                    <a:pt x="722247" y="493156"/>
                    <a:pt x="1011016" y="245015"/>
                    <a:pt x="1094771" y="22501"/>
                  </a:cubicBezTo>
                  <a:close/>
                </a:path>
              </a:pathLst>
            </a:custGeom>
            <a:solidFill>
              <a:schemeClr val="accent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265" name="Google Shape;421;p22"/>
            <p:cNvSpPr/>
            <p:nvPr/>
          </p:nvSpPr>
          <p:spPr>
            <a:xfrm rot="21039600">
              <a:off x="61200" y="1390680"/>
              <a:ext cx="668160" cy="667800"/>
            </a:xfrm>
            <a:custGeom>
              <a:avLst/>
              <a:gdLst>
                <a:gd name="textAreaLeft" fmla="*/ 0 w 668160"/>
                <a:gd name="textAreaRight" fmla="*/ 668520 w 668160"/>
                <a:gd name="textAreaTop" fmla="*/ 0 h 667800"/>
                <a:gd name="textAreaBottom" fmla="*/ 668160 h 667800"/>
              </a:gdLst>
              <a:ahLst/>
              <a:cxnLst/>
              <a:rect l="textAreaLeft" t="textAreaTop" r="textAreaRight" b="textAreaBottom"/>
              <a:pathLst>
                <a:path w="1117897" h="1117570">
                  <a:moveTo>
                    <a:pt x="1103819" y="1117570"/>
                  </a:moveTo>
                  <a:cubicBezTo>
                    <a:pt x="1100694" y="1117570"/>
                    <a:pt x="1097569" y="1116320"/>
                    <a:pt x="1095069" y="1114445"/>
                  </a:cubicBezTo>
                  <a:cubicBezTo>
                    <a:pt x="1027564" y="1056316"/>
                    <a:pt x="963185" y="1000688"/>
                    <a:pt x="901931" y="948184"/>
                  </a:cubicBezTo>
                  <a:cubicBezTo>
                    <a:pt x="373148" y="493781"/>
                    <a:pt x="82505" y="243765"/>
                    <a:pt x="4375" y="13751"/>
                  </a:cubicBezTo>
                  <a:lnTo>
                    <a:pt x="0" y="0"/>
                  </a:lnTo>
                  <a:lnTo>
                    <a:pt x="13751" y="4375"/>
                  </a:lnTo>
                  <a:cubicBezTo>
                    <a:pt x="243765" y="82505"/>
                    <a:pt x="493781" y="373773"/>
                    <a:pt x="948184" y="901932"/>
                  </a:cubicBezTo>
                  <a:cubicBezTo>
                    <a:pt x="1000688" y="963185"/>
                    <a:pt x="1056316" y="1027565"/>
                    <a:pt x="1114445" y="1095069"/>
                  </a:cubicBezTo>
                  <a:lnTo>
                    <a:pt x="1114445" y="1095069"/>
                  </a:lnTo>
                  <a:cubicBezTo>
                    <a:pt x="1119445" y="1100694"/>
                    <a:pt x="1118820" y="1108195"/>
                    <a:pt x="1113820" y="1113820"/>
                  </a:cubicBezTo>
                  <a:cubicBezTo>
                    <a:pt x="1110695" y="1116320"/>
                    <a:pt x="1107569" y="1117570"/>
                    <a:pt x="1103819" y="1117570"/>
                  </a:cubicBezTo>
                  <a:close/>
                  <a:moveTo>
                    <a:pt x="22501" y="22501"/>
                  </a:moveTo>
                  <a:cubicBezTo>
                    <a:pt x="106257" y="245015"/>
                    <a:pt x="395025" y="493156"/>
                    <a:pt x="910682" y="936934"/>
                  </a:cubicBezTo>
                  <a:cubicBezTo>
                    <a:pt x="969436" y="987562"/>
                    <a:pt x="1031940" y="1040690"/>
                    <a:pt x="1096318" y="1096944"/>
                  </a:cubicBezTo>
                  <a:cubicBezTo>
                    <a:pt x="1040690" y="1031940"/>
                    <a:pt x="986936" y="970061"/>
                    <a:pt x="936308" y="911307"/>
                  </a:cubicBezTo>
                  <a:cubicBezTo>
                    <a:pt x="493781" y="395025"/>
                    <a:pt x="245640" y="106257"/>
                    <a:pt x="22501" y="22501"/>
                  </a:cubicBezTo>
                  <a:close/>
                </a:path>
              </a:pathLst>
            </a:custGeom>
            <a:solidFill>
              <a:schemeClr val="accent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266" name="Google Shape;422;p22"/>
            <p:cNvSpPr/>
            <p:nvPr/>
          </p:nvSpPr>
          <p:spPr>
            <a:xfrm rot="21039600">
              <a:off x="-68040" y="604440"/>
              <a:ext cx="668160" cy="668520"/>
            </a:xfrm>
            <a:custGeom>
              <a:avLst/>
              <a:gdLst>
                <a:gd name="textAreaLeft" fmla="*/ 0 w 668160"/>
                <a:gd name="textAreaRight" fmla="*/ 668520 w 668160"/>
                <a:gd name="textAreaTop" fmla="*/ 0 h 668520"/>
                <a:gd name="textAreaBottom" fmla="*/ 668880 h 668520"/>
              </a:gdLst>
              <a:ahLst/>
              <a:cxnLst/>
              <a:rect l="textAreaLeft" t="textAreaTop" r="textAreaRight" b="textAreaBottom"/>
              <a:pathLst>
                <a:path w="1117897" h="1118522">
                  <a:moveTo>
                    <a:pt x="0" y="1118522"/>
                  </a:moveTo>
                  <a:lnTo>
                    <a:pt x="4376" y="1104772"/>
                  </a:lnTo>
                  <a:cubicBezTo>
                    <a:pt x="82506" y="874757"/>
                    <a:pt x="373774" y="624741"/>
                    <a:pt x="901932" y="170338"/>
                  </a:cubicBezTo>
                  <a:cubicBezTo>
                    <a:pt x="963186" y="117835"/>
                    <a:pt x="1027565" y="62206"/>
                    <a:pt x="1095694" y="3452"/>
                  </a:cubicBezTo>
                  <a:cubicBezTo>
                    <a:pt x="1101320" y="-1548"/>
                    <a:pt x="1108820" y="-923"/>
                    <a:pt x="1113821" y="4077"/>
                  </a:cubicBezTo>
                  <a:cubicBezTo>
                    <a:pt x="1118820" y="9078"/>
                    <a:pt x="1119446" y="17203"/>
                    <a:pt x="1114445" y="22204"/>
                  </a:cubicBezTo>
                  <a:lnTo>
                    <a:pt x="1114445" y="22204"/>
                  </a:lnTo>
                  <a:cubicBezTo>
                    <a:pt x="1056316" y="89708"/>
                    <a:pt x="1000689" y="154087"/>
                    <a:pt x="948185" y="215341"/>
                  </a:cubicBezTo>
                  <a:cubicBezTo>
                    <a:pt x="493781" y="743499"/>
                    <a:pt x="243765" y="1034767"/>
                    <a:pt x="13751" y="1112897"/>
                  </a:cubicBezTo>
                  <a:lnTo>
                    <a:pt x="0" y="1118522"/>
                  </a:lnTo>
                  <a:close/>
                  <a:moveTo>
                    <a:pt x="1103820" y="13453"/>
                  </a:moveTo>
                  <a:cubicBezTo>
                    <a:pt x="1036940" y="72832"/>
                    <a:pt x="972562" y="128460"/>
                    <a:pt x="911308" y="180963"/>
                  </a:cubicBezTo>
                  <a:cubicBezTo>
                    <a:pt x="395650" y="624116"/>
                    <a:pt x="106882" y="872257"/>
                    <a:pt x="23127" y="1094771"/>
                  </a:cubicBezTo>
                  <a:cubicBezTo>
                    <a:pt x="245641" y="1011016"/>
                    <a:pt x="493781" y="722248"/>
                    <a:pt x="937559" y="206590"/>
                  </a:cubicBezTo>
                  <a:cubicBezTo>
                    <a:pt x="990062" y="145336"/>
                    <a:pt x="1045691" y="80957"/>
                    <a:pt x="1103820" y="13453"/>
                  </a:cubicBezTo>
                  <a:lnTo>
                    <a:pt x="1109445" y="18453"/>
                  </a:lnTo>
                  <a:lnTo>
                    <a:pt x="1103820" y="13453"/>
                  </a:lnTo>
                  <a:lnTo>
                    <a:pt x="1109445" y="18453"/>
                  </a:lnTo>
                  <a:lnTo>
                    <a:pt x="1103820" y="13453"/>
                  </a:lnTo>
                  <a:close/>
                </a:path>
              </a:pathLst>
            </a:custGeom>
            <a:solidFill>
              <a:schemeClr val="accent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267" name="Google Shape;423;p22"/>
            <p:cNvSpPr/>
            <p:nvPr/>
          </p:nvSpPr>
          <p:spPr>
            <a:xfrm rot="21039600">
              <a:off x="-853560" y="734040"/>
              <a:ext cx="668520" cy="668160"/>
            </a:xfrm>
            <a:custGeom>
              <a:avLst/>
              <a:gdLst>
                <a:gd name="textAreaLeft" fmla="*/ 0 w 668520"/>
                <a:gd name="textAreaRight" fmla="*/ 668880 w 668520"/>
                <a:gd name="textAreaTop" fmla="*/ 0 h 668160"/>
                <a:gd name="textAreaBottom" fmla="*/ 668520 h 668160"/>
              </a:gdLst>
              <a:ahLst/>
              <a:cxnLst/>
              <a:rect l="textAreaLeft" t="textAreaTop" r="textAreaRight" b="textAreaBottom"/>
              <a:pathLst>
                <a:path w="1118522" h="1117897">
                  <a:moveTo>
                    <a:pt x="1118522" y="1117897"/>
                  </a:moveTo>
                  <a:lnTo>
                    <a:pt x="1104772" y="1113522"/>
                  </a:lnTo>
                  <a:cubicBezTo>
                    <a:pt x="874757" y="1035392"/>
                    <a:pt x="624741" y="744124"/>
                    <a:pt x="170338" y="215966"/>
                  </a:cubicBezTo>
                  <a:cubicBezTo>
                    <a:pt x="117834" y="154712"/>
                    <a:pt x="62206" y="90333"/>
                    <a:pt x="3452" y="22204"/>
                  </a:cubicBezTo>
                  <a:lnTo>
                    <a:pt x="3452" y="22204"/>
                  </a:lnTo>
                  <a:cubicBezTo>
                    <a:pt x="-1548" y="16578"/>
                    <a:pt x="-923" y="9078"/>
                    <a:pt x="4077" y="4077"/>
                  </a:cubicBezTo>
                  <a:cubicBezTo>
                    <a:pt x="9077" y="-923"/>
                    <a:pt x="17203" y="-1548"/>
                    <a:pt x="22828" y="3452"/>
                  </a:cubicBezTo>
                  <a:cubicBezTo>
                    <a:pt x="90333" y="61581"/>
                    <a:pt x="154712" y="117209"/>
                    <a:pt x="216591" y="170338"/>
                  </a:cubicBezTo>
                  <a:cubicBezTo>
                    <a:pt x="744749" y="624741"/>
                    <a:pt x="1036017" y="874757"/>
                    <a:pt x="1114147" y="1104771"/>
                  </a:cubicBezTo>
                  <a:lnTo>
                    <a:pt x="1118522" y="1117897"/>
                  </a:lnTo>
                  <a:close/>
                  <a:moveTo>
                    <a:pt x="20953" y="20953"/>
                  </a:moveTo>
                  <a:cubicBezTo>
                    <a:pt x="77207" y="85958"/>
                    <a:pt x="130335" y="147836"/>
                    <a:pt x="180963" y="206590"/>
                  </a:cubicBezTo>
                  <a:cubicBezTo>
                    <a:pt x="624116" y="722248"/>
                    <a:pt x="872257" y="1011016"/>
                    <a:pt x="1094771" y="1094771"/>
                  </a:cubicBezTo>
                  <a:cubicBezTo>
                    <a:pt x="1011016" y="872257"/>
                    <a:pt x="722247" y="624116"/>
                    <a:pt x="206590" y="180963"/>
                  </a:cubicBezTo>
                  <a:cubicBezTo>
                    <a:pt x="147836" y="129710"/>
                    <a:pt x="85958" y="76582"/>
                    <a:pt x="20953" y="20953"/>
                  </a:cubicBezTo>
                  <a:close/>
                </a:path>
              </a:pathLst>
            </a:custGeom>
            <a:solidFill>
              <a:schemeClr val="accent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268" name="Google Shape;424;p22"/>
            <p:cNvSpPr/>
            <p:nvPr/>
          </p:nvSpPr>
          <p:spPr>
            <a:xfrm rot="21039600">
              <a:off x="-993600" y="1122120"/>
              <a:ext cx="828000" cy="327600"/>
            </a:xfrm>
            <a:custGeom>
              <a:avLst/>
              <a:gdLst>
                <a:gd name="textAreaLeft" fmla="*/ 0 w 828000"/>
                <a:gd name="textAreaRight" fmla="*/ 828360 w 828000"/>
                <a:gd name="textAreaTop" fmla="*/ 0 h 327600"/>
                <a:gd name="textAreaBottom" fmla="*/ 327960 h 327600"/>
              </a:gdLst>
              <a:ahLst/>
              <a:cxnLst/>
              <a:rect l="textAreaLeft" t="textAreaTop" r="textAreaRight" b="textAreaBottom"/>
              <a:pathLst>
                <a:path w="1385324" h="548695">
                  <a:moveTo>
                    <a:pt x="1330322" y="548695"/>
                  </a:moveTo>
                  <a:cubicBezTo>
                    <a:pt x="1104057" y="548695"/>
                    <a:pt x="782787" y="394936"/>
                    <a:pt x="224627" y="128669"/>
                  </a:cubicBezTo>
                  <a:cubicBezTo>
                    <a:pt x="155873" y="96167"/>
                    <a:pt x="83993" y="61165"/>
                    <a:pt x="7739" y="25538"/>
                  </a:cubicBezTo>
                  <a:cubicBezTo>
                    <a:pt x="1488" y="22412"/>
                    <a:pt x="-1637" y="15537"/>
                    <a:pt x="863" y="8661"/>
                  </a:cubicBezTo>
                  <a:cubicBezTo>
                    <a:pt x="3363" y="1786"/>
                    <a:pt x="10239" y="-1339"/>
                    <a:pt x="17114" y="536"/>
                  </a:cubicBezTo>
                  <a:cubicBezTo>
                    <a:pt x="97119" y="24912"/>
                    <a:pt x="173999" y="48664"/>
                    <a:pt x="247129" y="70540"/>
                  </a:cubicBezTo>
                  <a:cubicBezTo>
                    <a:pt x="874668" y="261177"/>
                    <a:pt x="1220940" y="366184"/>
                    <a:pt x="1375325" y="534945"/>
                  </a:cubicBezTo>
                  <a:lnTo>
                    <a:pt x="1385325" y="545570"/>
                  </a:lnTo>
                  <a:lnTo>
                    <a:pt x="1370950" y="546820"/>
                  </a:lnTo>
                  <a:cubicBezTo>
                    <a:pt x="1357823" y="548070"/>
                    <a:pt x="1344073" y="548695"/>
                    <a:pt x="1330322" y="548695"/>
                  </a:cubicBezTo>
                  <a:close/>
                  <a:moveTo>
                    <a:pt x="27740" y="18662"/>
                  </a:moveTo>
                  <a:cubicBezTo>
                    <a:pt x="98369" y="52414"/>
                    <a:pt x="165873" y="84291"/>
                    <a:pt x="230878" y="115543"/>
                  </a:cubicBezTo>
                  <a:cubicBezTo>
                    <a:pt x="807789" y="391185"/>
                    <a:pt x="1131559" y="545570"/>
                    <a:pt x="1354698" y="533694"/>
                  </a:cubicBezTo>
                  <a:cubicBezTo>
                    <a:pt x="1197813" y="374309"/>
                    <a:pt x="854666" y="269928"/>
                    <a:pt x="243379" y="84291"/>
                  </a:cubicBezTo>
                  <a:cubicBezTo>
                    <a:pt x="174624" y="63665"/>
                    <a:pt x="102745" y="41788"/>
                    <a:pt x="27740" y="18662"/>
                  </a:cubicBezTo>
                  <a:close/>
                  <a:moveTo>
                    <a:pt x="13989" y="12412"/>
                  </a:moveTo>
                  <a:lnTo>
                    <a:pt x="10864" y="18662"/>
                  </a:lnTo>
                  <a:lnTo>
                    <a:pt x="13989" y="12412"/>
                  </a:lnTo>
                  <a:close/>
                </a:path>
              </a:pathLst>
            </a:custGeom>
            <a:solidFill>
              <a:schemeClr val="accent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269" name="Google Shape;425;p22"/>
            <p:cNvSpPr/>
            <p:nvPr/>
          </p:nvSpPr>
          <p:spPr>
            <a:xfrm rot="21039600">
              <a:off x="-115920" y="464760"/>
              <a:ext cx="327600" cy="827640"/>
            </a:xfrm>
            <a:custGeom>
              <a:avLst/>
              <a:gdLst>
                <a:gd name="textAreaLeft" fmla="*/ 0 w 327600"/>
                <a:gd name="textAreaRight" fmla="*/ 327960 w 327600"/>
                <a:gd name="textAreaTop" fmla="*/ 0 h 827640"/>
                <a:gd name="textAreaBottom" fmla="*/ 828000 h 827640"/>
              </a:gdLst>
              <a:ahLst/>
              <a:cxnLst/>
              <a:rect l="textAreaLeft" t="textAreaTop" r="textAreaRight" b="textAreaBottom"/>
              <a:pathLst>
                <a:path w="548537" h="1384699">
                  <a:moveTo>
                    <a:pt x="2968" y="1384700"/>
                  </a:moveTo>
                  <a:lnTo>
                    <a:pt x="1717" y="1370324"/>
                  </a:lnTo>
                  <a:cubicBezTo>
                    <a:pt x="-18284" y="1142185"/>
                    <a:pt x="137351" y="816539"/>
                    <a:pt x="419869" y="224627"/>
                  </a:cubicBezTo>
                  <a:cubicBezTo>
                    <a:pt x="452996" y="155873"/>
                    <a:pt x="487373" y="83368"/>
                    <a:pt x="523000" y="7739"/>
                  </a:cubicBezTo>
                  <a:lnTo>
                    <a:pt x="523000" y="7739"/>
                  </a:lnTo>
                  <a:cubicBezTo>
                    <a:pt x="526125" y="1488"/>
                    <a:pt x="533001" y="-1637"/>
                    <a:pt x="539876" y="863"/>
                  </a:cubicBezTo>
                  <a:cubicBezTo>
                    <a:pt x="546752" y="3363"/>
                    <a:pt x="549877" y="10239"/>
                    <a:pt x="548002" y="17114"/>
                  </a:cubicBezTo>
                  <a:cubicBezTo>
                    <a:pt x="523625" y="97744"/>
                    <a:pt x="499874" y="173999"/>
                    <a:pt x="477998" y="247129"/>
                  </a:cubicBezTo>
                  <a:cubicBezTo>
                    <a:pt x="287361" y="874668"/>
                    <a:pt x="182354" y="1220315"/>
                    <a:pt x="13593" y="1375324"/>
                  </a:cubicBezTo>
                  <a:lnTo>
                    <a:pt x="2968" y="1384700"/>
                  </a:lnTo>
                  <a:close/>
                  <a:moveTo>
                    <a:pt x="529876" y="27740"/>
                  </a:moveTo>
                  <a:cubicBezTo>
                    <a:pt x="496123" y="98369"/>
                    <a:pt x="463622" y="166498"/>
                    <a:pt x="432994" y="230878"/>
                  </a:cubicBezTo>
                  <a:cubicBezTo>
                    <a:pt x="157352" y="807789"/>
                    <a:pt x="2968" y="1130934"/>
                    <a:pt x="14843" y="1354073"/>
                  </a:cubicBezTo>
                  <a:cubicBezTo>
                    <a:pt x="174228" y="1197188"/>
                    <a:pt x="278610" y="854042"/>
                    <a:pt x="464246" y="242753"/>
                  </a:cubicBezTo>
                  <a:cubicBezTo>
                    <a:pt x="484873" y="174624"/>
                    <a:pt x="506749" y="102745"/>
                    <a:pt x="529876" y="27740"/>
                  </a:cubicBezTo>
                  <a:close/>
                  <a:moveTo>
                    <a:pt x="536126" y="13989"/>
                  </a:moveTo>
                  <a:lnTo>
                    <a:pt x="536126" y="13989"/>
                  </a:lnTo>
                  <a:lnTo>
                    <a:pt x="529876" y="10864"/>
                  </a:lnTo>
                  <a:lnTo>
                    <a:pt x="536126" y="13989"/>
                  </a:lnTo>
                  <a:close/>
                </a:path>
              </a:pathLst>
            </a:custGeom>
            <a:solidFill>
              <a:schemeClr val="accent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270" name="Google Shape;426;p22"/>
            <p:cNvSpPr/>
            <p:nvPr/>
          </p:nvSpPr>
          <p:spPr>
            <a:xfrm rot="21039600">
              <a:off x="-336600" y="1499040"/>
              <a:ext cx="327600" cy="828360"/>
            </a:xfrm>
            <a:custGeom>
              <a:avLst/>
              <a:gdLst>
                <a:gd name="textAreaLeft" fmla="*/ 0 w 327600"/>
                <a:gd name="textAreaRight" fmla="*/ 327960 w 327600"/>
                <a:gd name="textAreaTop" fmla="*/ 0 h 828360"/>
                <a:gd name="textAreaBottom" fmla="*/ 828720 h 828360"/>
              </a:gdLst>
              <a:ahLst/>
              <a:cxnLst/>
              <a:rect l="textAreaLeft" t="textAreaTop" r="textAreaRight" b="textAreaBottom"/>
              <a:pathLst>
                <a:path w="548537" h="1385711">
                  <a:moveTo>
                    <a:pt x="13662" y="1385712"/>
                  </a:moveTo>
                  <a:cubicBezTo>
                    <a:pt x="11787" y="1385712"/>
                    <a:pt x="10537" y="1385712"/>
                    <a:pt x="8662" y="1384462"/>
                  </a:cubicBezTo>
                  <a:cubicBezTo>
                    <a:pt x="1786" y="1381962"/>
                    <a:pt x="-1339" y="1375087"/>
                    <a:pt x="536" y="1368211"/>
                  </a:cubicBezTo>
                  <a:lnTo>
                    <a:pt x="536" y="1368211"/>
                  </a:lnTo>
                  <a:cubicBezTo>
                    <a:pt x="24912" y="1287581"/>
                    <a:pt x="48664" y="1211326"/>
                    <a:pt x="70541" y="1138197"/>
                  </a:cubicBezTo>
                  <a:cubicBezTo>
                    <a:pt x="261178" y="510657"/>
                    <a:pt x="366184" y="165010"/>
                    <a:pt x="534944" y="10001"/>
                  </a:cubicBezTo>
                  <a:lnTo>
                    <a:pt x="545570" y="0"/>
                  </a:lnTo>
                  <a:lnTo>
                    <a:pt x="546820" y="14376"/>
                  </a:lnTo>
                  <a:cubicBezTo>
                    <a:pt x="566822" y="242515"/>
                    <a:pt x="411187" y="568161"/>
                    <a:pt x="128669" y="1160698"/>
                  </a:cubicBezTo>
                  <a:cubicBezTo>
                    <a:pt x="96167" y="1229452"/>
                    <a:pt x="61165" y="1301332"/>
                    <a:pt x="25537" y="1377587"/>
                  </a:cubicBezTo>
                  <a:cubicBezTo>
                    <a:pt x="23038" y="1383212"/>
                    <a:pt x="18662" y="1385712"/>
                    <a:pt x="13662" y="1385712"/>
                  </a:cubicBezTo>
                  <a:close/>
                  <a:moveTo>
                    <a:pt x="8037" y="1370711"/>
                  </a:moveTo>
                  <a:lnTo>
                    <a:pt x="14912" y="1372586"/>
                  </a:lnTo>
                  <a:cubicBezTo>
                    <a:pt x="14912" y="1372586"/>
                    <a:pt x="14912" y="1372586"/>
                    <a:pt x="14912" y="1372586"/>
                  </a:cubicBezTo>
                  <a:lnTo>
                    <a:pt x="8037" y="1370711"/>
                  </a:lnTo>
                  <a:close/>
                  <a:moveTo>
                    <a:pt x="534319" y="31877"/>
                  </a:moveTo>
                  <a:cubicBezTo>
                    <a:pt x="374934" y="188762"/>
                    <a:pt x="270553" y="531908"/>
                    <a:pt x="84916" y="1143197"/>
                  </a:cubicBezTo>
                  <a:cubicBezTo>
                    <a:pt x="63665" y="1213826"/>
                    <a:pt x="41163" y="1287581"/>
                    <a:pt x="17412" y="1364461"/>
                  </a:cubicBezTo>
                  <a:cubicBezTo>
                    <a:pt x="51164" y="1291956"/>
                    <a:pt x="84291" y="1221952"/>
                    <a:pt x="116168" y="1155073"/>
                  </a:cubicBezTo>
                  <a:cubicBezTo>
                    <a:pt x="391185" y="578786"/>
                    <a:pt x="545570" y="255016"/>
                    <a:pt x="534319" y="31877"/>
                  </a:cubicBezTo>
                  <a:close/>
                </a:path>
              </a:pathLst>
            </a:custGeom>
            <a:solidFill>
              <a:schemeClr val="accent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271" name="Google Shape;427;p22"/>
            <p:cNvSpPr/>
            <p:nvPr/>
          </p:nvSpPr>
          <p:spPr>
            <a:xfrm rot="21039600">
              <a:off x="41040" y="1342800"/>
              <a:ext cx="827640" cy="327600"/>
            </a:xfrm>
            <a:custGeom>
              <a:avLst/>
              <a:gdLst>
                <a:gd name="textAreaLeft" fmla="*/ 0 w 827640"/>
                <a:gd name="textAreaRight" fmla="*/ 828000 w 827640"/>
                <a:gd name="textAreaTop" fmla="*/ 0 h 327600"/>
                <a:gd name="textAreaBottom" fmla="*/ 327960 h 327600"/>
              </a:gdLst>
              <a:ahLst/>
              <a:cxnLst/>
              <a:rect l="textAreaLeft" t="textAreaTop" r="textAreaRight" b="textAreaBottom"/>
              <a:pathLst>
                <a:path w="1384700" h="548626">
                  <a:moveTo>
                    <a:pt x="1371961" y="548627"/>
                  </a:moveTo>
                  <a:cubicBezTo>
                    <a:pt x="1370711" y="548627"/>
                    <a:pt x="1369462" y="548627"/>
                    <a:pt x="1368211" y="548002"/>
                  </a:cubicBezTo>
                  <a:cubicBezTo>
                    <a:pt x="1287581" y="523625"/>
                    <a:pt x="1211326" y="499874"/>
                    <a:pt x="1138197" y="477997"/>
                  </a:cubicBezTo>
                  <a:cubicBezTo>
                    <a:pt x="510658" y="287360"/>
                    <a:pt x="165011" y="182354"/>
                    <a:pt x="10001" y="13593"/>
                  </a:cubicBezTo>
                  <a:lnTo>
                    <a:pt x="0" y="2968"/>
                  </a:lnTo>
                  <a:lnTo>
                    <a:pt x="14376" y="1717"/>
                  </a:lnTo>
                  <a:cubicBezTo>
                    <a:pt x="241891" y="-18284"/>
                    <a:pt x="568161" y="137351"/>
                    <a:pt x="1160074" y="419869"/>
                  </a:cubicBezTo>
                  <a:cubicBezTo>
                    <a:pt x="1228828" y="452996"/>
                    <a:pt x="1300707" y="487373"/>
                    <a:pt x="1376962" y="523000"/>
                  </a:cubicBezTo>
                  <a:lnTo>
                    <a:pt x="1376962" y="523000"/>
                  </a:lnTo>
                  <a:cubicBezTo>
                    <a:pt x="1383212" y="526125"/>
                    <a:pt x="1386337" y="533001"/>
                    <a:pt x="1383837" y="539876"/>
                  </a:cubicBezTo>
                  <a:cubicBezTo>
                    <a:pt x="1381963" y="545502"/>
                    <a:pt x="1376962" y="548627"/>
                    <a:pt x="1371961" y="548627"/>
                  </a:cubicBezTo>
                  <a:close/>
                  <a:moveTo>
                    <a:pt x="1371336" y="536126"/>
                  </a:moveTo>
                  <a:lnTo>
                    <a:pt x="1371336" y="536126"/>
                  </a:lnTo>
                  <a:lnTo>
                    <a:pt x="1374462" y="529876"/>
                  </a:lnTo>
                  <a:lnTo>
                    <a:pt x="1371336" y="536126"/>
                  </a:lnTo>
                  <a:close/>
                  <a:moveTo>
                    <a:pt x="30627" y="14843"/>
                  </a:moveTo>
                  <a:cubicBezTo>
                    <a:pt x="187512" y="174228"/>
                    <a:pt x="530659" y="278610"/>
                    <a:pt x="1141947" y="464246"/>
                  </a:cubicBezTo>
                  <a:cubicBezTo>
                    <a:pt x="1210702" y="484873"/>
                    <a:pt x="1282581" y="506749"/>
                    <a:pt x="1357586" y="529876"/>
                  </a:cubicBezTo>
                  <a:cubicBezTo>
                    <a:pt x="1286956" y="496124"/>
                    <a:pt x="1218827" y="463621"/>
                    <a:pt x="1154448" y="432995"/>
                  </a:cubicBezTo>
                  <a:cubicBezTo>
                    <a:pt x="577536" y="157352"/>
                    <a:pt x="253767" y="2968"/>
                    <a:pt x="30627" y="14843"/>
                  </a:cubicBezTo>
                  <a:close/>
                </a:path>
              </a:pathLst>
            </a:custGeom>
            <a:solidFill>
              <a:schemeClr val="accent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272" name="Google Shape;428;p22"/>
            <p:cNvSpPr/>
            <p:nvPr/>
          </p:nvSpPr>
          <p:spPr>
            <a:xfrm rot="21039600">
              <a:off x="-910800" y="1505520"/>
              <a:ext cx="812520" cy="363240"/>
            </a:xfrm>
            <a:custGeom>
              <a:avLst/>
              <a:gdLst>
                <a:gd name="textAreaLeft" fmla="*/ 0 w 812520"/>
                <a:gd name="textAreaRight" fmla="*/ 812880 w 812520"/>
                <a:gd name="textAreaTop" fmla="*/ 0 h 363240"/>
                <a:gd name="textAreaBottom" fmla="*/ 363600 h 363240"/>
              </a:gdLst>
              <a:ahLst/>
              <a:cxnLst/>
              <a:rect l="textAreaLeft" t="textAreaTop" r="textAreaRight" b="textAreaBottom"/>
              <a:pathLst>
                <a:path w="1359555" h="607906">
                  <a:moveTo>
                    <a:pt x="13221" y="607907"/>
                  </a:moveTo>
                  <a:cubicBezTo>
                    <a:pt x="8221" y="607907"/>
                    <a:pt x="3845" y="604781"/>
                    <a:pt x="1345" y="599781"/>
                  </a:cubicBezTo>
                  <a:cubicBezTo>
                    <a:pt x="-1780" y="593530"/>
                    <a:pt x="720" y="586030"/>
                    <a:pt x="6971" y="582905"/>
                  </a:cubicBezTo>
                  <a:cubicBezTo>
                    <a:pt x="81350" y="543527"/>
                    <a:pt x="151980" y="506025"/>
                    <a:pt x="218859" y="469773"/>
                  </a:cubicBezTo>
                  <a:cubicBezTo>
                    <a:pt x="797645" y="161003"/>
                    <a:pt x="1116415" y="-9007"/>
                    <a:pt x="1345180" y="368"/>
                  </a:cubicBezTo>
                  <a:lnTo>
                    <a:pt x="1359556" y="993"/>
                  </a:lnTo>
                  <a:lnTo>
                    <a:pt x="1350180" y="12244"/>
                  </a:lnTo>
                  <a:cubicBezTo>
                    <a:pt x="1203296" y="187880"/>
                    <a:pt x="862650" y="307888"/>
                    <a:pt x="244486" y="526651"/>
                  </a:cubicBezTo>
                  <a:cubicBezTo>
                    <a:pt x="172606" y="552278"/>
                    <a:pt x="96976" y="578530"/>
                    <a:pt x="17596" y="606656"/>
                  </a:cubicBezTo>
                  <a:lnTo>
                    <a:pt x="17596" y="606656"/>
                  </a:lnTo>
                  <a:cubicBezTo>
                    <a:pt x="15721" y="607281"/>
                    <a:pt x="14471" y="607907"/>
                    <a:pt x="13221" y="607907"/>
                  </a:cubicBezTo>
                  <a:close/>
                  <a:moveTo>
                    <a:pt x="12596" y="593530"/>
                  </a:moveTo>
                  <a:lnTo>
                    <a:pt x="12596" y="593530"/>
                  </a:lnTo>
                  <a:lnTo>
                    <a:pt x="12596" y="593530"/>
                  </a:lnTo>
                  <a:lnTo>
                    <a:pt x="12596" y="593530"/>
                  </a:lnTo>
                  <a:close/>
                  <a:moveTo>
                    <a:pt x="1325804" y="14119"/>
                  </a:moveTo>
                  <a:cubicBezTo>
                    <a:pt x="1102040" y="14119"/>
                    <a:pt x="786395" y="182880"/>
                    <a:pt x="225734" y="482274"/>
                  </a:cubicBezTo>
                  <a:cubicBezTo>
                    <a:pt x="162606" y="516026"/>
                    <a:pt x="96352" y="551028"/>
                    <a:pt x="26972" y="587905"/>
                  </a:cubicBezTo>
                  <a:cubicBezTo>
                    <a:pt x="100727" y="561653"/>
                    <a:pt x="171981" y="536652"/>
                    <a:pt x="239485" y="512900"/>
                  </a:cubicBezTo>
                  <a:cubicBezTo>
                    <a:pt x="842023" y="299762"/>
                    <a:pt x="1179544" y="180379"/>
                    <a:pt x="1329554" y="14119"/>
                  </a:cubicBezTo>
                  <a:cubicBezTo>
                    <a:pt x="1328304" y="14119"/>
                    <a:pt x="1327054" y="14119"/>
                    <a:pt x="1325804" y="14119"/>
                  </a:cubicBezTo>
                  <a:close/>
                </a:path>
              </a:pathLst>
            </a:custGeom>
            <a:solidFill>
              <a:schemeClr val="accent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273" name="Google Shape;429;p22"/>
            <p:cNvSpPr/>
            <p:nvPr/>
          </p:nvSpPr>
          <p:spPr>
            <a:xfrm rot="21039600">
              <a:off x="46800" y="1432440"/>
              <a:ext cx="362880" cy="812520"/>
            </a:xfrm>
            <a:custGeom>
              <a:avLst/>
              <a:gdLst>
                <a:gd name="textAreaLeft" fmla="*/ 0 w 362880"/>
                <a:gd name="textAreaRight" fmla="*/ 363240 w 362880"/>
                <a:gd name="textAreaTop" fmla="*/ 0 h 812520"/>
                <a:gd name="textAreaBottom" fmla="*/ 812880 h 812520"/>
              </a:gdLst>
              <a:ahLst/>
              <a:cxnLst/>
              <a:rect l="textAreaLeft" t="textAreaTop" r="textAreaRight" b="textAreaBottom"/>
              <a:pathLst>
                <a:path w="607567" h="1359460">
                  <a:moveTo>
                    <a:pt x="594203" y="1359460"/>
                  </a:moveTo>
                  <a:cubicBezTo>
                    <a:pt x="589204" y="1359460"/>
                    <a:pt x="584828" y="1356960"/>
                    <a:pt x="582953" y="1352585"/>
                  </a:cubicBezTo>
                  <a:cubicBezTo>
                    <a:pt x="543575" y="1278205"/>
                    <a:pt x="506073" y="1208201"/>
                    <a:pt x="469821" y="1140697"/>
                  </a:cubicBezTo>
                  <a:cubicBezTo>
                    <a:pt x="161052" y="561910"/>
                    <a:pt x="-9584" y="243140"/>
                    <a:pt x="416" y="14376"/>
                  </a:cubicBezTo>
                  <a:lnTo>
                    <a:pt x="1042" y="0"/>
                  </a:lnTo>
                  <a:lnTo>
                    <a:pt x="12292" y="9376"/>
                  </a:lnTo>
                  <a:cubicBezTo>
                    <a:pt x="187928" y="156260"/>
                    <a:pt x="307936" y="496906"/>
                    <a:pt x="526700" y="1115070"/>
                  </a:cubicBezTo>
                  <a:cubicBezTo>
                    <a:pt x="552326" y="1186949"/>
                    <a:pt x="578578" y="1262579"/>
                    <a:pt x="606704" y="1341334"/>
                  </a:cubicBezTo>
                  <a:lnTo>
                    <a:pt x="606704" y="1341334"/>
                  </a:lnTo>
                  <a:cubicBezTo>
                    <a:pt x="609205" y="1348210"/>
                    <a:pt x="606079" y="1355085"/>
                    <a:pt x="599829" y="1357585"/>
                  </a:cubicBezTo>
                  <a:cubicBezTo>
                    <a:pt x="597329" y="1358835"/>
                    <a:pt x="595454" y="1359460"/>
                    <a:pt x="594203" y="1359460"/>
                  </a:cubicBezTo>
                  <a:close/>
                  <a:moveTo>
                    <a:pt x="592954" y="1346334"/>
                  </a:moveTo>
                  <a:lnTo>
                    <a:pt x="592954" y="1346334"/>
                  </a:lnTo>
                  <a:lnTo>
                    <a:pt x="592954" y="1346334"/>
                  </a:lnTo>
                  <a:lnTo>
                    <a:pt x="592954" y="1346334"/>
                  </a:lnTo>
                  <a:close/>
                  <a:moveTo>
                    <a:pt x="14167" y="30002"/>
                  </a:moveTo>
                  <a:cubicBezTo>
                    <a:pt x="12292" y="253766"/>
                    <a:pt x="181053" y="570036"/>
                    <a:pt x="482322" y="1133821"/>
                  </a:cubicBezTo>
                  <a:cubicBezTo>
                    <a:pt x="516074" y="1196950"/>
                    <a:pt x="551076" y="1263204"/>
                    <a:pt x="587953" y="1331959"/>
                  </a:cubicBezTo>
                  <a:cubicBezTo>
                    <a:pt x="561702" y="1258204"/>
                    <a:pt x="536700" y="1186949"/>
                    <a:pt x="512948" y="1119445"/>
                  </a:cubicBezTo>
                  <a:cubicBezTo>
                    <a:pt x="299810" y="517532"/>
                    <a:pt x="180428" y="179386"/>
                    <a:pt x="14167" y="30002"/>
                  </a:cubicBezTo>
                  <a:close/>
                </a:path>
              </a:pathLst>
            </a:custGeom>
            <a:solidFill>
              <a:schemeClr val="accent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274" name="Google Shape;430;p22"/>
            <p:cNvSpPr/>
            <p:nvPr/>
          </p:nvSpPr>
          <p:spPr>
            <a:xfrm rot="21039600">
              <a:off x="-25920" y="924120"/>
              <a:ext cx="812520" cy="362880"/>
            </a:xfrm>
            <a:custGeom>
              <a:avLst/>
              <a:gdLst>
                <a:gd name="textAreaLeft" fmla="*/ 0 w 812520"/>
                <a:gd name="textAreaRight" fmla="*/ 812880 w 812520"/>
                <a:gd name="textAreaTop" fmla="*/ 0 h 362880"/>
                <a:gd name="textAreaBottom" fmla="*/ 363240 h 362880"/>
              </a:gdLst>
              <a:ahLst/>
              <a:cxnLst/>
              <a:rect l="textAreaLeft" t="textAreaTop" r="textAreaRight" b="textAreaBottom"/>
              <a:pathLst>
                <a:path w="1359555" h="607776">
                  <a:moveTo>
                    <a:pt x="33127" y="607776"/>
                  </a:moveTo>
                  <a:cubicBezTo>
                    <a:pt x="26876" y="607776"/>
                    <a:pt x="20626" y="607776"/>
                    <a:pt x="14375" y="607151"/>
                  </a:cubicBezTo>
                  <a:lnTo>
                    <a:pt x="0" y="606526"/>
                  </a:lnTo>
                  <a:lnTo>
                    <a:pt x="9376" y="595275"/>
                  </a:lnTo>
                  <a:cubicBezTo>
                    <a:pt x="156260" y="419639"/>
                    <a:pt x="496906" y="299632"/>
                    <a:pt x="1115695" y="80868"/>
                  </a:cubicBezTo>
                  <a:cubicBezTo>
                    <a:pt x="1187575" y="55241"/>
                    <a:pt x="1263204" y="28990"/>
                    <a:pt x="1341959" y="863"/>
                  </a:cubicBezTo>
                  <a:lnTo>
                    <a:pt x="1341959" y="863"/>
                  </a:lnTo>
                  <a:cubicBezTo>
                    <a:pt x="1348834" y="-1637"/>
                    <a:pt x="1355710" y="1488"/>
                    <a:pt x="1358210" y="7739"/>
                  </a:cubicBezTo>
                  <a:cubicBezTo>
                    <a:pt x="1361335" y="13989"/>
                    <a:pt x="1358836" y="21489"/>
                    <a:pt x="1352585" y="24615"/>
                  </a:cubicBezTo>
                  <a:cubicBezTo>
                    <a:pt x="1278205" y="63992"/>
                    <a:pt x="1207576" y="101494"/>
                    <a:pt x="1140697" y="137747"/>
                  </a:cubicBezTo>
                  <a:cubicBezTo>
                    <a:pt x="576911" y="438391"/>
                    <a:pt x="260016" y="607776"/>
                    <a:pt x="33127" y="607776"/>
                  </a:cubicBezTo>
                  <a:close/>
                  <a:moveTo>
                    <a:pt x="29377" y="593400"/>
                  </a:moveTo>
                  <a:cubicBezTo>
                    <a:pt x="30627" y="593400"/>
                    <a:pt x="31877" y="593400"/>
                    <a:pt x="32502" y="593400"/>
                  </a:cubicBezTo>
                  <a:cubicBezTo>
                    <a:pt x="256266" y="593400"/>
                    <a:pt x="571911" y="424640"/>
                    <a:pt x="1132571" y="125246"/>
                  </a:cubicBezTo>
                  <a:cubicBezTo>
                    <a:pt x="1195700" y="91494"/>
                    <a:pt x="1261955" y="56492"/>
                    <a:pt x="1331334" y="19614"/>
                  </a:cubicBezTo>
                  <a:cubicBezTo>
                    <a:pt x="1257579" y="45866"/>
                    <a:pt x="1186950" y="70867"/>
                    <a:pt x="1119445" y="94619"/>
                  </a:cubicBezTo>
                  <a:cubicBezTo>
                    <a:pt x="516907" y="307132"/>
                    <a:pt x="179386" y="426515"/>
                    <a:pt x="29377" y="593400"/>
                  </a:cubicBezTo>
                  <a:close/>
                  <a:moveTo>
                    <a:pt x="1346335" y="13989"/>
                  </a:moveTo>
                  <a:lnTo>
                    <a:pt x="1346335" y="13989"/>
                  </a:lnTo>
                  <a:lnTo>
                    <a:pt x="1343834" y="7113"/>
                  </a:lnTo>
                  <a:lnTo>
                    <a:pt x="1346335" y="13989"/>
                  </a:lnTo>
                  <a:close/>
                </a:path>
              </a:pathLst>
            </a:custGeom>
            <a:solidFill>
              <a:schemeClr val="accent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275" name="Google Shape;431;p22"/>
            <p:cNvSpPr/>
            <p:nvPr/>
          </p:nvSpPr>
          <p:spPr>
            <a:xfrm rot="21039600">
              <a:off x="-534600" y="547560"/>
              <a:ext cx="362880" cy="812520"/>
            </a:xfrm>
            <a:custGeom>
              <a:avLst/>
              <a:gdLst>
                <a:gd name="textAreaLeft" fmla="*/ 0 w 362880"/>
                <a:gd name="textAreaRight" fmla="*/ 363240 w 362880"/>
                <a:gd name="textAreaTop" fmla="*/ 0 h 812520"/>
                <a:gd name="textAreaBottom" fmla="*/ 812880 h 812520"/>
              </a:gdLst>
              <a:ahLst/>
              <a:cxnLst/>
              <a:rect l="textAreaLeft" t="textAreaTop" r="textAreaRight" b="textAreaBottom"/>
              <a:pathLst>
                <a:path w="607567" h="1359555">
                  <a:moveTo>
                    <a:pt x="606526" y="1359556"/>
                  </a:moveTo>
                  <a:lnTo>
                    <a:pt x="595275" y="1350180"/>
                  </a:lnTo>
                  <a:cubicBezTo>
                    <a:pt x="419639" y="1203296"/>
                    <a:pt x="299632" y="862650"/>
                    <a:pt x="80869" y="243861"/>
                  </a:cubicBezTo>
                  <a:cubicBezTo>
                    <a:pt x="55242" y="171981"/>
                    <a:pt x="28990" y="96351"/>
                    <a:pt x="863" y="17596"/>
                  </a:cubicBezTo>
                  <a:lnTo>
                    <a:pt x="863" y="17596"/>
                  </a:lnTo>
                  <a:cubicBezTo>
                    <a:pt x="-1637" y="10721"/>
                    <a:pt x="1488" y="3846"/>
                    <a:pt x="7738" y="1345"/>
                  </a:cubicBezTo>
                  <a:cubicBezTo>
                    <a:pt x="13989" y="-1780"/>
                    <a:pt x="21490" y="720"/>
                    <a:pt x="24615" y="6971"/>
                  </a:cubicBezTo>
                  <a:cubicBezTo>
                    <a:pt x="63992" y="81350"/>
                    <a:pt x="101494" y="151980"/>
                    <a:pt x="137747" y="218859"/>
                  </a:cubicBezTo>
                  <a:cubicBezTo>
                    <a:pt x="446516" y="797645"/>
                    <a:pt x="617152" y="1116415"/>
                    <a:pt x="607151" y="1344555"/>
                  </a:cubicBezTo>
                  <a:lnTo>
                    <a:pt x="606526" y="1359556"/>
                  </a:lnTo>
                  <a:close/>
                  <a:moveTo>
                    <a:pt x="19614" y="27597"/>
                  </a:moveTo>
                  <a:cubicBezTo>
                    <a:pt x="45866" y="101352"/>
                    <a:pt x="70868" y="171981"/>
                    <a:pt x="94619" y="239485"/>
                  </a:cubicBezTo>
                  <a:cubicBezTo>
                    <a:pt x="307757" y="842023"/>
                    <a:pt x="427140" y="1180170"/>
                    <a:pt x="593401" y="1329554"/>
                  </a:cubicBezTo>
                  <a:cubicBezTo>
                    <a:pt x="595275" y="1105790"/>
                    <a:pt x="426515" y="789520"/>
                    <a:pt x="125246" y="225735"/>
                  </a:cubicBezTo>
                  <a:cubicBezTo>
                    <a:pt x="91494" y="162606"/>
                    <a:pt x="56492" y="96976"/>
                    <a:pt x="19614" y="27597"/>
                  </a:cubicBezTo>
                  <a:close/>
                  <a:moveTo>
                    <a:pt x="14614" y="13221"/>
                  </a:moveTo>
                  <a:lnTo>
                    <a:pt x="7738" y="15721"/>
                  </a:lnTo>
                  <a:lnTo>
                    <a:pt x="14614" y="13221"/>
                  </a:lnTo>
                  <a:close/>
                </a:path>
              </a:pathLst>
            </a:custGeom>
            <a:solidFill>
              <a:schemeClr val="accent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</p:grpSp>
      <p:grpSp>
        <p:nvGrpSpPr>
          <p:cNvPr id="276" name="Google Shape;432;p22"/>
          <p:cNvGrpSpPr/>
          <p:nvPr/>
        </p:nvGrpSpPr>
        <p:grpSpPr>
          <a:xfrm>
            <a:off x="8021160" y="4461840"/>
            <a:ext cx="1005120" cy="1005120"/>
            <a:chOff x="8021160" y="4461840"/>
            <a:chExt cx="1005120" cy="1005120"/>
          </a:xfrm>
        </p:grpSpPr>
        <p:sp>
          <p:nvSpPr>
            <p:cNvPr id="277" name="Google Shape;433;p22"/>
            <p:cNvSpPr/>
            <p:nvPr/>
          </p:nvSpPr>
          <p:spPr>
            <a:xfrm>
              <a:off x="8578080" y="4941360"/>
              <a:ext cx="448200" cy="46440"/>
            </a:xfrm>
            <a:custGeom>
              <a:avLst/>
              <a:gdLst>
                <a:gd name="textAreaLeft" fmla="*/ 0 w 448200"/>
                <a:gd name="textAreaRight" fmla="*/ 448560 w 448200"/>
                <a:gd name="textAreaTop" fmla="*/ 0 h 46440"/>
                <a:gd name="textAreaBottom" fmla="*/ 46800 h 46440"/>
              </a:gdLst>
              <a:ahLst/>
              <a:cxnLst/>
              <a:rect l="textAreaLeft" t="textAreaTop" r="textAreaRight" b="textAreaBottom"/>
              <a:pathLst>
                <a:path w="517688" h="54004">
                  <a:moveTo>
                    <a:pt x="510657" y="19502"/>
                  </a:moveTo>
                  <a:cubicBezTo>
                    <a:pt x="238140" y="-1125"/>
                    <a:pt x="83755" y="-14250"/>
                    <a:pt x="0" y="27002"/>
                  </a:cubicBezTo>
                  <a:cubicBezTo>
                    <a:pt x="83755" y="68255"/>
                    <a:pt x="238140" y="55129"/>
                    <a:pt x="510657" y="34503"/>
                  </a:cubicBezTo>
                  <a:cubicBezTo>
                    <a:pt x="520033" y="33877"/>
                    <a:pt x="520033" y="20127"/>
                    <a:pt x="510657" y="19502"/>
                  </a:cubicBezTo>
                  <a:close/>
                </a:path>
              </a:pathLst>
            </a:custGeom>
            <a:solidFill>
              <a:schemeClr val="dk1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23400" bIns="2340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278" name="Google Shape;434;p22"/>
            <p:cNvSpPr/>
            <p:nvPr/>
          </p:nvSpPr>
          <p:spPr>
            <a:xfrm>
              <a:off x="8500680" y="5018760"/>
              <a:ext cx="46080" cy="448200"/>
            </a:xfrm>
            <a:custGeom>
              <a:avLst/>
              <a:gdLst>
                <a:gd name="textAreaLeft" fmla="*/ 0 w 46080"/>
                <a:gd name="textAreaRight" fmla="*/ 46440 w 46080"/>
                <a:gd name="textAreaTop" fmla="*/ 0 h 448200"/>
                <a:gd name="textAreaBottom" fmla="*/ 448560 h 448200"/>
              </a:gdLst>
              <a:ahLst/>
              <a:cxnLst/>
              <a:rect l="textAreaLeft" t="textAreaTop" r="textAreaRight" b="textAreaBottom"/>
              <a:pathLst>
                <a:path w="53781" h="517688">
                  <a:moveTo>
                    <a:pt x="19279" y="510657"/>
                  </a:moveTo>
                  <a:cubicBezTo>
                    <a:pt x="19904" y="520033"/>
                    <a:pt x="33655" y="520033"/>
                    <a:pt x="34280" y="510657"/>
                  </a:cubicBezTo>
                  <a:cubicBezTo>
                    <a:pt x="54906" y="238140"/>
                    <a:pt x="68032" y="83755"/>
                    <a:pt x="26779" y="0"/>
                  </a:cubicBezTo>
                  <a:cubicBezTo>
                    <a:pt x="-14473" y="83755"/>
                    <a:pt x="-722" y="238140"/>
                    <a:pt x="19279" y="510657"/>
                  </a:cubicBezTo>
                  <a:close/>
                </a:path>
              </a:pathLst>
            </a:custGeom>
            <a:solidFill>
              <a:schemeClr val="dk1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279" name="Google Shape;435;p22"/>
            <p:cNvSpPr/>
            <p:nvPr/>
          </p:nvSpPr>
          <p:spPr>
            <a:xfrm>
              <a:off x="8021160" y="4941360"/>
              <a:ext cx="448200" cy="46440"/>
            </a:xfrm>
            <a:custGeom>
              <a:avLst/>
              <a:gdLst>
                <a:gd name="textAreaLeft" fmla="*/ 0 w 448200"/>
                <a:gd name="textAreaRight" fmla="*/ 448560 w 448200"/>
                <a:gd name="textAreaTop" fmla="*/ 0 h 46440"/>
                <a:gd name="textAreaBottom" fmla="*/ 46800 h 46440"/>
              </a:gdLst>
              <a:ahLst/>
              <a:cxnLst/>
              <a:rect l="textAreaLeft" t="textAreaTop" r="textAreaRight" b="textAreaBottom"/>
              <a:pathLst>
                <a:path w="517688" h="54004">
                  <a:moveTo>
                    <a:pt x="7032" y="19502"/>
                  </a:moveTo>
                  <a:cubicBezTo>
                    <a:pt x="-2344" y="20127"/>
                    <a:pt x="-2344" y="33877"/>
                    <a:pt x="7032" y="34503"/>
                  </a:cubicBezTo>
                  <a:cubicBezTo>
                    <a:pt x="279549" y="55129"/>
                    <a:pt x="433934" y="68255"/>
                    <a:pt x="517689" y="27002"/>
                  </a:cubicBezTo>
                  <a:cubicBezTo>
                    <a:pt x="433934" y="-14250"/>
                    <a:pt x="280174" y="-1125"/>
                    <a:pt x="7032" y="19502"/>
                  </a:cubicBezTo>
                  <a:close/>
                </a:path>
              </a:pathLst>
            </a:custGeom>
            <a:solidFill>
              <a:schemeClr val="dk1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23400" bIns="2340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280" name="Google Shape;436;p22"/>
            <p:cNvSpPr/>
            <p:nvPr/>
          </p:nvSpPr>
          <p:spPr>
            <a:xfrm>
              <a:off x="8500320" y="4461840"/>
              <a:ext cx="46440" cy="448200"/>
            </a:xfrm>
            <a:custGeom>
              <a:avLst/>
              <a:gdLst>
                <a:gd name="textAreaLeft" fmla="*/ 0 w 46440"/>
                <a:gd name="textAreaRight" fmla="*/ 46800 w 46440"/>
                <a:gd name="textAreaTop" fmla="*/ 0 h 448200"/>
                <a:gd name="textAreaBottom" fmla="*/ 448560 h 448200"/>
              </a:gdLst>
              <a:ahLst/>
              <a:cxnLst/>
              <a:rect l="textAreaLeft" t="textAreaTop" r="textAreaRight" b="textAreaBottom"/>
              <a:pathLst>
                <a:path w="54004" h="517688">
                  <a:moveTo>
                    <a:pt x="34503" y="7032"/>
                  </a:moveTo>
                  <a:cubicBezTo>
                    <a:pt x="33878" y="-2344"/>
                    <a:pt x="20127" y="-2344"/>
                    <a:pt x="19502" y="7032"/>
                  </a:cubicBezTo>
                  <a:cubicBezTo>
                    <a:pt x="-1125" y="279549"/>
                    <a:pt x="-14250" y="433933"/>
                    <a:pt x="27002" y="517689"/>
                  </a:cubicBezTo>
                  <a:cubicBezTo>
                    <a:pt x="68255" y="433933"/>
                    <a:pt x="55129" y="279549"/>
                    <a:pt x="34503" y="7032"/>
                  </a:cubicBezTo>
                  <a:close/>
                </a:path>
              </a:pathLst>
            </a:custGeom>
            <a:solidFill>
              <a:schemeClr val="dk1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281" name="Google Shape;437;p22"/>
            <p:cNvSpPr/>
            <p:nvPr/>
          </p:nvSpPr>
          <p:spPr>
            <a:xfrm>
              <a:off x="8562240" y="4607280"/>
              <a:ext cx="318600" cy="318600"/>
            </a:xfrm>
            <a:custGeom>
              <a:avLst/>
              <a:gdLst>
                <a:gd name="textAreaLeft" fmla="*/ 0 w 318600"/>
                <a:gd name="textAreaRight" fmla="*/ 318960 w 318600"/>
                <a:gd name="textAreaTop" fmla="*/ 0 h 318600"/>
                <a:gd name="textAreaBottom" fmla="*/ 318960 h 318600"/>
              </a:gdLst>
              <a:ahLst/>
              <a:cxnLst/>
              <a:rect l="textAreaLeft" t="textAreaTop" r="textAreaRight" b="textAreaBottom"/>
              <a:pathLst>
                <a:path w="368244" h="367995">
                  <a:moveTo>
                    <a:pt x="366273" y="12348"/>
                  </a:moveTo>
                  <a:cubicBezTo>
                    <a:pt x="372523" y="5472"/>
                    <a:pt x="362523" y="-3903"/>
                    <a:pt x="355647" y="1722"/>
                  </a:cubicBezTo>
                  <a:cubicBezTo>
                    <a:pt x="148759" y="179858"/>
                    <a:pt x="30002" y="279240"/>
                    <a:pt x="0" y="367995"/>
                  </a:cubicBezTo>
                  <a:cubicBezTo>
                    <a:pt x="88755" y="337368"/>
                    <a:pt x="188137" y="219236"/>
                    <a:pt x="366273" y="12348"/>
                  </a:cubicBezTo>
                  <a:close/>
                </a:path>
              </a:pathLst>
            </a:custGeom>
            <a:solidFill>
              <a:schemeClr val="dk1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282" name="Google Shape;438;p22"/>
            <p:cNvSpPr/>
            <p:nvPr/>
          </p:nvSpPr>
          <p:spPr>
            <a:xfrm>
              <a:off x="8469000" y="4910400"/>
              <a:ext cx="109080" cy="109080"/>
            </a:xfrm>
            <a:custGeom>
              <a:avLst/>
              <a:gdLst>
                <a:gd name="textAreaLeft" fmla="*/ 0 w 109080"/>
                <a:gd name="textAreaRight" fmla="*/ 109440 w 109080"/>
                <a:gd name="textAreaTop" fmla="*/ 0 h 109080"/>
                <a:gd name="textAreaBottom" fmla="*/ 109440 h 109080"/>
              </a:gdLst>
              <a:ahLst/>
              <a:cxnLst/>
              <a:rect l="textAreaLeft" t="textAreaTop" r="textAreaRight" b="textAreaBottom"/>
              <a:pathLst>
                <a:path w="126258" h="126258">
                  <a:moveTo>
                    <a:pt x="108132" y="18126"/>
                  </a:moveTo>
                  <a:cubicBezTo>
                    <a:pt x="98131" y="21251"/>
                    <a:pt x="88756" y="23751"/>
                    <a:pt x="78755" y="25002"/>
                  </a:cubicBezTo>
                  <a:cubicBezTo>
                    <a:pt x="73130" y="17501"/>
                    <a:pt x="67504" y="9376"/>
                    <a:pt x="63129" y="0"/>
                  </a:cubicBezTo>
                  <a:cubicBezTo>
                    <a:pt x="58753" y="9376"/>
                    <a:pt x="53753" y="17501"/>
                    <a:pt x="47503" y="25002"/>
                  </a:cubicBezTo>
                  <a:cubicBezTo>
                    <a:pt x="38127" y="23751"/>
                    <a:pt x="28127" y="21251"/>
                    <a:pt x="18126" y="18126"/>
                  </a:cubicBezTo>
                  <a:cubicBezTo>
                    <a:pt x="21251" y="28127"/>
                    <a:pt x="23751" y="37502"/>
                    <a:pt x="25002" y="47503"/>
                  </a:cubicBezTo>
                  <a:cubicBezTo>
                    <a:pt x="17501" y="53128"/>
                    <a:pt x="9376" y="58754"/>
                    <a:pt x="0" y="63129"/>
                  </a:cubicBezTo>
                  <a:cubicBezTo>
                    <a:pt x="9376" y="67504"/>
                    <a:pt x="17501" y="72504"/>
                    <a:pt x="25002" y="78755"/>
                  </a:cubicBezTo>
                  <a:cubicBezTo>
                    <a:pt x="23751" y="88130"/>
                    <a:pt x="21251" y="98131"/>
                    <a:pt x="18126" y="108132"/>
                  </a:cubicBezTo>
                  <a:cubicBezTo>
                    <a:pt x="28127" y="105007"/>
                    <a:pt x="37502" y="102507"/>
                    <a:pt x="47503" y="101256"/>
                  </a:cubicBezTo>
                  <a:cubicBezTo>
                    <a:pt x="53128" y="108757"/>
                    <a:pt x="58753" y="116882"/>
                    <a:pt x="63129" y="126258"/>
                  </a:cubicBezTo>
                  <a:cubicBezTo>
                    <a:pt x="67504" y="116882"/>
                    <a:pt x="72504" y="108757"/>
                    <a:pt x="78755" y="101256"/>
                  </a:cubicBezTo>
                  <a:cubicBezTo>
                    <a:pt x="88130" y="102507"/>
                    <a:pt x="98131" y="105007"/>
                    <a:pt x="108132" y="108132"/>
                  </a:cubicBezTo>
                  <a:cubicBezTo>
                    <a:pt x="105007" y="98131"/>
                    <a:pt x="102506" y="88756"/>
                    <a:pt x="101256" y="78755"/>
                  </a:cubicBezTo>
                  <a:cubicBezTo>
                    <a:pt x="108757" y="73130"/>
                    <a:pt x="116882" y="67504"/>
                    <a:pt x="126258" y="63129"/>
                  </a:cubicBezTo>
                  <a:cubicBezTo>
                    <a:pt x="116882" y="58754"/>
                    <a:pt x="108757" y="53753"/>
                    <a:pt x="101256" y="47503"/>
                  </a:cubicBezTo>
                  <a:cubicBezTo>
                    <a:pt x="101881" y="37502"/>
                    <a:pt x="104382" y="27502"/>
                    <a:pt x="108132" y="18126"/>
                  </a:cubicBezTo>
                  <a:close/>
                </a:path>
              </a:pathLst>
            </a:custGeom>
            <a:solidFill>
              <a:schemeClr val="dk1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283" name="Google Shape;439;p22"/>
            <p:cNvSpPr/>
            <p:nvPr/>
          </p:nvSpPr>
          <p:spPr>
            <a:xfrm>
              <a:off x="8562240" y="5002920"/>
              <a:ext cx="318600" cy="318600"/>
            </a:xfrm>
            <a:custGeom>
              <a:avLst/>
              <a:gdLst>
                <a:gd name="textAreaLeft" fmla="*/ 0 w 318600"/>
                <a:gd name="textAreaRight" fmla="*/ 318960 w 318600"/>
                <a:gd name="textAreaTop" fmla="*/ 0 h 318600"/>
                <a:gd name="textAreaBottom" fmla="*/ 318960 h 318600"/>
              </a:gdLst>
              <a:ahLst/>
              <a:cxnLst/>
              <a:rect l="textAreaLeft" t="textAreaTop" r="textAreaRight" b="textAreaBottom"/>
              <a:pathLst>
                <a:path w="367994" h="368245">
                  <a:moveTo>
                    <a:pt x="355647" y="366273"/>
                  </a:moveTo>
                  <a:cubicBezTo>
                    <a:pt x="362523" y="372524"/>
                    <a:pt x="371898" y="362523"/>
                    <a:pt x="366273" y="355648"/>
                  </a:cubicBezTo>
                  <a:cubicBezTo>
                    <a:pt x="188137" y="148760"/>
                    <a:pt x="88755" y="30002"/>
                    <a:pt x="0" y="0"/>
                  </a:cubicBezTo>
                  <a:cubicBezTo>
                    <a:pt x="30627" y="88131"/>
                    <a:pt x="148759" y="188137"/>
                    <a:pt x="355647" y="366273"/>
                  </a:cubicBezTo>
                  <a:close/>
                </a:path>
              </a:pathLst>
            </a:custGeom>
            <a:solidFill>
              <a:schemeClr val="dk1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284" name="Google Shape;440;p22"/>
            <p:cNvSpPr/>
            <p:nvPr/>
          </p:nvSpPr>
          <p:spPr>
            <a:xfrm>
              <a:off x="8166240" y="5002920"/>
              <a:ext cx="318600" cy="318600"/>
            </a:xfrm>
            <a:custGeom>
              <a:avLst/>
              <a:gdLst>
                <a:gd name="textAreaLeft" fmla="*/ 0 w 318600"/>
                <a:gd name="textAreaRight" fmla="*/ 318960 w 318600"/>
                <a:gd name="textAreaTop" fmla="*/ 0 h 318600"/>
                <a:gd name="textAreaBottom" fmla="*/ 318960 h 318600"/>
              </a:gdLst>
              <a:ahLst/>
              <a:cxnLst/>
              <a:rect l="textAreaLeft" t="textAreaTop" r="textAreaRight" b="textAreaBottom"/>
              <a:pathLst>
                <a:path w="368245" h="367995">
                  <a:moveTo>
                    <a:pt x="1972" y="355648"/>
                  </a:moveTo>
                  <a:cubicBezTo>
                    <a:pt x="-4278" y="362523"/>
                    <a:pt x="5722" y="371898"/>
                    <a:pt x="12598" y="366273"/>
                  </a:cubicBezTo>
                  <a:cubicBezTo>
                    <a:pt x="219486" y="188137"/>
                    <a:pt x="338243" y="88756"/>
                    <a:pt x="368245" y="0"/>
                  </a:cubicBezTo>
                  <a:cubicBezTo>
                    <a:pt x="280114" y="30002"/>
                    <a:pt x="180108" y="148760"/>
                    <a:pt x="1972" y="355648"/>
                  </a:cubicBezTo>
                  <a:close/>
                </a:path>
              </a:pathLst>
            </a:custGeom>
            <a:solidFill>
              <a:schemeClr val="dk1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285" name="Google Shape;441;p22"/>
            <p:cNvSpPr/>
            <p:nvPr/>
          </p:nvSpPr>
          <p:spPr>
            <a:xfrm>
              <a:off x="8166600" y="4606920"/>
              <a:ext cx="318600" cy="318600"/>
            </a:xfrm>
            <a:custGeom>
              <a:avLst/>
              <a:gdLst>
                <a:gd name="textAreaLeft" fmla="*/ 0 w 318600"/>
                <a:gd name="textAreaRight" fmla="*/ 318960 w 318600"/>
                <a:gd name="textAreaTop" fmla="*/ 0 h 318600"/>
                <a:gd name="textAreaBottom" fmla="*/ 318960 h 318600"/>
              </a:gdLst>
              <a:ahLst/>
              <a:cxnLst/>
              <a:rect l="textAreaLeft" t="textAreaTop" r="textAreaRight" b="textAreaBottom"/>
              <a:pathLst>
                <a:path w="367995" h="368245">
                  <a:moveTo>
                    <a:pt x="12348" y="1972"/>
                  </a:moveTo>
                  <a:cubicBezTo>
                    <a:pt x="5472" y="-4278"/>
                    <a:pt x="-3903" y="5722"/>
                    <a:pt x="1722" y="12598"/>
                  </a:cubicBezTo>
                  <a:cubicBezTo>
                    <a:pt x="179858" y="219486"/>
                    <a:pt x="279240" y="338243"/>
                    <a:pt x="367995" y="368245"/>
                  </a:cubicBezTo>
                  <a:cubicBezTo>
                    <a:pt x="337993" y="279490"/>
                    <a:pt x="219861" y="180108"/>
                    <a:pt x="12348" y="1972"/>
                  </a:cubicBezTo>
                  <a:close/>
                </a:path>
              </a:pathLst>
            </a:custGeom>
            <a:solidFill>
              <a:schemeClr val="dk1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</p:grpSp>
      <p:sp>
        <p:nvSpPr>
          <p:cNvPr id="286" name="Google Shape;442;p22"/>
          <p:cNvSpPr/>
          <p:nvPr/>
        </p:nvSpPr>
        <p:spPr>
          <a:xfrm>
            <a:off x="8430840" y="237960"/>
            <a:ext cx="499320" cy="602640"/>
          </a:xfrm>
          <a:custGeom>
            <a:avLst/>
            <a:gdLst>
              <a:gd name="textAreaLeft" fmla="*/ 0 w 499320"/>
              <a:gd name="textAreaRight" fmla="*/ 499680 w 499320"/>
              <a:gd name="textAreaTop" fmla="*/ 0 h 602640"/>
              <a:gd name="textAreaBottom" fmla="*/ 603000 h 602640"/>
            </a:gdLst>
            <a:ahLst/>
            <a:cxnLst/>
            <a:rect l="textAreaLeft" t="textAreaTop" r="textAreaRight" b="textAreaBottom"/>
            <a:pathLst>
              <a:path w="622539" h="751297">
                <a:moveTo>
                  <a:pt x="311270" y="751297"/>
                </a:moveTo>
                <a:cubicBezTo>
                  <a:pt x="315645" y="385649"/>
                  <a:pt x="319395" y="381274"/>
                  <a:pt x="622539" y="375649"/>
                </a:cubicBezTo>
                <a:cubicBezTo>
                  <a:pt x="319395" y="370023"/>
                  <a:pt x="315645" y="366273"/>
                  <a:pt x="311270" y="0"/>
                </a:cubicBezTo>
                <a:cubicBezTo>
                  <a:pt x="306894" y="365648"/>
                  <a:pt x="303144" y="370023"/>
                  <a:pt x="0" y="375649"/>
                </a:cubicBezTo>
                <a:cubicBezTo>
                  <a:pt x="303144" y="381274"/>
                  <a:pt x="306894" y="385649"/>
                  <a:pt x="311270" y="751297"/>
                </a:cubicBezTo>
                <a:close/>
              </a:path>
            </a:pathLst>
          </a:custGeom>
          <a:solidFill>
            <a:schemeClr val="dk1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endParaRPr b="0" lang="en-US" sz="1800" strike="noStrike" u="none">
              <a:solidFill>
                <a:srgbClr val="000000"/>
              </a:solidFill>
              <a:effectLst/>
              <a:uFillTx/>
              <a:latin typeface="OpenSymbol"/>
            </a:endParaRPr>
          </a:p>
        </p:txBody>
      </p:sp>
      <p:sp>
        <p:nvSpPr>
          <p:cNvPr id="287" name="Google Shape;443;p22"/>
          <p:cNvSpPr/>
          <p:nvPr/>
        </p:nvSpPr>
        <p:spPr>
          <a:xfrm>
            <a:off x="511200" y="4193640"/>
            <a:ext cx="499320" cy="602640"/>
          </a:xfrm>
          <a:custGeom>
            <a:avLst/>
            <a:gdLst>
              <a:gd name="textAreaLeft" fmla="*/ 0 w 499320"/>
              <a:gd name="textAreaRight" fmla="*/ 499680 w 499320"/>
              <a:gd name="textAreaTop" fmla="*/ 0 h 602640"/>
              <a:gd name="textAreaBottom" fmla="*/ 603000 h 602640"/>
            </a:gdLst>
            <a:ahLst/>
            <a:cxnLst/>
            <a:rect l="textAreaLeft" t="textAreaTop" r="textAreaRight" b="textAreaBottom"/>
            <a:pathLst>
              <a:path w="622539" h="751297">
                <a:moveTo>
                  <a:pt x="311270" y="751297"/>
                </a:moveTo>
                <a:cubicBezTo>
                  <a:pt x="315645" y="385649"/>
                  <a:pt x="319395" y="381274"/>
                  <a:pt x="622539" y="375649"/>
                </a:cubicBezTo>
                <a:cubicBezTo>
                  <a:pt x="319395" y="370023"/>
                  <a:pt x="315645" y="366273"/>
                  <a:pt x="311270" y="0"/>
                </a:cubicBezTo>
                <a:cubicBezTo>
                  <a:pt x="306894" y="365648"/>
                  <a:pt x="303144" y="370023"/>
                  <a:pt x="0" y="375649"/>
                </a:cubicBezTo>
                <a:cubicBezTo>
                  <a:pt x="303144" y="381274"/>
                  <a:pt x="306894" y="385649"/>
                  <a:pt x="311270" y="751297"/>
                </a:cubicBezTo>
                <a:close/>
              </a:path>
            </a:pathLst>
          </a:custGeom>
          <a:solidFill>
            <a:schemeClr val="dk1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endParaRPr b="0" lang="en-US" sz="1800" strike="noStrike" u="none">
              <a:solidFill>
                <a:srgbClr val="000000"/>
              </a:solidFill>
              <a:effectLst/>
              <a:uFillTx/>
              <a:latin typeface="OpenSymbol"/>
            </a:endParaRPr>
          </a:p>
        </p:txBody>
      </p:sp>
    </p:spTree>
  </p:cSld>
</p:sldLayout>
</file>

<file path=ppt/slideLayouts/slideLayout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CUSTOM_7"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68" name="Google Shape;545;p27" descr=""/>
          <p:cNvPicPr/>
          <p:nvPr/>
        </p:nvPicPr>
        <p:blipFill>
          <a:blip r:embed="rId2">
            <a:alphaModFix amt="30000"/>
          </a:blip>
          <a:stretch/>
        </p:blipFill>
        <p:spPr>
          <a:xfrm flipH="1" rot="10800000">
            <a:off x="0" y="-3600"/>
            <a:ext cx="9143640" cy="515088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369" name="PlaceHolder 1"/>
          <p:cNvSpPr>
            <a:spLocks noGrp="1"/>
          </p:cNvSpPr>
          <p:nvPr>
            <p:ph type="title"/>
          </p:nvPr>
        </p:nvSpPr>
        <p:spPr>
          <a:xfrm>
            <a:off x="720000" y="444960"/>
            <a:ext cx="7703640" cy="5724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t">
            <a:noAutofit/>
          </a:bodyPr>
          <a:p>
            <a:pPr indent="0">
              <a:buNone/>
            </a:pPr>
            <a:r>
              <a:rPr b="0" lang="fr-FR" sz="3500" strike="noStrike" u="none">
                <a:solidFill>
                  <a:schemeClr val="dk1"/>
                </a:solidFill>
                <a:effectLst/>
                <a:uFillTx/>
                <a:latin typeface="Arial"/>
              </a:rPr>
              <a:t>Click to edit the title text format</a:t>
            </a:r>
            <a:endParaRPr b="0" lang="fr-FR" sz="3500" strike="noStrike" u="non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370" name="Google Shape;559;p27"/>
          <p:cNvSpPr/>
          <p:nvPr/>
        </p:nvSpPr>
        <p:spPr>
          <a:xfrm>
            <a:off x="8347680" y="329040"/>
            <a:ext cx="1810800" cy="1783800"/>
          </a:xfrm>
          <a:custGeom>
            <a:avLst/>
            <a:gdLst>
              <a:gd name="textAreaLeft" fmla="*/ 0 w 1810800"/>
              <a:gd name="textAreaRight" fmla="*/ 1811160 w 1810800"/>
              <a:gd name="textAreaTop" fmla="*/ 0 h 1783800"/>
              <a:gd name="textAreaBottom" fmla="*/ 1784160 h 1783800"/>
            </a:gdLst>
            <a:ahLst/>
            <a:cxnLst/>
            <a:rect l="textAreaLeft" t="textAreaTop" r="textAreaRight" b="textAreaBottom"/>
            <a:pathLst>
              <a:path w="1973873" h="1944496">
                <a:moveTo>
                  <a:pt x="1330709" y="1944497"/>
                </a:moveTo>
                <a:lnTo>
                  <a:pt x="987562" y="1251328"/>
                </a:lnTo>
                <a:lnTo>
                  <a:pt x="644416" y="1944497"/>
                </a:lnTo>
                <a:lnTo>
                  <a:pt x="827552" y="1193200"/>
                </a:lnTo>
                <a:lnTo>
                  <a:pt x="119382" y="1503844"/>
                </a:lnTo>
                <a:lnTo>
                  <a:pt x="741922" y="1045691"/>
                </a:lnTo>
                <a:lnTo>
                  <a:pt x="0" y="828177"/>
                </a:lnTo>
                <a:lnTo>
                  <a:pt x="771298" y="877555"/>
                </a:lnTo>
                <a:lnTo>
                  <a:pt x="342521" y="234390"/>
                </a:lnTo>
                <a:lnTo>
                  <a:pt x="901932" y="768173"/>
                </a:lnTo>
                <a:lnTo>
                  <a:pt x="986937" y="0"/>
                </a:lnTo>
                <a:lnTo>
                  <a:pt x="1071942" y="768173"/>
                </a:lnTo>
                <a:lnTo>
                  <a:pt x="1631353" y="234390"/>
                </a:lnTo>
                <a:lnTo>
                  <a:pt x="1202576" y="877555"/>
                </a:lnTo>
                <a:lnTo>
                  <a:pt x="1973874" y="828177"/>
                </a:lnTo>
                <a:lnTo>
                  <a:pt x="1231953" y="1045691"/>
                </a:lnTo>
                <a:lnTo>
                  <a:pt x="1854491" y="1503844"/>
                </a:lnTo>
                <a:lnTo>
                  <a:pt x="1146322" y="1193200"/>
                </a:lnTo>
                <a:lnTo>
                  <a:pt x="1330709" y="1944497"/>
                </a:lnTo>
                <a:close/>
                <a:moveTo>
                  <a:pt x="987562" y="1234453"/>
                </a:moveTo>
                <a:lnTo>
                  <a:pt x="1306957" y="1879493"/>
                </a:lnTo>
                <a:lnTo>
                  <a:pt x="1136946" y="1180074"/>
                </a:lnTo>
                <a:lnTo>
                  <a:pt x="1795738" y="1468842"/>
                </a:lnTo>
                <a:lnTo>
                  <a:pt x="1216327" y="1042565"/>
                </a:lnTo>
                <a:lnTo>
                  <a:pt x="1223827" y="1040690"/>
                </a:lnTo>
                <a:lnTo>
                  <a:pt x="1906995" y="840678"/>
                </a:lnTo>
                <a:lnTo>
                  <a:pt x="1188825" y="886931"/>
                </a:lnTo>
                <a:lnTo>
                  <a:pt x="1587600" y="288143"/>
                </a:lnTo>
                <a:lnTo>
                  <a:pt x="1066942" y="785049"/>
                </a:lnTo>
                <a:lnTo>
                  <a:pt x="987562" y="69379"/>
                </a:lnTo>
                <a:lnTo>
                  <a:pt x="908182" y="784424"/>
                </a:lnTo>
                <a:lnTo>
                  <a:pt x="387524" y="287518"/>
                </a:lnTo>
                <a:lnTo>
                  <a:pt x="786299" y="886306"/>
                </a:lnTo>
                <a:lnTo>
                  <a:pt x="778799" y="885680"/>
                </a:lnTo>
                <a:lnTo>
                  <a:pt x="68754" y="840053"/>
                </a:lnTo>
                <a:lnTo>
                  <a:pt x="758798" y="1042565"/>
                </a:lnTo>
                <a:lnTo>
                  <a:pt x="752547" y="1046941"/>
                </a:lnTo>
                <a:lnTo>
                  <a:pt x="179386" y="1468842"/>
                </a:lnTo>
                <a:lnTo>
                  <a:pt x="838178" y="1180074"/>
                </a:lnTo>
                <a:lnTo>
                  <a:pt x="668167" y="1879493"/>
                </a:lnTo>
                <a:lnTo>
                  <a:pt x="987562" y="1234453"/>
                </a:lnTo>
                <a:close/>
              </a:path>
            </a:pathLst>
          </a:custGeom>
          <a:solidFill>
            <a:schemeClr val="dk1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endParaRPr b="0" lang="en-US" sz="1800" strike="noStrike" u="none">
              <a:solidFill>
                <a:srgbClr val="000000"/>
              </a:solidFill>
              <a:effectLst/>
              <a:uFillTx/>
              <a:latin typeface="OpenSymbol"/>
            </a:endParaRPr>
          </a:p>
        </p:txBody>
      </p:sp>
      <p:grpSp>
        <p:nvGrpSpPr>
          <p:cNvPr id="371" name="Google Shape;560;p27"/>
          <p:cNvGrpSpPr/>
          <p:nvPr/>
        </p:nvGrpSpPr>
        <p:grpSpPr>
          <a:xfrm>
            <a:off x="144360" y="4442760"/>
            <a:ext cx="1005120" cy="1005120"/>
            <a:chOff x="144360" y="4442760"/>
            <a:chExt cx="1005120" cy="1005120"/>
          </a:xfrm>
        </p:grpSpPr>
        <p:sp>
          <p:nvSpPr>
            <p:cNvPr id="372" name="Google Shape;561;p27"/>
            <p:cNvSpPr/>
            <p:nvPr/>
          </p:nvSpPr>
          <p:spPr>
            <a:xfrm>
              <a:off x="701280" y="4921920"/>
              <a:ext cx="448200" cy="46440"/>
            </a:xfrm>
            <a:custGeom>
              <a:avLst/>
              <a:gdLst>
                <a:gd name="textAreaLeft" fmla="*/ 0 w 448200"/>
                <a:gd name="textAreaRight" fmla="*/ 448560 w 448200"/>
                <a:gd name="textAreaTop" fmla="*/ 0 h 46440"/>
                <a:gd name="textAreaBottom" fmla="*/ 46800 h 46440"/>
              </a:gdLst>
              <a:ahLst/>
              <a:cxnLst/>
              <a:rect l="textAreaLeft" t="textAreaTop" r="textAreaRight" b="textAreaBottom"/>
              <a:pathLst>
                <a:path w="517688" h="54004">
                  <a:moveTo>
                    <a:pt x="510657" y="19502"/>
                  </a:moveTo>
                  <a:cubicBezTo>
                    <a:pt x="238140" y="-1125"/>
                    <a:pt x="83755" y="-14250"/>
                    <a:pt x="0" y="27002"/>
                  </a:cubicBezTo>
                  <a:cubicBezTo>
                    <a:pt x="83755" y="68255"/>
                    <a:pt x="238140" y="55129"/>
                    <a:pt x="510657" y="34503"/>
                  </a:cubicBezTo>
                  <a:cubicBezTo>
                    <a:pt x="520033" y="33877"/>
                    <a:pt x="520033" y="20127"/>
                    <a:pt x="510657" y="19502"/>
                  </a:cubicBezTo>
                  <a:close/>
                </a:path>
              </a:pathLst>
            </a:custGeom>
            <a:solidFill>
              <a:schemeClr val="dk1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23400" bIns="2340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373" name="Google Shape;562;p27"/>
            <p:cNvSpPr/>
            <p:nvPr/>
          </p:nvSpPr>
          <p:spPr>
            <a:xfrm>
              <a:off x="623880" y="4999680"/>
              <a:ext cx="46080" cy="448200"/>
            </a:xfrm>
            <a:custGeom>
              <a:avLst/>
              <a:gdLst>
                <a:gd name="textAreaLeft" fmla="*/ 0 w 46080"/>
                <a:gd name="textAreaRight" fmla="*/ 46440 w 46080"/>
                <a:gd name="textAreaTop" fmla="*/ 0 h 448200"/>
                <a:gd name="textAreaBottom" fmla="*/ 448560 h 448200"/>
              </a:gdLst>
              <a:ahLst/>
              <a:cxnLst/>
              <a:rect l="textAreaLeft" t="textAreaTop" r="textAreaRight" b="textAreaBottom"/>
              <a:pathLst>
                <a:path w="53781" h="517688">
                  <a:moveTo>
                    <a:pt x="19279" y="510657"/>
                  </a:moveTo>
                  <a:cubicBezTo>
                    <a:pt x="19904" y="520033"/>
                    <a:pt x="33655" y="520033"/>
                    <a:pt x="34280" y="510657"/>
                  </a:cubicBezTo>
                  <a:cubicBezTo>
                    <a:pt x="54906" y="238140"/>
                    <a:pt x="68032" y="83755"/>
                    <a:pt x="26779" y="0"/>
                  </a:cubicBezTo>
                  <a:cubicBezTo>
                    <a:pt x="-14473" y="83755"/>
                    <a:pt x="-722" y="238140"/>
                    <a:pt x="19279" y="510657"/>
                  </a:cubicBezTo>
                  <a:close/>
                </a:path>
              </a:pathLst>
            </a:custGeom>
            <a:solidFill>
              <a:schemeClr val="dk1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374" name="Google Shape;563;p27"/>
            <p:cNvSpPr/>
            <p:nvPr/>
          </p:nvSpPr>
          <p:spPr>
            <a:xfrm>
              <a:off x="144360" y="4921920"/>
              <a:ext cx="448200" cy="46440"/>
            </a:xfrm>
            <a:custGeom>
              <a:avLst/>
              <a:gdLst>
                <a:gd name="textAreaLeft" fmla="*/ 0 w 448200"/>
                <a:gd name="textAreaRight" fmla="*/ 448560 w 448200"/>
                <a:gd name="textAreaTop" fmla="*/ 0 h 46440"/>
                <a:gd name="textAreaBottom" fmla="*/ 46800 h 46440"/>
              </a:gdLst>
              <a:ahLst/>
              <a:cxnLst/>
              <a:rect l="textAreaLeft" t="textAreaTop" r="textAreaRight" b="textAreaBottom"/>
              <a:pathLst>
                <a:path w="517688" h="54004">
                  <a:moveTo>
                    <a:pt x="7032" y="19502"/>
                  </a:moveTo>
                  <a:cubicBezTo>
                    <a:pt x="-2344" y="20127"/>
                    <a:pt x="-2344" y="33877"/>
                    <a:pt x="7032" y="34503"/>
                  </a:cubicBezTo>
                  <a:cubicBezTo>
                    <a:pt x="279549" y="55129"/>
                    <a:pt x="433934" y="68255"/>
                    <a:pt x="517689" y="27002"/>
                  </a:cubicBezTo>
                  <a:cubicBezTo>
                    <a:pt x="433934" y="-14250"/>
                    <a:pt x="280174" y="-1125"/>
                    <a:pt x="7032" y="19502"/>
                  </a:cubicBezTo>
                  <a:close/>
                </a:path>
              </a:pathLst>
            </a:custGeom>
            <a:solidFill>
              <a:schemeClr val="dk1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23400" bIns="2340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375" name="Google Shape;564;p27"/>
            <p:cNvSpPr/>
            <p:nvPr/>
          </p:nvSpPr>
          <p:spPr>
            <a:xfrm>
              <a:off x="623520" y="4442760"/>
              <a:ext cx="46440" cy="448200"/>
            </a:xfrm>
            <a:custGeom>
              <a:avLst/>
              <a:gdLst>
                <a:gd name="textAreaLeft" fmla="*/ 0 w 46440"/>
                <a:gd name="textAreaRight" fmla="*/ 46800 w 46440"/>
                <a:gd name="textAreaTop" fmla="*/ 0 h 448200"/>
                <a:gd name="textAreaBottom" fmla="*/ 448560 h 448200"/>
              </a:gdLst>
              <a:ahLst/>
              <a:cxnLst/>
              <a:rect l="textAreaLeft" t="textAreaTop" r="textAreaRight" b="textAreaBottom"/>
              <a:pathLst>
                <a:path w="54004" h="517688">
                  <a:moveTo>
                    <a:pt x="34503" y="7032"/>
                  </a:moveTo>
                  <a:cubicBezTo>
                    <a:pt x="33878" y="-2344"/>
                    <a:pt x="20127" y="-2344"/>
                    <a:pt x="19502" y="7032"/>
                  </a:cubicBezTo>
                  <a:cubicBezTo>
                    <a:pt x="-1125" y="279549"/>
                    <a:pt x="-14250" y="433933"/>
                    <a:pt x="27002" y="517689"/>
                  </a:cubicBezTo>
                  <a:cubicBezTo>
                    <a:pt x="68255" y="433933"/>
                    <a:pt x="55129" y="279549"/>
                    <a:pt x="34503" y="7032"/>
                  </a:cubicBezTo>
                  <a:close/>
                </a:path>
              </a:pathLst>
            </a:custGeom>
            <a:solidFill>
              <a:schemeClr val="dk1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376" name="Google Shape;565;p27"/>
            <p:cNvSpPr/>
            <p:nvPr/>
          </p:nvSpPr>
          <p:spPr>
            <a:xfrm>
              <a:off x="685440" y="4588200"/>
              <a:ext cx="318600" cy="318600"/>
            </a:xfrm>
            <a:custGeom>
              <a:avLst/>
              <a:gdLst>
                <a:gd name="textAreaLeft" fmla="*/ 0 w 318600"/>
                <a:gd name="textAreaRight" fmla="*/ 318960 w 318600"/>
                <a:gd name="textAreaTop" fmla="*/ 0 h 318600"/>
                <a:gd name="textAreaBottom" fmla="*/ 318960 h 318600"/>
              </a:gdLst>
              <a:ahLst/>
              <a:cxnLst/>
              <a:rect l="textAreaLeft" t="textAreaTop" r="textAreaRight" b="textAreaBottom"/>
              <a:pathLst>
                <a:path w="368244" h="367995">
                  <a:moveTo>
                    <a:pt x="366273" y="12348"/>
                  </a:moveTo>
                  <a:cubicBezTo>
                    <a:pt x="372523" y="5472"/>
                    <a:pt x="362523" y="-3903"/>
                    <a:pt x="355647" y="1722"/>
                  </a:cubicBezTo>
                  <a:cubicBezTo>
                    <a:pt x="148759" y="179858"/>
                    <a:pt x="30002" y="279240"/>
                    <a:pt x="0" y="367995"/>
                  </a:cubicBezTo>
                  <a:cubicBezTo>
                    <a:pt x="88755" y="337368"/>
                    <a:pt x="188137" y="219236"/>
                    <a:pt x="366273" y="12348"/>
                  </a:cubicBezTo>
                  <a:close/>
                </a:path>
              </a:pathLst>
            </a:custGeom>
            <a:solidFill>
              <a:schemeClr val="dk1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377" name="Google Shape;566;p27"/>
            <p:cNvSpPr/>
            <p:nvPr/>
          </p:nvSpPr>
          <p:spPr>
            <a:xfrm>
              <a:off x="592200" y="4891320"/>
              <a:ext cx="109080" cy="109080"/>
            </a:xfrm>
            <a:custGeom>
              <a:avLst/>
              <a:gdLst>
                <a:gd name="textAreaLeft" fmla="*/ 0 w 109080"/>
                <a:gd name="textAreaRight" fmla="*/ 109440 w 109080"/>
                <a:gd name="textAreaTop" fmla="*/ 0 h 109080"/>
                <a:gd name="textAreaBottom" fmla="*/ 109440 h 109080"/>
              </a:gdLst>
              <a:ahLst/>
              <a:cxnLst/>
              <a:rect l="textAreaLeft" t="textAreaTop" r="textAreaRight" b="textAreaBottom"/>
              <a:pathLst>
                <a:path w="126258" h="126258">
                  <a:moveTo>
                    <a:pt x="108132" y="18126"/>
                  </a:moveTo>
                  <a:cubicBezTo>
                    <a:pt x="98131" y="21251"/>
                    <a:pt x="88756" y="23751"/>
                    <a:pt x="78755" y="25002"/>
                  </a:cubicBezTo>
                  <a:cubicBezTo>
                    <a:pt x="73130" y="17501"/>
                    <a:pt x="67504" y="9376"/>
                    <a:pt x="63129" y="0"/>
                  </a:cubicBezTo>
                  <a:cubicBezTo>
                    <a:pt x="58753" y="9376"/>
                    <a:pt x="53753" y="17501"/>
                    <a:pt x="47503" y="25002"/>
                  </a:cubicBezTo>
                  <a:cubicBezTo>
                    <a:pt x="38127" y="23751"/>
                    <a:pt x="28127" y="21251"/>
                    <a:pt x="18126" y="18126"/>
                  </a:cubicBezTo>
                  <a:cubicBezTo>
                    <a:pt x="21251" y="28127"/>
                    <a:pt x="23751" y="37502"/>
                    <a:pt x="25002" y="47503"/>
                  </a:cubicBezTo>
                  <a:cubicBezTo>
                    <a:pt x="17501" y="53128"/>
                    <a:pt x="9376" y="58754"/>
                    <a:pt x="0" y="63129"/>
                  </a:cubicBezTo>
                  <a:cubicBezTo>
                    <a:pt x="9376" y="67504"/>
                    <a:pt x="17501" y="72504"/>
                    <a:pt x="25002" y="78755"/>
                  </a:cubicBezTo>
                  <a:cubicBezTo>
                    <a:pt x="23751" y="88130"/>
                    <a:pt x="21251" y="98131"/>
                    <a:pt x="18126" y="108132"/>
                  </a:cubicBezTo>
                  <a:cubicBezTo>
                    <a:pt x="28127" y="105007"/>
                    <a:pt x="37502" y="102507"/>
                    <a:pt x="47503" y="101256"/>
                  </a:cubicBezTo>
                  <a:cubicBezTo>
                    <a:pt x="53128" y="108757"/>
                    <a:pt x="58753" y="116882"/>
                    <a:pt x="63129" y="126258"/>
                  </a:cubicBezTo>
                  <a:cubicBezTo>
                    <a:pt x="67504" y="116882"/>
                    <a:pt x="72504" y="108757"/>
                    <a:pt x="78755" y="101256"/>
                  </a:cubicBezTo>
                  <a:cubicBezTo>
                    <a:pt x="88130" y="102507"/>
                    <a:pt x="98131" y="105007"/>
                    <a:pt x="108132" y="108132"/>
                  </a:cubicBezTo>
                  <a:cubicBezTo>
                    <a:pt x="105007" y="98131"/>
                    <a:pt x="102506" y="88756"/>
                    <a:pt x="101256" y="78755"/>
                  </a:cubicBezTo>
                  <a:cubicBezTo>
                    <a:pt x="108757" y="73130"/>
                    <a:pt x="116882" y="67504"/>
                    <a:pt x="126258" y="63129"/>
                  </a:cubicBezTo>
                  <a:cubicBezTo>
                    <a:pt x="116882" y="58754"/>
                    <a:pt x="108757" y="53753"/>
                    <a:pt x="101256" y="47503"/>
                  </a:cubicBezTo>
                  <a:cubicBezTo>
                    <a:pt x="101881" y="37502"/>
                    <a:pt x="104382" y="27502"/>
                    <a:pt x="108132" y="18126"/>
                  </a:cubicBezTo>
                  <a:close/>
                </a:path>
              </a:pathLst>
            </a:custGeom>
            <a:solidFill>
              <a:schemeClr val="dk1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378" name="Google Shape;567;p27"/>
            <p:cNvSpPr/>
            <p:nvPr/>
          </p:nvSpPr>
          <p:spPr>
            <a:xfrm>
              <a:off x="685440" y="4983840"/>
              <a:ext cx="318600" cy="318600"/>
            </a:xfrm>
            <a:custGeom>
              <a:avLst/>
              <a:gdLst>
                <a:gd name="textAreaLeft" fmla="*/ 0 w 318600"/>
                <a:gd name="textAreaRight" fmla="*/ 318960 w 318600"/>
                <a:gd name="textAreaTop" fmla="*/ 0 h 318600"/>
                <a:gd name="textAreaBottom" fmla="*/ 318960 h 318600"/>
              </a:gdLst>
              <a:ahLst/>
              <a:cxnLst/>
              <a:rect l="textAreaLeft" t="textAreaTop" r="textAreaRight" b="textAreaBottom"/>
              <a:pathLst>
                <a:path w="367994" h="368245">
                  <a:moveTo>
                    <a:pt x="355647" y="366273"/>
                  </a:moveTo>
                  <a:cubicBezTo>
                    <a:pt x="362523" y="372524"/>
                    <a:pt x="371898" y="362523"/>
                    <a:pt x="366273" y="355648"/>
                  </a:cubicBezTo>
                  <a:cubicBezTo>
                    <a:pt x="188137" y="148760"/>
                    <a:pt x="88755" y="30002"/>
                    <a:pt x="0" y="0"/>
                  </a:cubicBezTo>
                  <a:cubicBezTo>
                    <a:pt x="30627" y="88131"/>
                    <a:pt x="148759" y="188137"/>
                    <a:pt x="355647" y="366273"/>
                  </a:cubicBezTo>
                  <a:close/>
                </a:path>
              </a:pathLst>
            </a:custGeom>
            <a:solidFill>
              <a:schemeClr val="dk1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379" name="Google Shape;568;p27"/>
            <p:cNvSpPr/>
            <p:nvPr/>
          </p:nvSpPr>
          <p:spPr>
            <a:xfrm>
              <a:off x="289440" y="4983840"/>
              <a:ext cx="318600" cy="318600"/>
            </a:xfrm>
            <a:custGeom>
              <a:avLst/>
              <a:gdLst>
                <a:gd name="textAreaLeft" fmla="*/ 0 w 318600"/>
                <a:gd name="textAreaRight" fmla="*/ 318960 w 318600"/>
                <a:gd name="textAreaTop" fmla="*/ 0 h 318600"/>
                <a:gd name="textAreaBottom" fmla="*/ 318960 h 318600"/>
              </a:gdLst>
              <a:ahLst/>
              <a:cxnLst/>
              <a:rect l="textAreaLeft" t="textAreaTop" r="textAreaRight" b="textAreaBottom"/>
              <a:pathLst>
                <a:path w="368245" h="367995">
                  <a:moveTo>
                    <a:pt x="1972" y="355648"/>
                  </a:moveTo>
                  <a:cubicBezTo>
                    <a:pt x="-4278" y="362523"/>
                    <a:pt x="5722" y="371898"/>
                    <a:pt x="12598" y="366273"/>
                  </a:cubicBezTo>
                  <a:cubicBezTo>
                    <a:pt x="219486" y="188137"/>
                    <a:pt x="338243" y="88756"/>
                    <a:pt x="368245" y="0"/>
                  </a:cubicBezTo>
                  <a:cubicBezTo>
                    <a:pt x="280114" y="30002"/>
                    <a:pt x="180108" y="148760"/>
                    <a:pt x="1972" y="355648"/>
                  </a:cubicBezTo>
                  <a:close/>
                </a:path>
              </a:pathLst>
            </a:custGeom>
            <a:solidFill>
              <a:schemeClr val="dk1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380" name="Google Shape;569;p27"/>
            <p:cNvSpPr/>
            <p:nvPr/>
          </p:nvSpPr>
          <p:spPr>
            <a:xfrm>
              <a:off x="289800" y="4587840"/>
              <a:ext cx="318600" cy="318600"/>
            </a:xfrm>
            <a:custGeom>
              <a:avLst/>
              <a:gdLst>
                <a:gd name="textAreaLeft" fmla="*/ 0 w 318600"/>
                <a:gd name="textAreaRight" fmla="*/ 318960 w 318600"/>
                <a:gd name="textAreaTop" fmla="*/ 0 h 318600"/>
                <a:gd name="textAreaBottom" fmla="*/ 318960 h 318600"/>
              </a:gdLst>
              <a:ahLst/>
              <a:cxnLst/>
              <a:rect l="textAreaLeft" t="textAreaTop" r="textAreaRight" b="textAreaBottom"/>
              <a:pathLst>
                <a:path w="367995" h="368245">
                  <a:moveTo>
                    <a:pt x="12348" y="1972"/>
                  </a:moveTo>
                  <a:cubicBezTo>
                    <a:pt x="5472" y="-4278"/>
                    <a:pt x="-3903" y="5722"/>
                    <a:pt x="1722" y="12598"/>
                  </a:cubicBezTo>
                  <a:cubicBezTo>
                    <a:pt x="179858" y="219486"/>
                    <a:pt x="279240" y="338243"/>
                    <a:pt x="367995" y="368245"/>
                  </a:cubicBezTo>
                  <a:cubicBezTo>
                    <a:pt x="337993" y="279490"/>
                    <a:pt x="219861" y="180108"/>
                    <a:pt x="12348" y="1972"/>
                  </a:cubicBezTo>
                  <a:close/>
                </a:path>
              </a:pathLst>
            </a:custGeom>
            <a:solidFill>
              <a:schemeClr val="dk1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</p:grpSp>
    </p:spTree>
  </p:cSld>
</p:sldLayout>
</file>

<file path=ppt/slideLayouts/slideLayout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TITLE_AND_BODY"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20" name="Google Shape;68;p4" descr=""/>
          <p:cNvPicPr/>
          <p:nvPr/>
        </p:nvPicPr>
        <p:blipFill>
          <a:blip r:embed="rId2">
            <a:alphaModFix amt="30000"/>
          </a:blip>
          <a:stretch/>
        </p:blipFill>
        <p:spPr>
          <a:xfrm flipH="1">
            <a:off x="360" y="-3960"/>
            <a:ext cx="9143640" cy="5150880"/>
          </a:xfrm>
          <a:prstGeom prst="rect">
            <a:avLst/>
          </a:prstGeom>
          <a:noFill/>
          <a:ln w="0">
            <a:noFill/>
          </a:ln>
        </p:spPr>
      </p:pic>
      <p:grpSp>
        <p:nvGrpSpPr>
          <p:cNvPr id="421" name="Google Shape;69;p4"/>
          <p:cNvGrpSpPr/>
          <p:nvPr/>
        </p:nvGrpSpPr>
        <p:grpSpPr>
          <a:xfrm>
            <a:off x="-1559160" y="-1129320"/>
            <a:ext cx="2771280" cy="2771640"/>
            <a:chOff x="-1559160" y="-1129320"/>
            <a:chExt cx="2771280" cy="2771640"/>
          </a:xfrm>
        </p:grpSpPr>
        <p:sp>
          <p:nvSpPr>
            <p:cNvPr id="422" name="Google Shape;70;p4"/>
            <p:cNvSpPr/>
            <p:nvPr/>
          </p:nvSpPr>
          <p:spPr>
            <a:xfrm>
              <a:off x="-1559160" y="193320"/>
              <a:ext cx="1264320" cy="127080"/>
            </a:xfrm>
            <a:custGeom>
              <a:avLst/>
              <a:gdLst>
                <a:gd name="textAreaLeft" fmla="*/ 0 w 1264320"/>
                <a:gd name="textAreaRight" fmla="*/ 1264680 w 1264320"/>
                <a:gd name="textAreaTop" fmla="*/ 0 h 127080"/>
                <a:gd name="textAreaBottom" fmla="*/ 127440 h 127080"/>
              </a:gdLst>
              <a:ahLst/>
              <a:cxnLst/>
              <a:rect l="textAreaLeft" t="textAreaTop" r="textAreaRight" b="textAreaBottom"/>
              <a:pathLst>
                <a:path w="1575723" h="158763">
                  <a:moveTo>
                    <a:pt x="1099444" y="158764"/>
                  </a:moveTo>
                  <a:cubicBezTo>
                    <a:pt x="888806" y="158764"/>
                    <a:pt x="617539" y="138137"/>
                    <a:pt x="266891" y="111886"/>
                  </a:cubicBezTo>
                  <a:cubicBezTo>
                    <a:pt x="186262" y="105635"/>
                    <a:pt x="101881" y="99385"/>
                    <a:pt x="12501" y="93135"/>
                  </a:cubicBezTo>
                  <a:cubicBezTo>
                    <a:pt x="5000" y="92510"/>
                    <a:pt x="0" y="86884"/>
                    <a:pt x="0" y="79384"/>
                  </a:cubicBezTo>
                  <a:cubicBezTo>
                    <a:pt x="0" y="71883"/>
                    <a:pt x="5000" y="66258"/>
                    <a:pt x="12501" y="65633"/>
                  </a:cubicBezTo>
                  <a:cubicBezTo>
                    <a:pt x="101256" y="59382"/>
                    <a:pt x="186262" y="52507"/>
                    <a:pt x="266891" y="46882"/>
                  </a:cubicBezTo>
                  <a:cubicBezTo>
                    <a:pt x="961936" y="-5622"/>
                    <a:pt x="1344459" y="-34374"/>
                    <a:pt x="1562598" y="73133"/>
                  </a:cubicBezTo>
                  <a:lnTo>
                    <a:pt x="1575724" y="79384"/>
                  </a:lnTo>
                  <a:lnTo>
                    <a:pt x="1562598" y="85634"/>
                  </a:lnTo>
                  <a:cubicBezTo>
                    <a:pt x="1454466" y="138762"/>
                    <a:pt x="1306332" y="158764"/>
                    <a:pt x="1099444" y="158764"/>
                  </a:cubicBezTo>
                  <a:close/>
                  <a:moveTo>
                    <a:pt x="23751" y="79384"/>
                  </a:moveTo>
                  <a:cubicBezTo>
                    <a:pt x="108757" y="85634"/>
                    <a:pt x="190012" y="91884"/>
                    <a:pt x="268142" y="97510"/>
                  </a:cubicBezTo>
                  <a:cubicBezTo>
                    <a:pt x="946310" y="148763"/>
                    <a:pt x="1326333" y="177515"/>
                    <a:pt x="1543222" y="79384"/>
                  </a:cubicBezTo>
                  <a:cubicBezTo>
                    <a:pt x="1326333" y="-18748"/>
                    <a:pt x="946935" y="10004"/>
                    <a:pt x="268767" y="61258"/>
                  </a:cubicBezTo>
                  <a:cubicBezTo>
                    <a:pt x="190637" y="66883"/>
                    <a:pt x="109382" y="73133"/>
                    <a:pt x="23751" y="79384"/>
                  </a:cubicBezTo>
                  <a:close/>
                </a:path>
              </a:pathLst>
            </a:custGeom>
            <a:solidFill>
              <a:srgbClr val="efefef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423" name="Google Shape;71;p4"/>
            <p:cNvSpPr/>
            <p:nvPr/>
          </p:nvSpPr>
          <p:spPr>
            <a:xfrm>
              <a:off x="-237240" y="-1129320"/>
              <a:ext cx="127080" cy="1264320"/>
            </a:xfrm>
            <a:custGeom>
              <a:avLst/>
              <a:gdLst>
                <a:gd name="textAreaLeft" fmla="*/ 0 w 127080"/>
                <a:gd name="textAreaRight" fmla="*/ 127440 w 127080"/>
                <a:gd name="textAreaTop" fmla="*/ 0 h 1264320"/>
                <a:gd name="textAreaBottom" fmla="*/ 1264680 h 1264320"/>
              </a:gdLst>
              <a:ahLst/>
              <a:cxnLst/>
              <a:rect l="textAreaLeft" t="textAreaTop" r="textAreaRight" b="textAreaBottom"/>
              <a:pathLst>
                <a:path w="158767" h="1575723">
                  <a:moveTo>
                    <a:pt x="79383" y="1575724"/>
                  </a:moveTo>
                  <a:lnTo>
                    <a:pt x="73133" y="1562598"/>
                  </a:lnTo>
                  <a:cubicBezTo>
                    <a:pt x="-34373" y="1344459"/>
                    <a:pt x="-5622" y="961935"/>
                    <a:pt x="46882" y="266892"/>
                  </a:cubicBezTo>
                  <a:cubicBezTo>
                    <a:pt x="53132" y="186262"/>
                    <a:pt x="59382" y="101256"/>
                    <a:pt x="65633" y="12501"/>
                  </a:cubicBezTo>
                  <a:lnTo>
                    <a:pt x="65633" y="12501"/>
                  </a:lnTo>
                  <a:cubicBezTo>
                    <a:pt x="66258" y="5000"/>
                    <a:pt x="71883" y="0"/>
                    <a:pt x="79383" y="0"/>
                  </a:cubicBezTo>
                  <a:cubicBezTo>
                    <a:pt x="79383" y="0"/>
                    <a:pt x="79383" y="0"/>
                    <a:pt x="79383" y="0"/>
                  </a:cubicBezTo>
                  <a:cubicBezTo>
                    <a:pt x="86884" y="0"/>
                    <a:pt x="92509" y="5000"/>
                    <a:pt x="93135" y="12501"/>
                  </a:cubicBezTo>
                  <a:cubicBezTo>
                    <a:pt x="99385" y="101881"/>
                    <a:pt x="106260" y="186262"/>
                    <a:pt x="111886" y="266892"/>
                  </a:cubicBezTo>
                  <a:cubicBezTo>
                    <a:pt x="164389" y="961935"/>
                    <a:pt x="193141" y="1344459"/>
                    <a:pt x="85634" y="1561973"/>
                  </a:cubicBezTo>
                  <a:lnTo>
                    <a:pt x="79383" y="1575724"/>
                  </a:lnTo>
                  <a:close/>
                  <a:moveTo>
                    <a:pt x="79383" y="24377"/>
                  </a:moveTo>
                  <a:cubicBezTo>
                    <a:pt x="73133" y="110007"/>
                    <a:pt x="66883" y="191262"/>
                    <a:pt x="61257" y="268767"/>
                  </a:cubicBezTo>
                  <a:cubicBezTo>
                    <a:pt x="10004" y="946934"/>
                    <a:pt x="-18747" y="1326333"/>
                    <a:pt x="79383" y="1543222"/>
                  </a:cubicBezTo>
                  <a:cubicBezTo>
                    <a:pt x="177515" y="1326333"/>
                    <a:pt x="148763" y="946934"/>
                    <a:pt x="97510" y="268767"/>
                  </a:cubicBezTo>
                  <a:cubicBezTo>
                    <a:pt x="91884" y="191262"/>
                    <a:pt x="85634" y="109382"/>
                    <a:pt x="79383" y="24377"/>
                  </a:cubicBezTo>
                  <a:close/>
                </a:path>
              </a:pathLst>
            </a:custGeom>
            <a:solidFill>
              <a:srgbClr val="efefef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424" name="Google Shape;72;p4"/>
            <p:cNvSpPr/>
            <p:nvPr/>
          </p:nvSpPr>
          <p:spPr>
            <a:xfrm>
              <a:off x="-237240" y="378000"/>
              <a:ext cx="127080" cy="1264320"/>
            </a:xfrm>
            <a:custGeom>
              <a:avLst/>
              <a:gdLst>
                <a:gd name="textAreaLeft" fmla="*/ 0 w 127080"/>
                <a:gd name="textAreaRight" fmla="*/ 127440 w 127080"/>
                <a:gd name="textAreaTop" fmla="*/ 0 h 1264320"/>
                <a:gd name="textAreaBottom" fmla="*/ 1264680 h 1264320"/>
              </a:gdLst>
              <a:ahLst/>
              <a:cxnLst/>
              <a:rect l="textAreaLeft" t="textAreaTop" r="textAreaRight" b="textAreaBottom"/>
              <a:pathLst>
                <a:path w="158767" h="1575724">
                  <a:moveTo>
                    <a:pt x="79383" y="1575724"/>
                  </a:moveTo>
                  <a:cubicBezTo>
                    <a:pt x="71883" y="1575724"/>
                    <a:pt x="66258" y="1570724"/>
                    <a:pt x="65633" y="1563223"/>
                  </a:cubicBezTo>
                  <a:cubicBezTo>
                    <a:pt x="59382" y="1474468"/>
                    <a:pt x="52507" y="1389462"/>
                    <a:pt x="46882" y="1308832"/>
                  </a:cubicBezTo>
                  <a:cubicBezTo>
                    <a:pt x="-5622" y="613788"/>
                    <a:pt x="-34373" y="231265"/>
                    <a:pt x="73133" y="13126"/>
                  </a:cubicBezTo>
                  <a:lnTo>
                    <a:pt x="79383" y="0"/>
                  </a:lnTo>
                  <a:lnTo>
                    <a:pt x="85634" y="13126"/>
                  </a:lnTo>
                  <a:cubicBezTo>
                    <a:pt x="193141" y="231265"/>
                    <a:pt x="164389" y="613788"/>
                    <a:pt x="111886" y="1308207"/>
                  </a:cubicBezTo>
                  <a:cubicBezTo>
                    <a:pt x="105636" y="1388837"/>
                    <a:pt x="99385" y="1473843"/>
                    <a:pt x="93135" y="1563223"/>
                  </a:cubicBezTo>
                  <a:cubicBezTo>
                    <a:pt x="92509" y="1570724"/>
                    <a:pt x="86884" y="1575724"/>
                    <a:pt x="79383" y="1575724"/>
                  </a:cubicBezTo>
                  <a:cubicBezTo>
                    <a:pt x="79383" y="1575724"/>
                    <a:pt x="79383" y="1575724"/>
                    <a:pt x="79383" y="1575724"/>
                  </a:cubicBezTo>
                  <a:close/>
                  <a:moveTo>
                    <a:pt x="79383" y="33127"/>
                  </a:moveTo>
                  <a:cubicBezTo>
                    <a:pt x="-18747" y="250016"/>
                    <a:pt x="10004" y="630040"/>
                    <a:pt x="61257" y="1307582"/>
                  </a:cubicBezTo>
                  <a:cubicBezTo>
                    <a:pt x="66883" y="1385087"/>
                    <a:pt x="73133" y="1466342"/>
                    <a:pt x="79383" y="1551973"/>
                  </a:cubicBezTo>
                  <a:cubicBezTo>
                    <a:pt x="85634" y="1466342"/>
                    <a:pt x="91884" y="1385087"/>
                    <a:pt x="97510" y="1307582"/>
                  </a:cubicBezTo>
                  <a:cubicBezTo>
                    <a:pt x="148763" y="629414"/>
                    <a:pt x="177515" y="250016"/>
                    <a:pt x="79383" y="33127"/>
                  </a:cubicBezTo>
                  <a:close/>
                </a:path>
              </a:pathLst>
            </a:custGeom>
            <a:solidFill>
              <a:srgbClr val="efefef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425" name="Google Shape;73;p4"/>
            <p:cNvSpPr/>
            <p:nvPr/>
          </p:nvSpPr>
          <p:spPr>
            <a:xfrm>
              <a:off x="-52200" y="193320"/>
              <a:ext cx="1264320" cy="127080"/>
            </a:xfrm>
            <a:custGeom>
              <a:avLst/>
              <a:gdLst>
                <a:gd name="textAreaLeft" fmla="*/ 0 w 1264320"/>
                <a:gd name="textAreaRight" fmla="*/ 1264680 w 1264320"/>
                <a:gd name="textAreaTop" fmla="*/ 0 h 127080"/>
                <a:gd name="textAreaBottom" fmla="*/ 127440 h 127080"/>
              </a:gdLst>
              <a:ahLst/>
              <a:cxnLst/>
              <a:rect l="textAreaLeft" t="textAreaTop" r="textAreaRight" b="textAreaBottom"/>
              <a:pathLst>
                <a:path w="1575723" h="158763">
                  <a:moveTo>
                    <a:pt x="476280" y="158764"/>
                  </a:moveTo>
                  <a:cubicBezTo>
                    <a:pt x="269392" y="158764"/>
                    <a:pt x="120632" y="138762"/>
                    <a:pt x="13126" y="85634"/>
                  </a:cubicBezTo>
                  <a:lnTo>
                    <a:pt x="0" y="79384"/>
                  </a:lnTo>
                  <a:lnTo>
                    <a:pt x="13126" y="73133"/>
                  </a:lnTo>
                  <a:cubicBezTo>
                    <a:pt x="231265" y="-34374"/>
                    <a:pt x="613788" y="-5622"/>
                    <a:pt x="1308832" y="46882"/>
                  </a:cubicBezTo>
                  <a:cubicBezTo>
                    <a:pt x="1389462" y="53132"/>
                    <a:pt x="1474467" y="59382"/>
                    <a:pt x="1563223" y="65633"/>
                  </a:cubicBezTo>
                  <a:cubicBezTo>
                    <a:pt x="1570723" y="66258"/>
                    <a:pt x="1575724" y="71883"/>
                    <a:pt x="1575724" y="79384"/>
                  </a:cubicBezTo>
                  <a:cubicBezTo>
                    <a:pt x="1575724" y="86884"/>
                    <a:pt x="1570723" y="92510"/>
                    <a:pt x="1563223" y="93135"/>
                  </a:cubicBezTo>
                  <a:cubicBezTo>
                    <a:pt x="1474467" y="99385"/>
                    <a:pt x="1389462" y="106260"/>
                    <a:pt x="1308832" y="111886"/>
                  </a:cubicBezTo>
                  <a:cubicBezTo>
                    <a:pt x="958185" y="138137"/>
                    <a:pt x="686918" y="158764"/>
                    <a:pt x="476280" y="158764"/>
                  </a:cubicBezTo>
                  <a:close/>
                  <a:moveTo>
                    <a:pt x="33127" y="79384"/>
                  </a:moveTo>
                  <a:cubicBezTo>
                    <a:pt x="250016" y="177515"/>
                    <a:pt x="630039" y="148763"/>
                    <a:pt x="1308207" y="97510"/>
                  </a:cubicBezTo>
                  <a:cubicBezTo>
                    <a:pt x="1385712" y="91884"/>
                    <a:pt x="1466967" y="85634"/>
                    <a:pt x="1552597" y="79384"/>
                  </a:cubicBezTo>
                  <a:cubicBezTo>
                    <a:pt x="1466967" y="73133"/>
                    <a:pt x="1385712" y="66883"/>
                    <a:pt x="1308207" y="61258"/>
                  </a:cubicBezTo>
                  <a:cubicBezTo>
                    <a:pt x="629414" y="10004"/>
                    <a:pt x="249390" y="-18748"/>
                    <a:pt x="33127" y="79384"/>
                  </a:cubicBezTo>
                  <a:close/>
                </a:path>
              </a:pathLst>
            </a:custGeom>
            <a:solidFill>
              <a:srgbClr val="efefef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426" name="Google Shape;74;p4"/>
            <p:cNvSpPr/>
            <p:nvPr/>
          </p:nvSpPr>
          <p:spPr>
            <a:xfrm>
              <a:off x="-1156680" y="343440"/>
              <a:ext cx="897120" cy="896760"/>
            </a:xfrm>
            <a:custGeom>
              <a:avLst/>
              <a:gdLst>
                <a:gd name="textAreaLeft" fmla="*/ 0 w 897120"/>
                <a:gd name="textAreaRight" fmla="*/ 897480 w 897120"/>
                <a:gd name="textAreaTop" fmla="*/ 0 h 896760"/>
                <a:gd name="textAreaBottom" fmla="*/ 897120 h 896760"/>
              </a:gdLst>
              <a:ahLst/>
              <a:cxnLst/>
              <a:rect l="textAreaLeft" t="textAreaTop" r="textAreaRight" b="textAreaBottom"/>
              <a:pathLst>
                <a:path w="1117897" h="1117570">
                  <a:moveTo>
                    <a:pt x="13453" y="1117570"/>
                  </a:moveTo>
                  <a:cubicBezTo>
                    <a:pt x="10328" y="1117570"/>
                    <a:pt x="6578" y="1116320"/>
                    <a:pt x="4077" y="1113195"/>
                  </a:cubicBezTo>
                  <a:cubicBezTo>
                    <a:pt x="-923" y="1108195"/>
                    <a:pt x="-1548" y="1100069"/>
                    <a:pt x="3452" y="1095069"/>
                  </a:cubicBezTo>
                  <a:cubicBezTo>
                    <a:pt x="61581" y="1027565"/>
                    <a:pt x="117210" y="963185"/>
                    <a:pt x="169713" y="901932"/>
                  </a:cubicBezTo>
                  <a:cubicBezTo>
                    <a:pt x="624116" y="373773"/>
                    <a:pt x="874132" y="82505"/>
                    <a:pt x="1104147" y="4375"/>
                  </a:cubicBezTo>
                  <a:lnTo>
                    <a:pt x="1117897" y="0"/>
                  </a:lnTo>
                  <a:lnTo>
                    <a:pt x="1113522" y="13751"/>
                  </a:lnTo>
                  <a:cubicBezTo>
                    <a:pt x="1035392" y="243765"/>
                    <a:pt x="744124" y="493781"/>
                    <a:pt x="215966" y="948184"/>
                  </a:cubicBezTo>
                  <a:cubicBezTo>
                    <a:pt x="154712" y="1000688"/>
                    <a:pt x="90333" y="1056316"/>
                    <a:pt x="22204" y="1115070"/>
                  </a:cubicBezTo>
                  <a:lnTo>
                    <a:pt x="22204" y="1115070"/>
                  </a:lnTo>
                  <a:cubicBezTo>
                    <a:pt x="19703" y="1116320"/>
                    <a:pt x="16578" y="1117570"/>
                    <a:pt x="13453" y="1117570"/>
                  </a:cubicBezTo>
                  <a:close/>
                  <a:moveTo>
                    <a:pt x="1094771" y="22501"/>
                  </a:moveTo>
                  <a:cubicBezTo>
                    <a:pt x="872257" y="106257"/>
                    <a:pt x="624116" y="395025"/>
                    <a:pt x="180963" y="910682"/>
                  </a:cubicBezTo>
                  <a:cubicBezTo>
                    <a:pt x="130335" y="970061"/>
                    <a:pt x="77207" y="1031940"/>
                    <a:pt x="20953" y="1096319"/>
                  </a:cubicBezTo>
                  <a:cubicBezTo>
                    <a:pt x="85958" y="1040065"/>
                    <a:pt x="147836" y="986937"/>
                    <a:pt x="206590" y="936309"/>
                  </a:cubicBezTo>
                  <a:cubicBezTo>
                    <a:pt x="722247" y="493156"/>
                    <a:pt x="1011016" y="245015"/>
                    <a:pt x="1094771" y="22501"/>
                  </a:cubicBezTo>
                  <a:close/>
                </a:path>
              </a:pathLst>
            </a:custGeom>
            <a:solidFill>
              <a:srgbClr val="efefef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427" name="Google Shape;75;p4"/>
            <p:cNvSpPr/>
            <p:nvPr/>
          </p:nvSpPr>
          <p:spPr>
            <a:xfrm>
              <a:off x="-87120" y="343440"/>
              <a:ext cx="897120" cy="896760"/>
            </a:xfrm>
            <a:custGeom>
              <a:avLst/>
              <a:gdLst>
                <a:gd name="textAreaLeft" fmla="*/ 0 w 897120"/>
                <a:gd name="textAreaRight" fmla="*/ 897480 w 897120"/>
                <a:gd name="textAreaTop" fmla="*/ 0 h 896760"/>
                <a:gd name="textAreaBottom" fmla="*/ 897120 h 896760"/>
              </a:gdLst>
              <a:ahLst/>
              <a:cxnLst/>
              <a:rect l="textAreaLeft" t="textAreaTop" r="textAreaRight" b="textAreaBottom"/>
              <a:pathLst>
                <a:path w="1117897" h="1117570">
                  <a:moveTo>
                    <a:pt x="1103819" y="1117570"/>
                  </a:moveTo>
                  <a:cubicBezTo>
                    <a:pt x="1100694" y="1117570"/>
                    <a:pt x="1097569" y="1116320"/>
                    <a:pt x="1095069" y="1114445"/>
                  </a:cubicBezTo>
                  <a:cubicBezTo>
                    <a:pt x="1027564" y="1056316"/>
                    <a:pt x="963185" y="1000688"/>
                    <a:pt x="901931" y="948184"/>
                  </a:cubicBezTo>
                  <a:cubicBezTo>
                    <a:pt x="373148" y="493781"/>
                    <a:pt x="82505" y="243765"/>
                    <a:pt x="4375" y="13751"/>
                  </a:cubicBezTo>
                  <a:lnTo>
                    <a:pt x="0" y="0"/>
                  </a:lnTo>
                  <a:lnTo>
                    <a:pt x="13751" y="4375"/>
                  </a:lnTo>
                  <a:cubicBezTo>
                    <a:pt x="243765" y="82505"/>
                    <a:pt x="493781" y="373773"/>
                    <a:pt x="948184" y="901932"/>
                  </a:cubicBezTo>
                  <a:cubicBezTo>
                    <a:pt x="1000688" y="963185"/>
                    <a:pt x="1056316" y="1027565"/>
                    <a:pt x="1114445" y="1095069"/>
                  </a:cubicBezTo>
                  <a:lnTo>
                    <a:pt x="1114445" y="1095069"/>
                  </a:lnTo>
                  <a:cubicBezTo>
                    <a:pt x="1119445" y="1100694"/>
                    <a:pt x="1118820" y="1108195"/>
                    <a:pt x="1113820" y="1113820"/>
                  </a:cubicBezTo>
                  <a:cubicBezTo>
                    <a:pt x="1110695" y="1116320"/>
                    <a:pt x="1107569" y="1117570"/>
                    <a:pt x="1103819" y="1117570"/>
                  </a:cubicBezTo>
                  <a:close/>
                  <a:moveTo>
                    <a:pt x="22501" y="22501"/>
                  </a:moveTo>
                  <a:cubicBezTo>
                    <a:pt x="106257" y="245015"/>
                    <a:pt x="395025" y="493156"/>
                    <a:pt x="910682" y="936934"/>
                  </a:cubicBezTo>
                  <a:cubicBezTo>
                    <a:pt x="969436" y="987562"/>
                    <a:pt x="1031940" y="1040690"/>
                    <a:pt x="1096318" y="1096944"/>
                  </a:cubicBezTo>
                  <a:cubicBezTo>
                    <a:pt x="1040690" y="1031940"/>
                    <a:pt x="986936" y="970061"/>
                    <a:pt x="936308" y="911307"/>
                  </a:cubicBezTo>
                  <a:cubicBezTo>
                    <a:pt x="493781" y="395025"/>
                    <a:pt x="245640" y="106257"/>
                    <a:pt x="22501" y="22501"/>
                  </a:cubicBezTo>
                  <a:close/>
                </a:path>
              </a:pathLst>
            </a:custGeom>
            <a:solidFill>
              <a:srgbClr val="efefef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428" name="Google Shape;76;p4"/>
            <p:cNvSpPr/>
            <p:nvPr/>
          </p:nvSpPr>
          <p:spPr>
            <a:xfrm>
              <a:off x="-87840" y="-726480"/>
              <a:ext cx="897120" cy="897480"/>
            </a:xfrm>
            <a:custGeom>
              <a:avLst/>
              <a:gdLst>
                <a:gd name="textAreaLeft" fmla="*/ 0 w 897120"/>
                <a:gd name="textAreaRight" fmla="*/ 897480 w 897120"/>
                <a:gd name="textAreaTop" fmla="*/ 0 h 897480"/>
                <a:gd name="textAreaBottom" fmla="*/ 897840 h 897480"/>
              </a:gdLst>
              <a:ahLst/>
              <a:cxnLst/>
              <a:rect l="textAreaLeft" t="textAreaTop" r="textAreaRight" b="textAreaBottom"/>
              <a:pathLst>
                <a:path w="1117897" h="1118522">
                  <a:moveTo>
                    <a:pt x="0" y="1118522"/>
                  </a:moveTo>
                  <a:lnTo>
                    <a:pt x="4376" y="1104772"/>
                  </a:lnTo>
                  <a:cubicBezTo>
                    <a:pt x="82506" y="874757"/>
                    <a:pt x="373774" y="624741"/>
                    <a:pt x="901932" y="170338"/>
                  </a:cubicBezTo>
                  <a:cubicBezTo>
                    <a:pt x="963186" y="117835"/>
                    <a:pt x="1027565" y="62206"/>
                    <a:pt x="1095694" y="3452"/>
                  </a:cubicBezTo>
                  <a:cubicBezTo>
                    <a:pt x="1101320" y="-1548"/>
                    <a:pt x="1108820" y="-923"/>
                    <a:pt x="1113821" y="4077"/>
                  </a:cubicBezTo>
                  <a:cubicBezTo>
                    <a:pt x="1118820" y="9078"/>
                    <a:pt x="1119446" y="17203"/>
                    <a:pt x="1114445" y="22204"/>
                  </a:cubicBezTo>
                  <a:lnTo>
                    <a:pt x="1114445" y="22204"/>
                  </a:lnTo>
                  <a:cubicBezTo>
                    <a:pt x="1056316" y="89708"/>
                    <a:pt x="1000689" y="154087"/>
                    <a:pt x="948185" y="215341"/>
                  </a:cubicBezTo>
                  <a:cubicBezTo>
                    <a:pt x="493781" y="743499"/>
                    <a:pt x="243765" y="1034767"/>
                    <a:pt x="13751" y="1112897"/>
                  </a:cubicBezTo>
                  <a:lnTo>
                    <a:pt x="0" y="1118522"/>
                  </a:lnTo>
                  <a:close/>
                  <a:moveTo>
                    <a:pt x="1103820" y="13453"/>
                  </a:moveTo>
                  <a:cubicBezTo>
                    <a:pt x="1036940" y="72832"/>
                    <a:pt x="972562" y="128460"/>
                    <a:pt x="911308" y="180963"/>
                  </a:cubicBezTo>
                  <a:cubicBezTo>
                    <a:pt x="395650" y="624116"/>
                    <a:pt x="106882" y="872257"/>
                    <a:pt x="23127" y="1094771"/>
                  </a:cubicBezTo>
                  <a:cubicBezTo>
                    <a:pt x="245641" y="1011016"/>
                    <a:pt x="493781" y="722248"/>
                    <a:pt x="937559" y="206590"/>
                  </a:cubicBezTo>
                  <a:cubicBezTo>
                    <a:pt x="990062" y="145336"/>
                    <a:pt x="1045691" y="80957"/>
                    <a:pt x="1103820" y="13453"/>
                  </a:cubicBezTo>
                  <a:lnTo>
                    <a:pt x="1109445" y="18453"/>
                  </a:lnTo>
                  <a:lnTo>
                    <a:pt x="1103820" y="13453"/>
                  </a:lnTo>
                  <a:lnTo>
                    <a:pt x="1109445" y="18453"/>
                  </a:lnTo>
                  <a:lnTo>
                    <a:pt x="1103820" y="13453"/>
                  </a:lnTo>
                  <a:close/>
                </a:path>
              </a:pathLst>
            </a:custGeom>
            <a:solidFill>
              <a:srgbClr val="efefef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429" name="Google Shape;77;p4"/>
            <p:cNvSpPr/>
            <p:nvPr/>
          </p:nvSpPr>
          <p:spPr>
            <a:xfrm>
              <a:off x="-1156680" y="-726120"/>
              <a:ext cx="897480" cy="897120"/>
            </a:xfrm>
            <a:custGeom>
              <a:avLst/>
              <a:gdLst>
                <a:gd name="textAreaLeft" fmla="*/ 0 w 897480"/>
                <a:gd name="textAreaRight" fmla="*/ 897840 w 897480"/>
                <a:gd name="textAreaTop" fmla="*/ 0 h 897120"/>
                <a:gd name="textAreaBottom" fmla="*/ 897480 h 897120"/>
              </a:gdLst>
              <a:ahLst/>
              <a:cxnLst/>
              <a:rect l="textAreaLeft" t="textAreaTop" r="textAreaRight" b="textAreaBottom"/>
              <a:pathLst>
                <a:path w="1118522" h="1117897">
                  <a:moveTo>
                    <a:pt x="1118522" y="1117897"/>
                  </a:moveTo>
                  <a:lnTo>
                    <a:pt x="1104772" y="1113522"/>
                  </a:lnTo>
                  <a:cubicBezTo>
                    <a:pt x="874757" y="1035392"/>
                    <a:pt x="624741" y="744124"/>
                    <a:pt x="170338" y="215966"/>
                  </a:cubicBezTo>
                  <a:cubicBezTo>
                    <a:pt x="117834" y="154712"/>
                    <a:pt x="62206" y="90333"/>
                    <a:pt x="3452" y="22204"/>
                  </a:cubicBezTo>
                  <a:lnTo>
                    <a:pt x="3452" y="22204"/>
                  </a:lnTo>
                  <a:cubicBezTo>
                    <a:pt x="-1548" y="16578"/>
                    <a:pt x="-923" y="9078"/>
                    <a:pt x="4077" y="4077"/>
                  </a:cubicBezTo>
                  <a:cubicBezTo>
                    <a:pt x="9077" y="-923"/>
                    <a:pt x="17203" y="-1548"/>
                    <a:pt x="22828" y="3452"/>
                  </a:cubicBezTo>
                  <a:cubicBezTo>
                    <a:pt x="90333" y="61581"/>
                    <a:pt x="154712" y="117209"/>
                    <a:pt x="216591" y="170338"/>
                  </a:cubicBezTo>
                  <a:cubicBezTo>
                    <a:pt x="744749" y="624741"/>
                    <a:pt x="1036017" y="874757"/>
                    <a:pt x="1114147" y="1104771"/>
                  </a:cubicBezTo>
                  <a:lnTo>
                    <a:pt x="1118522" y="1117897"/>
                  </a:lnTo>
                  <a:close/>
                  <a:moveTo>
                    <a:pt x="20953" y="20953"/>
                  </a:moveTo>
                  <a:cubicBezTo>
                    <a:pt x="77207" y="85958"/>
                    <a:pt x="130335" y="147836"/>
                    <a:pt x="180963" y="206590"/>
                  </a:cubicBezTo>
                  <a:cubicBezTo>
                    <a:pt x="624116" y="722248"/>
                    <a:pt x="872257" y="1011016"/>
                    <a:pt x="1094771" y="1094771"/>
                  </a:cubicBezTo>
                  <a:cubicBezTo>
                    <a:pt x="1011016" y="872257"/>
                    <a:pt x="722247" y="624116"/>
                    <a:pt x="206590" y="180963"/>
                  </a:cubicBezTo>
                  <a:cubicBezTo>
                    <a:pt x="147836" y="129710"/>
                    <a:pt x="85958" y="76582"/>
                    <a:pt x="20953" y="20953"/>
                  </a:cubicBezTo>
                  <a:close/>
                </a:path>
              </a:pathLst>
            </a:custGeom>
            <a:solidFill>
              <a:srgbClr val="efefef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430" name="Google Shape;78;p4"/>
            <p:cNvSpPr/>
            <p:nvPr/>
          </p:nvSpPr>
          <p:spPr>
            <a:xfrm>
              <a:off x="-1390680" y="-222120"/>
              <a:ext cx="1111680" cy="439920"/>
            </a:xfrm>
            <a:custGeom>
              <a:avLst/>
              <a:gdLst>
                <a:gd name="textAreaLeft" fmla="*/ 0 w 1111680"/>
                <a:gd name="textAreaRight" fmla="*/ 1112040 w 1111680"/>
                <a:gd name="textAreaTop" fmla="*/ 0 h 439920"/>
                <a:gd name="textAreaBottom" fmla="*/ 440280 h 439920"/>
              </a:gdLst>
              <a:ahLst/>
              <a:cxnLst/>
              <a:rect l="textAreaLeft" t="textAreaTop" r="textAreaRight" b="textAreaBottom"/>
              <a:pathLst>
                <a:path w="1385324" h="548695">
                  <a:moveTo>
                    <a:pt x="1330322" y="548695"/>
                  </a:moveTo>
                  <a:cubicBezTo>
                    <a:pt x="1104057" y="548695"/>
                    <a:pt x="782787" y="394936"/>
                    <a:pt x="224627" y="128669"/>
                  </a:cubicBezTo>
                  <a:cubicBezTo>
                    <a:pt x="155873" y="96167"/>
                    <a:pt x="83993" y="61165"/>
                    <a:pt x="7739" y="25538"/>
                  </a:cubicBezTo>
                  <a:cubicBezTo>
                    <a:pt x="1488" y="22412"/>
                    <a:pt x="-1637" y="15537"/>
                    <a:pt x="863" y="8661"/>
                  </a:cubicBezTo>
                  <a:cubicBezTo>
                    <a:pt x="3363" y="1786"/>
                    <a:pt x="10239" y="-1339"/>
                    <a:pt x="17114" y="536"/>
                  </a:cubicBezTo>
                  <a:cubicBezTo>
                    <a:pt x="97119" y="24912"/>
                    <a:pt x="173999" y="48664"/>
                    <a:pt x="247129" y="70540"/>
                  </a:cubicBezTo>
                  <a:cubicBezTo>
                    <a:pt x="874668" y="261177"/>
                    <a:pt x="1220940" y="366184"/>
                    <a:pt x="1375325" y="534945"/>
                  </a:cubicBezTo>
                  <a:lnTo>
                    <a:pt x="1385325" y="545570"/>
                  </a:lnTo>
                  <a:lnTo>
                    <a:pt x="1370950" y="546820"/>
                  </a:lnTo>
                  <a:cubicBezTo>
                    <a:pt x="1357823" y="548070"/>
                    <a:pt x="1344073" y="548695"/>
                    <a:pt x="1330322" y="548695"/>
                  </a:cubicBezTo>
                  <a:close/>
                  <a:moveTo>
                    <a:pt x="27740" y="18662"/>
                  </a:moveTo>
                  <a:cubicBezTo>
                    <a:pt x="98369" y="52414"/>
                    <a:pt x="165873" y="84291"/>
                    <a:pt x="230878" y="115543"/>
                  </a:cubicBezTo>
                  <a:cubicBezTo>
                    <a:pt x="807789" y="391185"/>
                    <a:pt x="1131559" y="545570"/>
                    <a:pt x="1354698" y="533694"/>
                  </a:cubicBezTo>
                  <a:cubicBezTo>
                    <a:pt x="1197813" y="374309"/>
                    <a:pt x="854666" y="269928"/>
                    <a:pt x="243379" y="84291"/>
                  </a:cubicBezTo>
                  <a:cubicBezTo>
                    <a:pt x="174624" y="63665"/>
                    <a:pt x="102745" y="41788"/>
                    <a:pt x="27740" y="18662"/>
                  </a:cubicBezTo>
                  <a:close/>
                  <a:moveTo>
                    <a:pt x="13989" y="12412"/>
                  </a:moveTo>
                  <a:lnTo>
                    <a:pt x="10864" y="18662"/>
                  </a:lnTo>
                  <a:lnTo>
                    <a:pt x="13989" y="12412"/>
                  </a:lnTo>
                  <a:close/>
                </a:path>
              </a:pathLst>
            </a:custGeom>
            <a:solidFill>
              <a:srgbClr val="efefef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431" name="Google Shape;79;p4"/>
            <p:cNvSpPr/>
            <p:nvPr/>
          </p:nvSpPr>
          <p:spPr>
            <a:xfrm>
              <a:off x="-134640" y="-960480"/>
              <a:ext cx="439920" cy="1110960"/>
            </a:xfrm>
            <a:custGeom>
              <a:avLst/>
              <a:gdLst>
                <a:gd name="textAreaLeft" fmla="*/ 0 w 439920"/>
                <a:gd name="textAreaRight" fmla="*/ 440280 w 439920"/>
                <a:gd name="textAreaTop" fmla="*/ 0 h 1110960"/>
                <a:gd name="textAreaBottom" fmla="*/ 1111320 h 1110960"/>
              </a:gdLst>
              <a:ahLst/>
              <a:cxnLst/>
              <a:rect l="textAreaLeft" t="textAreaTop" r="textAreaRight" b="textAreaBottom"/>
              <a:pathLst>
                <a:path w="548537" h="1384699">
                  <a:moveTo>
                    <a:pt x="2968" y="1384700"/>
                  </a:moveTo>
                  <a:lnTo>
                    <a:pt x="1717" y="1370324"/>
                  </a:lnTo>
                  <a:cubicBezTo>
                    <a:pt x="-18284" y="1142185"/>
                    <a:pt x="137351" y="816539"/>
                    <a:pt x="419869" y="224627"/>
                  </a:cubicBezTo>
                  <a:cubicBezTo>
                    <a:pt x="452996" y="155873"/>
                    <a:pt x="487373" y="83368"/>
                    <a:pt x="523000" y="7739"/>
                  </a:cubicBezTo>
                  <a:lnTo>
                    <a:pt x="523000" y="7739"/>
                  </a:lnTo>
                  <a:cubicBezTo>
                    <a:pt x="526125" y="1488"/>
                    <a:pt x="533001" y="-1637"/>
                    <a:pt x="539876" y="863"/>
                  </a:cubicBezTo>
                  <a:cubicBezTo>
                    <a:pt x="546752" y="3363"/>
                    <a:pt x="549877" y="10239"/>
                    <a:pt x="548002" y="17114"/>
                  </a:cubicBezTo>
                  <a:cubicBezTo>
                    <a:pt x="523625" y="97744"/>
                    <a:pt x="499874" y="173999"/>
                    <a:pt x="477998" y="247129"/>
                  </a:cubicBezTo>
                  <a:cubicBezTo>
                    <a:pt x="287361" y="874668"/>
                    <a:pt x="182354" y="1220315"/>
                    <a:pt x="13593" y="1375324"/>
                  </a:cubicBezTo>
                  <a:lnTo>
                    <a:pt x="2968" y="1384700"/>
                  </a:lnTo>
                  <a:close/>
                  <a:moveTo>
                    <a:pt x="529876" y="27740"/>
                  </a:moveTo>
                  <a:cubicBezTo>
                    <a:pt x="496123" y="98369"/>
                    <a:pt x="463622" y="166498"/>
                    <a:pt x="432994" y="230878"/>
                  </a:cubicBezTo>
                  <a:cubicBezTo>
                    <a:pt x="157352" y="807789"/>
                    <a:pt x="2968" y="1130934"/>
                    <a:pt x="14843" y="1354073"/>
                  </a:cubicBezTo>
                  <a:cubicBezTo>
                    <a:pt x="174228" y="1197188"/>
                    <a:pt x="278610" y="854042"/>
                    <a:pt x="464246" y="242753"/>
                  </a:cubicBezTo>
                  <a:cubicBezTo>
                    <a:pt x="484873" y="174624"/>
                    <a:pt x="506749" y="102745"/>
                    <a:pt x="529876" y="27740"/>
                  </a:cubicBezTo>
                  <a:close/>
                  <a:moveTo>
                    <a:pt x="536126" y="13989"/>
                  </a:moveTo>
                  <a:lnTo>
                    <a:pt x="536126" y="13989"/>
                  </a:lnTo>
                  <a:lnTo>
                    <a:pt x="529876" y="10864"/>
                  </a:lnTo>
                  <a:lnTo>
                    <a:pt x="536126" y="13989"/>
                  </a:lnTo>
                  <a:close/>
                </a:path>
              </a:pathLst>
            </a:custGeom>
            <a:solidFill>
              <a:srgbClr val="efefef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432" name="Google Shape;80;p4"/>
            <p:cNvSpPr/>
            <p:nvPr/>
          </p:nvSpPr>
          <p:spPr>
            <a:xfrm>
              <a:off x="-652680" y="361800"/>
              <a:ext cx="439920" cy="1112040"/>
            </a:xfrm>
            <a:custGeom>
              <a:avLst/>
              <a:gdLst>
                <a:gd name="textAreaLeft" fmla="*/ 0 w 439920"/>
                <a:gd name="textAreaRight" fmla="*/ 440280 w 439920"/>
                <a:gd name="textAreaTop" fmla="*/ 0 h 1112040"/>
                <a:gd name="textAreaBottom" fmla="*/ 1112400 h 1112040"/>
              </a:gdLst>
              <a:ahLst/>
              <a:cxnLst/>
              <a:rect l="textAreaLeft" t="textAreaTop" r="textAreaRight" b="textAreaBottom"/>
              <a:pathLst>
                <a:path w="548537" h="1385711">
                  <a:moveTo>
                    <a:pt x="13662" y="1385712"/>
                  </a:moveTo>
                  <a:cubicBezTo>
                    <a:pt x="11787" y="1385712"/>
                    <a:pt x="10537" y="1385712"/>
                    <a:pt x="8662" y="1384462"/>
                  </a:cubicBezTo>
                  <a:cubicBezTo>
                    <a:pt x="1786" y="1381962"/>
                    <a:pt x="-1339" y="1375087"/>
                    <a:pt x="536" y="1368211"/>
                  </a:cubicBezTo>
                  <a:lnTo>
                    <a:pt x="536" y="1368211"/>
                  </a:lnTo>
                  <a:cubicBezTo>
                    <a:pt x="24912" y="1287581"/>
                    <a:pt x="48664" y="1211326"/>
                    <a:pt x="70541" y="1138197"/>
                  </a:cubicBezTo>
                  <a:cubicBezTo>
                    <a:pt x="261178" y="510657"/>
                    <a:pt x="366184" y="165010"/>
                    <a:pt x="534944" y="10001"/>
                  </a:cubicBezTo>
                  <a:lnTo>
                    <a:pt x="545570" y="0"/>
                  </a:lnTo>
                  <a:lnTo>
                    <a:pt x="546820" y="14376"/>
                  </a:lnTo>
                  <a:cubicBezTo>
                    <a:pt x="566822" y="242515"/>
                    <a:pt x="411187" y="568161"/>
                    <a:pt x="128669" y="1160698"/>
                  </a:cubicBezTo>
                  <a:cubicBezTo>
                    <a:pt x="96167" y="1229452"/>
                    <a:pt x="61165" y="1301332"/>
                    <a:pt x="25537" y="1377587"/>
                  </a:cubicBezTo>
                  <a:cubicBezTo>
                    <a:pt x="23038" y="1383212"/>
                    <a:pt x="18662" y="1385712"/>
                    <a:pt x="13662" y="1385712"/>
                  </a:cubicBezTo>
                  <a:close/>
                  <a:moveTo>
                    <a:pt x="8037" y="1370711"/>
                  </a:moveTo>
                  <a:lnTo>
                    <a:pt x="14912" y="1372586"/>
                  </a:lnTo>
                  <a:cubicBezTo>
                    <a:pt x="14912" y="1372586"/>
                    <a:pt x="14912" y="1372586"/>
                    <a:pt x="14912" y="1372586"/>
                  </a:cubicBezTo>
                  <a:lnTo>
                    <a:pt x="8037" y="1370711"/>
                  </a:lnTo>
                  <a:close/>
                  <a:moveTo>
                    <a:pt x="534319" y="31877"/>
                  </a:moveTo>
                  <a:cubicBezTo>
                    <a:pt x="374934" y="188762"/>
                    <a:pt x="270553" y="531908"/>
                    <a:pt x="84916" y="1143197"/>
                  </a:cubicBezTo>
                  <a:cubicBezTo>
                    <a:pt x="63665" y="1213826"/>
                    <a:pt x="41163" y="1287581"/>
                    <a:pt x="17412" y="1364461"/>
                  </a:cubicBezTo>
                  <a:cubicBezTo>
                    <a:pt x="51164" y="1291956"/>
                    <a:pt x="84291" y="1221952"/>
                    <a:pt x="116168" y="1155073"/>
                  </a:cubicBezTo>
                  <a:cubicBezTo>
                    <a:pt x="391185" y="578786"/>
                    <a:pt x="545570" y="255016"/>
                    <a:pt x="534319" y="31877"/>
                  </a:cubicBezTo>
                  <a:close/>
                </a:path>
              </a:pathLst>
            </a:custGeom>
            <a:solidFill>
              <a:srgbClr val="efefef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433" name="Google Shape;81;p4"/>
            <p:cNvSpPr/>
            <p:nvPr/>
          </p:nvSpPr>
          <p:spPr>
            <a:xfrm>
              <a:off x="-67680" y="295920"/>
              <a:ext cx="1110960" cy="439920"/>
            </a:xfrm>
            <a:custGeom>
              <a:avLst/>
              <a:gdLst>
                <a:gd name="textAreaLeft" fmla="*/ 0 w 1110960"/>
                <a:gd name="textAreaRight" fmla="*/ 1111320 w 1110960"/>
                <a:gd name="textAreaTop" fmla="*/ 0 h 439920"/>
                <a:gd name="textAreaBottom" fmla="*/ 440280 h 439920"/>
              </a:gdLst>
              <a:ahLst/>
              <a:cxnLst/>
              <a:rect l="textAreaLeft" t="textAreaTop" r="textAreaRight" b="textAreaBottom"/>
              <a:pathLst>
                <a:path w="1384700" h="548626">
                  <a:moveTo>
                    <a:pt x="1371961" y="548627"/>
                  </a:moveTo>
                  <a:cubicBezTo>
                    <a:pt x="1370711" y="548627"/>
                    <a:pt x="1369462" y="548627"/>
                    <a:pt x="1368211" y="548002"/>
                  </a:cubicBezTo>
                  <a:cubicBezTo>
                    <a:pt x="1287581" y="523625"/>
                    <a:pt x="1211326" y="499874"/>
                    <a:pt x="1138197" y="477997"/>
                  </a:cubicBezTo>
                  <a:cubicBezTo>
                    <a:pt x="510658" y="287360"/>
                    <a:pt x="165011" y="182354"/>
                    <a:pt x="10001" y="13593"/>
                  </a:cubicBezTo>
                  <a:lnTo>
                    <a:pt x="0" y="2968"/>
                  </a:lnTo>
                  <a:lnTo>
                    <a:pt x="14376" y="1717"/>
                  </a:lnTo>
                  <a:cubicBezTo>
                    <a:pt x="241891" y="-18284"/>
                    <a:pt x="568161" y="137351"/>
                    <a:pt x="1160074" y="419869"/>
                  </a:cubicBezTo>
                  <a:cubicBezTo>
                    <a:pt x="1228828" y="452996"/>
                    <a:pt x="1300707" y="487373"/>
                    <a:pt x="1376962" y="523000"/>
                  </a:cubicBezTo>
                  <a:lnTo>
                    <a:pt x="1376962" y="523000"/>
                  </a:lnTo>
                  <a:cubicBezTo>
                    <a:pt x="1383212" y="526125"/>
                    <a:pt x="1386337" y="533001"/>
                    <a:pt x="1383837" y="539876"/>
                  </a:cubicBezTo>
                  <a:cubicBezTo>
                    <a:pt x="1381963" y="545502"/>
                    <a:pt x="1376962" y="548627"/>
                    <a:pt x="1371961" y="548627"/>
                  </a:cubicBezTo>
                  <a:close/>
                  <a:moveTo>
                    <a:pt x="1371336" y="536126"/>
                  </a:moveTo>
                  <a:lnTo>
                    <a:pt x="1371336" y="536126"/>
                  </a:lnTo>
                  <a:lnTo>
                    <a:pt x="1374462" y="529876"/>
                  </a:lnTo>
                  <a:lnTo>
                    <a:pt x="1371336" y="536126"/>
                  </a:lnTo>
                  <a:close/>
                  <a:moveTo>
                    <a:pt x="30627" y="14843"/>
                  </a:moveTo>
                  <a:cubicBezTo>
                    <a:pt x="187512" y="174228"/>
                    <a:pt x="530659" y="278610"/>
                    <a:pt x="1141947" y="464246"/>
                  </a:cubicBezTo>
                  <a:cubicBezTo>
                    <a:pt x="1210702" y="484873"/>
                    <a:pt x="1282581" y="506749"/>
                    <a:pt x="1357586" y="529876"/>
                  </a:cubicBezTo>
                  <a:cubicBezTo>
                    <a:pt x="1286956" y="496124"/>
                    <a:pt x="1218827" y="463621"/>
                    <a:pt x="1154448" y="432995"/>
                  </a:cubicBezTo>
                  <a:cubicBezTo>
                    <a:pt x="577536" y="157352"/>
                    <a:pt x="253767" y="2968"/>
                    <a:pt x="30627" y="14843"/>
                  </a:cubicBezTo>
                  <a:close/>
                </a:path>
              </a:pathLst>
            </a:custGeom>
            <a:solidFill>
              <a:srgbClr val="efefef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434" name="Google Shape;82;p4"/>
            <p:cNvSpPr/>
            <p:nvPr/>
          </p:nvSpPr>
          <p:spPr>
            <a:xfrm>
              <a:off x="-1368000" y="302040"/>
              <a:ext cx="1090800" cy="487440"/>
            </a:xfrm>
            <a:custGeom>
              <a:avLst/>
              <a:gdLst>
                <a:gd name="textAreaLeft" fmla="*/ 0 w 1090800"/>
                <a:gd name="textAreaRight" fmla="*/ 1091160 w 1090800"/>
                <a:gd name="textAreaTop" fmla="*/ 0 h 487440"/>
                <a:gd name="textAreaBottom" fmla="*/ 487800 h 487440"/>
              </a:gdLst>
              <a:ahLst/>
              <a:cxnLst/>
              <a:rect l="textAreaLeft" t="textAreaTop" r="textAreaRight" b="textAreaBottom"/>
              <a:pathLst>
                <a:path w="1359555" h="607906">
                  <a:moveTo>
                    <a:pt x="13221" y="607907"/>
                  </a:moveTo>
                  <a:cubicBezTo>
                    <a:pt x="8221" y="607907"/>
                    <a:pt x="3845" y="604781"/>
                    <a:pt x="1345" y="599781"/>
                  </a:cubicBezTo>
                  <a:cubicBezTo>
                    <a:pt x="-1780" y="593530"/>
                    <a:pt x="720" y="586030"/>
                    <a:pt x="6971" y="582905"/>
                  </a:cubicBezTo>
                  <a:cubicBezTo>
                    <a:pt x="81350" y="543527"/>
                    <a:pt x="151980" y="506025"/>
                    <a:pt x="218859" y="469773"/>
                  </a:cubicBezTo>
                  <a:cubicBezTo>
                    <a:pt x="797645" y="161003"/>
                    <a:pt x="1116415" y="-9007"/>
                    <a:pt x="1345180" y="368"/>
                  </a:cubicBezTo>
                  <a:lnTo>
                    <a:pt x="1359556" y="993"/>
                  </a:lnTo>
                  <a:lnTo>
                    <a:pt x="1350180" y="12244"/>
                  </a:lnTo>
                  <a:cubicBezTo>
                    <a:pt x="1203296" y="187880"/>
                    <a:pt x="862650" y="307888"/>
                    <a:pt x="244486" y="526651"/>
                  </a:cubicBezTo>
                  <a:cubicBezTo>
                    <a:pt x="172606" y="552278"/>
                    <a:pt x="96976" y="578530"/>
                    <a:pt x="17596" y="606656"/>
                  </a:cubicBezTo>
                  <a:lnTo>
                    <a:pt x="17596" y="606656"/>
                  </a:lnTo>
                  <a:cubicBezTo>
                    <a:pt x="15721" y="607281"/>
                    <a:pt x="14471" y="607907"/>
                    <a:pt x="13221" y="607907"/>
                  </a:cubicBezTo>
                  <a:close/>
                  <a:moveTo>
                    <a:pt x="12596" y="593530"/>
                  </a:moveTo>
                  <a:lnTo>
                    <a:pt x="12596" y="593530"/>
                  </a:lnTo>
                  <a:lnTo>
                    <a:pt x="12596" y="593530"/>
                  </a:lnTo>
                  <a:lnTo>
                    <a:pt x="12596" y="593530"/>
                  </a:lnTo>
                  <a:close/>
                  <a:moveTo>
                    <a:pt x="1325804" y="14119"/>
                  </a:moveTo>
                  <a:cubicBezTo>
                    <a:pt x="1102040" y="14119"/>
                    <a:pt x="786395" y="182880"/>
                    <a:pt x="225734" y="482274"/>
                  </a:cubicBezTo>
                  <a:cubicBezTo>
                    <a:pt x="162606" y="516026"/>
                    <a:pt x="96352" y="551028"/>
                    <a:pt x="26972" y="587905"/>
                  </a:cubicBezTo>
                  <a:cubicBezTo>
                    <a:pt x="100727" y="561653"/>
                    <a:pt x="171981" y="536652"/>
                    <a:pt x="239485" y="512900"/>
                  </a:cubicBezTo>
                  <a:cubicBezTo>
                    <a:pt x="842023" y="299762"/>
                    <a:pt x="1179544" y="180379"/>
                    <a:pt x="1329554" y="14119"/>
                  </a:cubicBezTo>
                  <a:cubicBezTo>
                    <a:pt x="1328304" y="14119"/>
                    <a:pt x="1327054" y="14119"/>
                    <a:pt x="1325804" y="14119"/>
                  </a:cubicBezTo>
                  <a:close/>
                </a:path>
              </a:pathLst>
            </a:custGeom>
            <a:solidFill>
              <a:srgbClr val="efefef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435" name="Google Shape;83;p4"/>
            <p:cNvSpPr/>
            <p:nvPr/>
          </p:nvSpPr>
          <p:spPr>
            <a:xfrm>
              <a:off x="-128160" y="360720"/>
              <a:ext cx="487440" cy="1090800"/>
            </a:xfrm>
            <a:custGeom>
              <a:avLst/>
              <a:gdLst>
                <a:gd name="textAreaLeft" fmla="*/ 0 w 487440"/>
                <a:gd name="textAreaRight" fmla="*/ 487800 w 487440"/>
                <a:gd name="textAreaTop" fmla="*/ 0 h 1090800"/>
                <a:gd name="textAreaBottom" fmla="*/ 1091160 h 1090800"/>
              </a:gdLst>
              <a:ahLst/>
              <a:cxnLst/>
              <a:rect l="textAreaLeft" t="textAreaTop" r="textAreaRight" b="textAreaBottom"/>
              <a:pathLst>
                <a:path w="607567" h="1359460">
                  <a:moveTo>
                    <a:pt x="594203" y="1359460"/>
                  </a:moveTo>
                  <a:cubicBezTo>
                    <a:pt x="589204" y="1359460"/>
                    <a:pt x="584828" y="1356960"/>
                    <a:pt x="582953" y="1352585"/>
                  </a:cubicBezTo>
                  <a:cubicBezTo>
                    <a:pt x="543575" y="1278205"/>
                    <a:pt x="506073" y="1208201"/>
                    <a:pt x="469821" y="1140697"/>
                  </a:cubicBezTo>
                  <a:cubicBezTo>
                    <a:pt x="161052" y="561910"/>
                    <a:pt x="-9584" y="243140"/>
                    <a:pt x="416" y="14376"/>
                  </a:cubicBezTo>
                  <a:lnTo>
                    <a:pt x="1042" y="0"/>
                  </a:lnTo>
                  <a:lnTo>
                    <a:pt x="12292" y="9376"/>
                  </a:lnTo>
                  <a:cubicBezTo>
                    <a:pt x="187928" y="156260"/>
                    <a:pt x="307936" y="496906"/>
                    <a:pt x="526700" y="1115070"/>
                  </a:cubicBezTo>
                  <a:cubicBezTo>
                    <a:pt x="552326" y="1186949"/>
                    <a:pt x="578578" y="1262579"/>
                    <a:pt x="606704" y="1341334"/>
                  </a:cubicBezTo>
                  <a:lnTo>
                    <a:pt x="606704" y="1341334"/>
                  </a:lnTo>
                  <a:cubicBezTo>
                    <a:pt x="609205" y="1348210"/>
                    <a:pt x="606079" y="1355085"/>
                    <a:pt x="599829" y="1357585"/>
                  </a:cubicBezTo>
                  <a:cubicBezTo>
                    <a:pt x="597329" y="1358835"/>
                    <a:pt x="595454" y="1359460"/>
                    <a:pt x="594203" y="1359460"/>
                  </a:cubicBezTo>
                  <a:close/>
                  <a:moveTo>
                    <a:pt x="592954" y="1346334"/>
                  </a:moveTo>
                  <a:lnTo>
                    <a:pt x="592954" y="1346334"/>
                  </a:lnTo>
                  <a:lnTo>
                    <a:pt x="592954" y="1346334"/>
                  </a:lnTo>
                  <a:lnTo>
                    <a:pt x="592954" y="1346334"/>
                  </a:lnTo>
                  <a:close/>
                  <a:moveTo>
                    <a:pt x="14167" y="30002"/>
                  </a:moveTo>
                  <a:cubicBezTo>
                    <a:pt x="12292" y="253766"/>
                    <a:pt x="181053" y="570036"/>
                    <a:pt x="482322" y="1133821"/>
                  </a:cubicBezTo>
                  <a:cubicBezTo>
                    <a:pt x="516074" y="1196950"/>
                    <a:pt x="551076" y="1263204"/>
                    <a:pt x="587953" y="1331959"/>
                  </a:cubicBezTo>
                  <a:cubicBezTo>
                    <a:pt x="561702" y="1258204"/>
                    <a:pt x="536700" y="1186949"/>
                    <a:pt x="512948" y="1119445"/>
                  </a:cubicBezTo>
                  <a:cubicBezTo>
                    <a:pt x="299810" y="517532"/>
                    <a:pt x="180428" y="179386"/>
                    <a:pt x="14167" y="30002"/>
                  </a:cubicBezTo>
                  <a:close/>
                </a:path>
              </a:pathLst>
            </a:custGeom>
            <a:solidFill>
              <a:srgbClr val="efefef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436" name="Google Shape;84;p4"/>
            <p:cNvSpPr/>
            <p:nvPr/>
          </p:nvSpPr>
          <p:spPr>
            <a:xfrm>
              <a:off x="-69120" y="-275400"/>
              <a:ext cx="1090800" cy="487440"/>
            </a:xfrm>
            <a:custGeom>
              <a:avLst/>
              <a:gdLst>
                <a:gd name="textAreaLeft" fmla="*/ 0 w 1090800"/>
                <a:gd name="textAreaRight" fmla="*/ 1091160 w 1090800"/>
                <a:gd name="textAreaTop" fmla="*/ 0 h 487440"/>
                <a:gd name="textAreaBottom" fmla="*/ 487800 h 487440"/>
              </a:gdLst>
              <a:ahLst/>
              <a:cxnLst/>
              <a:rect l="textAreaLeft" t="textAreaTop" r="textAreaRight" b="textAreaBottom"/>
              <a:pathLst>
                <a:path w="1359555" h="607776">
                  <a:moveTo>
                    <a:pt x="33127" y="607776"/>
                  </a:moveTo>
                  <a:cubicBezTo>
                    <a:pt x="26876" y="607776"/>
                    <a:pt x="20626" y="607776"/>
                    <a:pt x="14375" y="607151"/>
                  </a:cubicBezTo>
                  <a:lnTo>
                    <a:pt x="0" y="606526"/>
                  </a:lnTo>
                  <a:lnTo>
                    <a:pt x="9376" y="595275"/>
                  </a:lnTo>
                  <a:cubicBezTo>
                    <a:pt x="156260" y="419639"/>
                    <a:pt x="496906" y="299632"/>
                    <a:pt x="1115695" y="80868"/>
                  </a:cubicBezTo>
                  <a:cubicBezTo>
                    <a:pt x="1187575" y="55241"/>
                    <a:pt x="1263204" y="28990"/>
                    <a:pt x="1341959" y="863"/>
                  </a:cubicBezTo>
                  <a:lnTo>
                    <a:pt x="1341959" y="863"/>
                  </a:lnTo>
                  <a:cubicBezTo>
                    <a:pt x="1348834" y="-1637"/>
                    <a:pt x="1355710" y="1488"/>
                    <a:pt x="1358210" y="7739"/>
                  </a:cubicBezTo>
                  <a:cubicBezTo>
                    <a:pt x="1361335" y="13989"/>
                    <a:pt x="1358836" y="21489"/>
                    <a:pt x="1352585" y="24615"/>
                  </a:cubicBezTo>
                  <a:cubicBezTo>
                    <a:pt x="1278205" y="63992"/>
                    <a:pt x="1207576" y="101494"/>
                    <a:pt x="1140697" y="137747"/>
                  </a:cubicBezTo>
                  <a:cubicBezTo>
                    <a:pt x="576911" y="438391"/>
                    <a:pt x="260016" y="607776"/>
                    <a:pt x="33127" y="607776"/>
                  </a:cubicBezTo>
                  <a:close/>
                  <a:moveTo>
                    <a:pt x="29377" y="593400"/>
                  </a:moveTo>
                  <a:cubicBezTo>
                    <a:pt x="30627" y="593400"/>
                    <a:pt x="31877" y="593400"/>
                    <a:pt x="32502" y="593400"/>
                  </a:cubicBezTo>
                  <a:cubicBezTo>
                    <a:pt x="256266" y="593400"/>
                    <a:pt x="571911" y="424640"/>
                    <a:pt x="1132571" y="125246"/>
                  </a:cubicBezTo>
                  <a:cubicBezTo>
                    <a:pt x="1195700" y="91494"/>
                    <a:pt x="1261955" y="56492"/>
                    <a:pt x="1331334" y="19614"/>
                  </a:cubicBezTo>
                  <a:cubicBezTo>
                    <a:pt x="1257579" y="45866"/>
                    <a:pt x="1186950" y="70867"/>
                    <a:pt x="1119445" y="94619"/>
                  </a:cubicBezTo>
                  <a:cubicBezTo>
                    <a:pt x="516907" y="307132"/>
                    <a:pt x="179386" y="426515"/>
                    <a:pt x="29377" y="593400"/>
                  </a:cubicBezTo>
                  <a:close/>
                  <a:moveTo>
                    <a:pt x="1346335" y="13989"/>
                  </a:moveTo>
                  <a:lnTo>
                    <a:pt x="1346335" y="13989"/>
                  </a:lnTo>
                  <a:lnTo>
                    <a:pt x="1343834" y="7113"/>
                  </a:lnTo>
                  <a:lnTo>
                    <a:pt x="1346335" y="13989"/>
                  </a:lnTo>
                  <a:close/>
                </a:path>
              </a:pathLst>
            </a:custGeom>
            <a:solidFill>
              <a:srgbClr val="efefef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437" name="Google Shape;85;p4"/>
            <p:cNvSpPr/>
            <p:nvPr/>
          </p:nvSpPr>
          <p:spPr>
            <a:xfrm>
              <a:off x="-705960" y="-938160"/>
              <a:ext cx="487440" cy="1090800"/>
            </a:xfrm>
            <a:custGeom>
              <a:avLst/>
              <a:gdLst>
                <a:gd name="textAreaLeft" fmla="*/ 0 w 487440"/>
                <a:gd name="textAreaRight" fmla="*/ 487800 w 487440"/>
                <a:gd name="textAreaTop" fmla="*/ 0 h 1090800"/>
                <a:gd name="textAreaBottom" fmla="*/ 1091160 h 1090800"/>
              </a:gdLst>
              <a:ahLst/>
              <a:cxnLst/>
              <a:rect l="textAreaLeft" t="textAreaTop" r="textAreaRight" b="textAreaBottom"/>
              <a:pathLst>
                <a:path w="607567" h="1359555">
                  <a:moveTo>
                    <a:pt x="606526" y="1359556"/>
                  </a:moveTo>
                  <a:lnTo>
                    <a:pt x="595275" y="1350180"/>
                  </a:lnTo>
                  <a:cubicBezTo>
                    <a:pt x="419639" y="1203296"/>
                    <a:pt x="299632" y="862650"/>
                    <a:pt x="80869" y="243861"/>
                  </a:cubicBezTo>
                  <a:cubicBezTo>
                    <a:pt x="55242" y="171981"/>
                    <a:pt x="28990" y="96351"/>
                    <a:pt x="863" y="17596"/>
                  </a:cubicBezTo>
                  <a:lnTo>
                    <a:pt x="863" y="17596"/>
                  </a:lnTo>
                  <a:cubicBezTo>
                    <a:pt x="-1637" y="10721"/>
                    <a:pt x="1488" y="3846"/>
                    <a:pt x="7738" y="1345"/>
                  </a:cubicBezTo>
                  <a:cubicBezTo>
                    <a:pt x="13989" y="-1780"/>
                    <a:pt x="21490" y="720"/>
                    <a:pt x="24615" y="6971"/>
                  </a:cubicBezTo>
                  <a:cubicBezTo>
                    <a:pt x="63992" y="81350"/>
                    <a:pt x="101494" y="151980"/>
                    <a:pt x="137747" y="218859"/>
                  </a:cubicBezTo>
                  <a:cubicBezTo>
                    <a:pt x="446516" y="797645"/>
                    <a:pt x="617152" y="1116415"/>
                    <a:pt x="607151" y="1344555"/>
                  </a:cubicBezTo>
                  <a:lnTo>
                    <a:pt x="606526" y="1359556"/>
                  </a:lnTo>
                  <a:close/>
                  <a:moveTo>
                    <a:pt x="19614" y="27597"/>
                  </a:moveTo>
                  <a:cubicBezTo>
                    <a:pt x="45866" y="101352"/>
                    <a:pt x="70868" y="171981"/>
                    <a:pt x="94619" y="239485"/>
                  </a:cubicBezTo>
                  <a:cubicBezTo>
                    <a:pt x="307757" y="842023"/>
                    <a:pt x="427140" y="1180170"/>
                    <a:pt x="593401" y="1329554"/>
                  </a:cubicBezTo>
                  <a:cubicBezTo>
                    <a:pt x="595275" y="1105790"/>
                    <a:pt x="426515" y="789520"/>
                    <a:pt x="125246" y="225735"/>
                  </a:cubicBezTo>
                  <a:cubicBezTo>
                    <a:pt x="91494" y="162606"/>
                    <a:pt x="56492" y="96976"/>
                    <a:pt x="19614" y="27597"/>
                  </a:cubicBezTo>
                  <a:close/>
                  <a:moveTo>
                    <a:pt x="14614" y="13221"/>
                  </a:moveTo>
                  <a:lnTo>
                    <a:pt x="7738" y="15721"/>
                  </a:lnTo>
                  <a:lnTo>
                    <a:pt x="14614" y="13221"/>
                  </a:lnTo>
                  <a:close/>
                </a:path>
              </a:pathLst>
            </a:custGeom>
            <a:solidFill>
              <a:srgbClr val="efefef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</p:grpSp>
      <p:grpSp>
        <p:nvGrpSpPr>
          <p:cNvPr id="438" name="Google Shape;86;p4"/>
          <p:cNvGrpSpPr/>
          <p:nvPr/>
        </p:nvGrpSpPr>
        <p:grpSpPr>
          <a:xfrm>
            <a:off x="8490240" y="4276800"/>
            <a:ext cx="499320" cy="499320"/>
            <a:chOff x="8490240" y="4276800"/>
            <a:chExt cx="499320" cy="499320"/>
          </a:xfrm>
        </p:grpSpPr>
        <p:sp>
          <p:nvSpPr>
            <p:cNvPr id="439" name="Google Shape;87;p4"/>
            <p:cNvSpPr/>
            <p:nvPr/>
          </p:nvSpPr>
          <p:spPr>
            <a:xfrm>
              <a:off x="8767080" y="4515120"/>
              <a:ext cx="222480" cy="23040"/>
            </a:xfrm>
            <a:custGeom>
              <a:avLst/>
              <a:gdLst>
                <a:gd name="textAreaLeft" fmla="*/ 0 w 222480"/>
                <a:gd name="textAreaRight" fmla="*/ 222840 w 222480"/>
                <a:gd name="textAreaTop" fmla="*/ 0 h 23040"/>
                <a:gd name="textAreaBottom" fmla="*/ 23400 h 23040"/>
              </a:gdLst>
              <a:ahLst/>
              <a:cxnLst/>
              <a:rect l="textAreaLeft" t="textAreaTop" r="textAreaRight" b="textAreaBottom"/>
              <a:pathLst>
                <a:path w="517688" h="54004">
                  <a:moveTo>
                    <a:pt x="510657" y="19502"/>
                  </a:moveTo>
                  <a:cubicBezTo>
                    <a:pt x="238140" y="-1125"/>
                    <a:pt x="83755" y="-14250"/>
                    <a:pt x="0" y="27002"/>
                  </a:cubicBezTo>
                  <a:cubicBezTo>
                    <a:pt x="83755" y="68255"/>
                    <a:pt x="238140" y="55129"/>
                    <a:pt x="510657" y="34503"/>
                  </a:cubicBezTo>
                  <a:cubicBezTo>
                    <a:pt x="520033" y="33877"/>
                    <a:pt x="520033" y="20127"/>
                    <a:pt x="510657" y="19502"/>
                  </a:cubicBezTo>
                  <a:close/>
                </a:path>
              </a:pathLst>
            </a:custGeom>
            <a:solidFill>
              <a:schemeClr val="dk1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11520" bIns="1152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440" name="Google Shape;88;p4"/>
            <p:cNvSpPr/>
            <p:nvPr/>
          </p:nvSpPr>
          <p:spPr>
            <a:xfrm>
              <a:off x="8728560" y="4553640"/>
              <a:ext cx="22680" cy="222480"/>
            </a:xfrm>
            <a:custGeom>
              <a:avLst/>
              <a:gdLst>
                <a:gd name="textAreaLeft" fmla="*/ 0 w 22680"/>
                <a:gd name="textAreaRight" fmla="*/ 23040 w 22680"/>
                <a:gd name="textAreaTop" fmla="*/ 0 h 222480"/>
                <a:gd name="textAreaBottom" fmla="*/ 222840 h 222480"/>
              </a:gdLst>
              <a:ahLst/>
              <a:cxnLst/>
              <a:rect l="textAreaLeft" t="textAreaTop" r="textAreaRight" b="textAreaBottom"/>
              <a:pathLst>
                <a:path w="53781" h="517688">
                  <a:moveTo>
                    <a:pt x="19279" y="510657"/>
                  </a:moveTo>
                  <a:cubicBezTo>
                    <a:pt x="19904" y="520033"/>
                    <a:pt x="33655" y="520033"/>
                    <a:pt x="34280" y="510657"/>
                  </a:cubicBezTo>
                  <a:cubicBezTo>
                    <a:pt x="54906" y="238140"/>
                    <a:pt x="68032" y="83755"/>
                    <a:pt x="26779" y="0"/>
                  </a:cubicBezTo>
                  <a:cubicBezTo>
                    <a:pt x="-14473" y="83755"/>
                    <a:pt x="-722" y="238140"/>
                    <a:pt x="19279" y="510657"/>
                  </a:cubicBezTo>
                  <a:close/>
                </a:path>
              </a:pathLst>
            </a:custGeom>
            <a:solidFill>
              <a:schemeClr val="dk1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441" name="Google Shape;89;p4"/>
            <p:cNvSpPr/>
            <p:nvPr/>
          </p:nvSpPr>
          <p:spPr>
            <a:xfrm>
              <a:off x="8490240" y="4515120"/>
              <a:ext cx="222480" cy="23040"/>
            </a:xfrm>
            <a:custGeom>
              <a:avLst/>
              <a:gdLst>
                <a:gd name="textAreaLeft" fmla="*/ 0 w 222480"/>
                <a:gd name="textAreaRight" fmla="*/ 222840 w 222480"/>
                <a:gd name="textAreaTop" fmla="*/ 0 h 23040"/>
                <a:gd name="textAreaBottom" fmla="*/ 23400 h 23040"/>
              </a:gdLst>
              <a:ahLst/>
              <a:cxnLst/>
              <a:rect l="textAreaLeft" t="textAreaTop" r="textAreaRight" b="textAreaBottom"/>
              <a:pathLst>
                <a:path w="517688" h="54004">
                  <a:moveTo>
                    <a:pt x="7032" y="19502"/>
                  </a:moveTo>
                  <a:cubicBezTo>
                    <a:pt x="-2344" y="20127"/>
                    <a:pt x="-2344" y="33877"/>
                    <a:pt x="7032" y="34503"/>
                  </a:cubicBezTo>
                  <a:cubicBezTo>
                    <a:pt x="279549" y="55129"/>
                    <a:pt x="433934" y="68255"/>
                    <a:pt x="517689" y="27002"/>
                  </a:cubicBezTo>
                  <a:cubicBezTo>
                    <a:pt x="433934" y="-14250"/>
                    <a:pt x="280174" y="-1125"/>
                    <a:pt x="7032" y="19502"/>
                  </a:cubicBezTo>
                  <a:close/>
                </a:path>
              </a:pathLst>
            </a:custGeom>
            <a:solidFill>
              <a:schemeClr val="dk1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11520" bIns="1152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442" name="Google Shape;90;p4"/>
            <p:cNvSpPr/>
            <p:nvPr/>
          </p:nvSpPr>
          <p:spPr>
            <a:xfrm>
              <a:off x="8728200" y="4276800"/>
              <a:ext cx="23040" cy="222480"/>
            </a:xfrm>
            <a:custGeom>
              <a:avLst/>
              <a:gdLst>
                <a:gd name="textAreaLeft" fmla="*/ 0 w 23040"/>
                <a:gd name="textAreaRight" fmla="*/ 23400 w 23040"/>
                <a:gd name="textAreaTop" fmla="*/ 0 h 222480"/>
                <a:gd name="textAreaBottom" fmla="*/ 222840 h 222480"/>
              </a:gdLst>
              <a:ahLst/>
              <a:cxnLst/>
              <a:rect l="textAreaLeft" t="textAreaTop" r="textAreaRight" b="textAreaBottom"/>
              <a:pathLst>
                <a:path w="54004" h="517688">
                  <a:moveTo>
                    <a:pt x="34503" y="7032"/>
                  </a:moveTo>
                  <a:cubicBezTo>
                    <a:pt x="33878" y="-2344"/>
                    <a:pt x="20127" y="-2344"/>
                    <a:pt x="19502" y="7032"/>
                  </a:cubicBezTo>
                  <a:cubicBezTo>
                    <a:pt x="-1125" y="279549"/>
                    <a:pt x="-14250" y="433933"/>
                    <a:pt x="27002" y="517689"/>
                  </a:cubicBezTo>
                  <a:cubicBezTo>
                    <a:pt x="68255" y="433933"/>
                    <a:pt x="55129" y="279549"/>
                    <a:pt x="34503" y="7032"/>
                  </a:cubicBezTo>
                  <a:close/>
                </a:path>
              </a:pathLst>
            </a:custGeom>
            <a:solidFill>
              <a:schemeClr val="dk1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443" name="Google Shape;91;p4"/>
            <p:cNvSpPr/>
            <p:nvPr/>
          </p:nvSpPr>
          <p:spPr>
            <a:xfrm>
              <a:off x="8759160" y="4349160"/>
              <a:ext cx="158040" cy="158040"/>
            </a:xfrm>
            <a:custGeom>
              <a:avLst/>
              <a:gdLst>
                <a:gd name="textAreaLeft" fmla="*/ 0 w 158040"/>
                <a:gd name="textAreaRight" fmla="*/ 158400 w 158040"/>
                <a:gd name="textAreaTop" fmla="*/ 0 h 158040"/>
                <a:gd name="textAreaBottom" fmla="*/ 158400 h 158040"/>
              </a:gdLst>
              <a:ahLst/>
              <a:cxnLst/>
              <a:rect l="textAreaLeft" t="textAreaTop" r="textAreaRight" b="textAreaBottom"/>
              <a:pathLst>
                <a:path w="368244" h="367995">
                  <a:moveTo>
                    <a:pt x="366273" y="12348"/>
                  </a:moveTo>
                  <a:cubicBezTo>
                    <a:pt x="372523" y="5472"/>
                    <a:pt x="362523" y="-3903"/>
                    <a:pt x="355647" y="1722"/>
                  </a:cubicBezTo>
                  <a:cubicBezTo>
                    <a:pt x="148759" y="179858"/>
                    <a:pt x="30002" y="279240"/>
                    <a:pt x="0" y="367995"/>
                  </a:cubicBezTo>
                  <a:cubicBezTo>
                    <a:pt x="88755" y="337368"/>
                    <a:pt x="188137" y="219236"/>
                    <a:pt x="366273" y="12348"/>
                  </a:cubicBezTo>
                  <a:close/>
                </a:path>
              </a:pathLst>
            </a:custGeom>
            <a:solidFill>
              <a:schemeClr val="dk1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444" name="Google Shape;92;p4"/>
            <p:cNvSpPr/>
            <p:nvPr/>
          </p:nvSpPr>
          <p:spPr>
            <a:xfrm>
              <a:off x="8712720" y="4499640"/>
              <a:ext cx="54000" cy="54000"/>
            </a:xfrm>
            <a:custGeom>
              <a:avLst/>
              <a:gdLst>
                <a:gd name="textAreaLeft" fmla="*/ 0 w 54000"/>
                <a:gd name="textAreaRight" fmla="*/ 54360 w 54000"/>
                <a:gd name="textAreaTop" fmla="*/ 0 h 54000"/>
                <a:gd name="textAreaBottom" fmla="*/ 54360 h 54000"/>
              </a:gdLst>
              <a:ahLst/>
              <a:cxnLst/>
              <a:rect l="textAreaLeft" t="textAreaTop" r="textAreaRight" b="textAreaBottom"/>
              <a:pathLst>
                <a:path w="126258" h="126258">
                  <a:moveTo>
                    <a:pt x="108132" y="18126"/>
                  </a:moveTo>
                  <a:cubicBezTo>
                    <a:pt x="98131" y="21251"/>
                    <a:pt x="88756" y="23751"/>
                    <a:pt x="78755" y="25002"/>
                  </a:cubicBezTo>
                  <a:cubicBezTo>
                    <a:pt x="73130" y="17501"/>
                    <a:pt x="67504" y="9376"/>
                    <a:pt x="63129" y="0"/>
                  </a:cubicBezTo>
                  <a:cubicBezTo>
                    <a:pt x="58753" y="9376"/>
                    <a:pt x="53753" y="17501"/>
                    <a:pt x="47503" y="25002"/>
                  </a:cubicBezTo>
                  <a:cubicBezTo>
                    <a:pt x="38127" y="23751"/>
                    <a:pt x="28127" y="21251"/>
                    <a:pt x="18126" y="18126"/>
                  </a:cubicBezTo>
                  <a:cubicBezTo>
                    <a:pt x="21251" y="28127"/>
                    <a:pt x="23751" y="37502"/>
                    <a:pt x="25002" y="47503"/>
                  </a:cubicBezTo>
                  <a:cubicBezTo>
                    <a:pt x="17501" y="53128"/>
                    <a:pt x="9376" y="58754"/>
                    <a:pt x="0" y="63129"/>
                  </a:cubicBezTo>
                  <a:cubicBezTo>
                    <a:pt x="9376" y="67504"/>
                    <a:pt x="17501" y="72504"/>
                    <a:pt x="25002" y="78755"/>
                  </a:cubicBezTo>
                  <a:cubicBezTo>
                    <a:pt x="23751" y="88130"/>
                    <a:pt x="21251" y="98131"/>
                    <a:pt x="18126" y="108132"/>
                  </a:cubicBezTo>
                  <a:cubicBezTo>
                    <a:pt x="28127" y="105007"/>
                    <a:pt x="37502" y="102507"/>
                    <a:pt x="47503" y="101256"/>
                  </a:cubicBezTo>
                  <a:cubicBezTo>
                    <a:pt x="53128" y="108757"/>
                    <a:pt x="58753" y="116882"/>
                    <a:pt x="63129" y="126258"/>
                  </a:cubicBezTo>
                  <a:cubicBezTo>
                    <a:pt x="67504" y="116882"/>
                    <a:pt x="72504" y="108757"/>
                    <a:pt x="78755" y="101256"/>
                  </a:cubicBezTo>
                  <a:cubicBezTo>
                    <a:pt x="88130" y="102507"/>
                    <a:pt x="98131" y="105007"/>
                    <a:pt x="108132" y="108132"/>
                  </a:cubicBezTo>
                  <a:cubicBezTo>
                    <a:pt x="105007" y="98131"/>
                    <a:pt x="102506" y="88756"/>
                    <a:pt x="101256" y="78755"/>
                  </a:cubicBezTo>
                  <a:cubicBezTo>
                    <a:pt x="108757" y="73130"/>
                    <a:pt x="116882" y="67504"/>
                    <a:pt x="126258" y="63129"/>
                  </a:cubicBezTo>
                  <a:cubicBezTo>
                    <a:pt x="116882" y="58754"/>
                    <a:pt x="108757" y="53753"/>
                    <a:pt x="101256" y="47503"/>
                  </a:cubicBezTo>
                  <a:cubicBezTo>
                    <a:pt x="101881" y="37502"/>
                    <a:pt x="104382" y="27502"/>
                    <a:pt x="108132" y="18126"/>
                  </a:cubicBezTo>
                  <a:close/>
                </a:path>
              </a:pathLst>
            </a:custGeom>
            <a:solidFill>
              <a:schemeClr val="dk1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27000" bIns="2700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445" name="Google Shape;93;p4"/>
            <p:cNvSpPr/>
            <p:nvPr/>
          </p:nvSpPr>
          <p:spPr>
            <a:xfrm>
              <a:off x="8759160" y="4545720"/>
              <a:ext cx="158040" cy="158040"/>
            </a:xfrm>
            <a:custGeom>
              <a:avLst/>
              <a:gdLst>
                <a:gd name="textAreaLeft" fmla="*/ 0 w 158040"/>
                <a:gd name="textAreaRight" fmla="*/ 158400 w 158040"/>
                <a:gd name="textAreaTop" fmla="*/ 0 h 158040"/>
                <a:gd name="textAreaBottom" fmla="*/ 158400 h 158040"/>
              </a:gdLst>
              <a:ahLst/>
              <a:cxnLst/>
              <a:rect l="textAreaLeft" t="textAreaTop" r="textAreaRight" b="textAreaBottom"/>
              <a:pathLst>
                <a:path w="367994" h="368245">
                  <a:moveTo>
                    <a:pt x="355647" y="366273"/>
                  </a:moveTo>
                  <a:cubicBezTo>
                    <a:pt x="362523" y="372524"/>
                    <a:pt x="371898" y="362523"/>
                    <a:pt x="366273" y="355648"/>
                  </a:cubicBezTo>
                  <a:cubicBezTo>
                    <a:pt x="188137" y="148760"/>
                    <a:pt x="88755" y="30002"/>
                    <a:pt x="0" y="0"/>
                  </a:cubicBezTo>
                  <a:cubicBezTo>
                    <a:pt x="30627" y="88131"/>
                    <a:pt x="148759" y="188137"/>
                    <a:pt x="355647" y="366273"/>
                  </a:cubicBezTo>
                  <a:close/>
                </a:path>
              </a:pathLst>
            </a:custGeom>
            <a:solidFill>
              <a:schemeClr val="dk1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446" name="Google Shape;94;p4"/>
            <p:cNvSpPr/>
            <p:nvPr/>
          </p:nvSpPr>
          <p:spPr>
            <a:xfrm>
              <a:off x="8562240" y="4545720"/>
              <a:ext cx="158040" cy="158040"/>
            </a:xfrm>
            <a:custGeom>
              <a:avLst/>
              <a:gdLst>
                <a:gd name="textAreaLeft" fmla="*/ 0 w 158040"/>
                <a:gd name="textAreaRight" fmla="*/ 158400 w 158040"/>
                <a:gd name="textAreaTop" fmla="*/ 0 h 158040"/>
                <a:gd name="textAreaBottom" fmla="*/ 158400 h 158040"/>
              </a:gdLst>
              <a:ahLst/>
              <a:cxnLst/>
              <a:rect l="textAreaLeft" t="textAreaTop" r="textAreaRight" b="textAreaBottom"/>
              <a:pathLst>
                <a:path w="368245" h="367995">
                  <a:moveTo>
                    <a:pt x="1972" y="355648"/>
                  </a:moveTo>
                  <a:cubicBezTo>
                    <a:pt x="-4278" y="362523"/>
                    <a:pt x="5722" y="371898"/>
                    <a:pt x="12598" y="366273"/>
                  </a:cubicBezTo>
                  <a:cubicBezTo>
                    <a:pt x="219486" y="188137"/>
                    <a:pt x="338243" y="88756"/>
                    <a:pt x="368245" y="0"/>
                  </a:cubicBezTo>
                  <a:cubicBezTo>
                    <a:pt x="280114" y="30002"/>
                    <a:pt x="180108" y="148760"/>
                    <a:pt x="1972" y="355648"/>
                  </a:cubicBezTo>
                  <a:close/>
                </a:path>
              </a:pathLst>
            </a:custGeom>
            <a:solidFill>
              <a:schemeClr val="dk1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447" name="Google Shape;95;p4"/>
            <p:cNvSpPr/>
            <p:nvPr/>
          </p:nvSpPr>
          <p:spPr>
            <a:xfrm>
              <a:off x="8562600" y="4349160"/>
              <a:ext cx="158040" cy="158040"/>
            </a:xfrm>
            <a:custGeom>
              <a:avLst/>
              <a:gdLst>
                <a:gd name="textAreaLeft" fmla="*/ 0 w 158040"/>
                <a:gd name="textAreaRight" fmla="*/ 158400 w 158040"/>
                <a:gd name="textAreaTop" fmla="*/ 0 h 158040"/>
                <a:gd name="textAreaBottom" fmla="*/ 158400 h 158040"/>
              </a:gdLst>
              <a:ahLst/>
              <a:cxnLst/>
              <a:rect l="textAreaLeft" t="textAreaTop" r="textAreaRight" b="textAreaBottom"/>
              <a:pathLst>
                <a:path w="367995" h="368245">
                  <a:moveTo>
                    <a:pt x="12348" y="1972"/>
                  </a:moveTo>
                  <a:cubicBezTo>
                    <a:pt x="5472" y="-4278"/>
                    <a:pt x="-3903" y="5722"/>
                    <a:pt x="1722" y="12598"/>
                  </a:cubicBezTo>
                  <a:cubicBezTo>
                    <a:pt x="179858" y="219486"/>
                    <a:pt x="279240" y="338243"/>
                    <a:pt x="367995" y="368245"/>
                  </a:cubicBezTo>
                  <a:cubicBezTo>
                    <a:pt x="337993" y="279490"/>
                    <a:pt x="219861" y="180108"/>
                    <a:pt x="12348" y="1972"/>
                  </a:cubicBezTo>
                  <a:close/>
                </a:path>
              </a:pathLst>
            </a:custGeom>
            <a:solidFill>
              <a:schemeClr val="dk1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</p:grpSp>
      <p:sp>
        <p:nvSpPr>
          <p:cNvPr id="448" name="PlaceHolder 1"/>
          <p:cNvSpPr>
            <a:spLocks noGrp="1"/>
          </p:cNvSpPr>
          <p:nvPr>
            <p:ph type="title"/>
          </p:nvPr>
        </p:nvSpPr>
        <p:spPr>
          <a:xfrm>
            <a:off x="720000" y="444960"/>
            <a:ext cx="7703640" cy="5724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t">
            <a:noAutofit/>
          </a:bodyPr>
          <a:p>
            <a:pPr indent="0">
              <a:buNone/>
            </a:pPr>
            <a:r>
              <a:rPr b="0" lang="fr-FR" sz="3500" strike="noStrike" u="none">
                <a:solidFill>
                  <a:schemeClr val="dk1"/>
                </a:solidFill>
                <a:effectLst/>
                <a:uFillTx/>
                <a:latin typeface="Arial"/>
              </a:rPr>
              <a:t>Click to edit the title text format</a:t>
            </a:r>
            <a:endParaRPr b="0" lang="fr-FR" sz="3500" strike="noStrike" u="non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449" name="PlaceHolder 2"/>
          <p:cNvSpPr>
            <a:spLocks noGrp="1"/>
          </p:cNvSpPr>
          <p:nvPr>
            <p:ph type="body"/>
          </p:nvPr>
        </p:nvSpPr>
        <p:spPr>
          <a:xfrm>
            <a:off x="720000" y="1105200"/>
            <a:ext cx="7703640" cy="3711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t">
            <a:noAutofit/>
          </a:bodyPr>
          <a:p>
            <a:pPr marL="432000" indent="-324000">
              <a:spcBef>
                <a:spcPts val="1417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fr-FR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  <a:endParaRPr b="0" lang="fr-F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b="0" lang="fr-FR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  <a:endParaRPr b="0" lang="fr-F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fr-FR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  <a:endParaRPr b="0" lang="fr-F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b="0" lang="fr-FR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  <a:endParaRPr b="0" lang="fr-F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fr-FR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  <a:endParaRPr b="0" lang="fr-F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fr-FR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  <a:endParaRPr b="0" lang="fr-F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fr-FR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  <a:endParaRPr b="0" lang="fr-F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</p:sldLayout>
</file>

<file path=ppt/slideLayouts/slideLayout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IG_NUMBER"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" name="Google Shape;182;p11" descr=""/>
          <p:cNvPicPr/>
          <p:nvPr/>
        </p:nvPicPr>
        <p:blipFill>
          <a:blip r:embed="rId2">
            <a:alphaModFix amt="30000"/>
          </a:blip>
          <a:stretch/>
        </p:blipFill>
        <p:spPr>
          <a:xfrm>
            <a:off x="0" y="-3960"/>
            <a:ext cx="9143640" cy="515088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6" name="PlaceHolder 1"/>
          <p:cNvSpPr>
            <a:spLocks noGrp="1"/>
          </p:cNvSpPr>
          <p:nvPr>
            <p:ph type="title"/>
          </p:nvPr>
        </p:nvSpPr>
        <p:spPr>
          <a:xfrm>
            <a:off x="1974240" y="1724760"/>
            <a:ext cx="5195520" cy="1095840"/>
          </a:xfrm>
          <a:prstGeom prst="rect">
            <a:avLst/>
          </a:prstGeom>
          <a:solidFill>
            <a:schemeClr val="dk1"/>
          </a:solidFill>
          <a:ln w="0">
            <a:noFill/>
          </a:ln>
        </p:spPr>
        <p:txBody>
          <a:bodyPr lIns="91440" rIns="91440" tIns="91440" bIns="91440" anchor="b">
            <a:noAutofit/>
          </a:bodyPr>
          <a:p>
            <a:pPr indent="0" algn="ctr">
              <a:lnSpc>
                <a:spcPct val="100000"/>
              </a:lnSpc>
              <a:buNone/>
            </a:pPr>
            <a:r>
              <a:rPr b="0" lang="fr-FR" sz="6000" strike="noStrike" u="none">
                <a:solidFill>
                  <a:schemeClr val="lt1"/>
                </a:solidFill>
                <a:effectLst/>
                <a:uFillTx/>
                <a:latin typeface="Commissioner Light"/>
                <a:ea typeface="Commissioner Light"/>
              </a:rPr>
              <a:t>xx%</a:t>
            </a:r>
            <a:endParaRPr b="0" lang="fr-FR" sz="6000" strike="noStrike" u="non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grpSp>
        <p:nvGrpSpPr>
          <p:cNvPr id="17" name="Google Shape;185;p11"/>
          <p:cNvGrpSpPr/>
          <p:nvPr/>
        </p:nvGrpSpPr>
        <p:grpSpPr>
          <a:xfrm>
            <a:off x="8430840" y="3891960"/>
            <a:ext cx="499320" cy="499320"/>
            <a:chOff x="8430840" y="3891960"/>
            <a:chExt cx="499320" cy="499320"/>
          </a:xfrm>
        </p:grpSpPr>
        <p:sp>
          <p:nvSpPr>
            <p:cNvPr id="18" name="Google Shape;186;p11"/>
            <p:cNvSpPr/>
            <p:nvPr/>
          </p:nvSpPr>
          <p:spPr>
            <a:xfrm>
              <a:off x="8707680" y="4130280"/>
              <a:ext cx="222480" cy="23040"/>
            </a:xfrm>
            <a:custGeom>
              <a:avLst/>
              <a:gdLst>
                <a:gd name="textAreaLeft" fmla="*/ 0 w 222480"/>
                <a:gd name="textAreaRight" fmla="*/ 222840 w 222480"/>
                <a:gd name="textAreaTop" fmla="*/ 0 h 23040"/>
                <a:gd name="textAreaBottom" fmla="*/ 23400 h 23040"/>
              </a:gdLst>
              <a:ahLst/>
              <a:cxnLst/>
              <a:rect l="textAreaLeft" t="textAreaTop" r="textAreaRight" b="textAreaBottom"/>
              <a:pathLst>
                <a:path w="517688" h="54004">
                  <a:moveTo>
                    <a:pt x="510657" y="19502"/>
                  </a:moveTo>
                  <a:cubicBezTo>
                    <a:pt x="238140" y="-1125"/>
                    <a:pt x="83755" y="-14250"/>
                    <a:pt x="0" y="27002"/>
                  </a:cubicBezTo>
                  <a:cubicBezTo>
                    <a:pt x="83755" y="68255"/>
                    <a:pt x="238140" y="55129"/>
                    <a:pt x="510657" y="34503"/>
                  </a:cubicBezTo>
                  <a:cubicBezTo>
                    <a:pt x="520033" y="33877"/>
                    <a:pt x="520033" y="20127"/>
                    <a:pt x="510657" y="19502"/>
                  </a:cubicBezTo>
                  <a:close/>
                </a:path>
              </a:pathLst>
            </a:custGeom>
            <a:solidFill>
              <a:schemeClr val="accent4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11520" bIns="1152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9" name="Google Shape;187;p11"/>
            <p:cNvSpPr/>
            <p:nvPr/>
          </p:nvSpPr>
          <p:spPr>
            <a:xfrm>
              <a:off x="8669160" y="4168800"/>
              <a:ext cx="22680" cy="222480"/>
            </a:xfrm>
            <a:custGeom>
              <a:avLst/>
              <a:gdLst>
                <a:gd name="textAreaLeft" fmla="*/ 0 w 22680"/>
                <a:gd name="textAreaRight" fmla="*/ 23040 w 22680"/>
                <a:gd name="textAreaTop" fmla="*/ 0 h 222480"/>
                <a:gd name="textAreaBottom" fmla="*/ 222840 h 222480"/>
              </a:gdLst>
              <a:ahLst/>
              <a:cxnLst/>
              <a:rect l="textAreaLeft" t="textAreaTop" r="textAreaRight" b="textAreaBottom"/>
              <a:pathLst>
                <a:path w="53781" h="517688">
                  <a:moveTo>
                    <a:pt x="19279" y="510657"/>
                  </a:moveTo>
                  <a:cubicBezTo>
                    <a:pt x="19904" y="520033"/>
                    <a:pt x="33655" y="520033"/>
                    <a:pt x="34280" y="510657"/>
                  </a:cubicBezTo>
                  <a:cubicBezTo>
                    <a:pt x="54906" y="238140"/>
                    <a:pt x="68032" y="83755"/>
                    <a:pt x="26779" y="0"/>
                  </a:cubicBezTo>
                  <a:cubicBezTo>
                    <a:pt x="-14473" y="83755"/>
                    <a:pt x="-722" y="238140"/>
                    <a:pt x="19279" y="510657"/>
                  </a:cubicBezTo>
                  <a:close/>
                </a:path>
              </a:pathLst>
            </a:custGeom>
            <a:solidFill>
              <a:schemeClr val="accent4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20" name="Google Shape;188;p11"/>
            <p:cNvSpPr/>
            <p:nvPr/>
          </p:nvSpPr>
          <p:spPr>
            <a:xfrm>
              <a:off x="8430840" y="4130280"/>
              <a:ext cx="222480" cy="23040"/>
            </a:xfrm>
            <a:custGeom>
              <a:avLst/>
              <a:gdLst>
                <a:gd name="textAreaLeft" fmla="*/ 0 w 222480"/>
                <a:gd name="textAreaRight" fmla="*/ 222840 w 222480"/>
                <a:gd name="textAreaTop" fmla="*/ 0 h 23040"/>
                <a:gd name="textAreaBottom" fmla="*/ 23400 h 23040"/>
              </a:gdLst>
              <a:ahLst/>
              <a:cxnLst/>
              <a:rect l="textAreaLeft" t="textAreaTop" r="textAreaRight" b="textAreaBottom"/>
              <a:pathLst>
                <a:path w="517688" h="54004">
                  <a:moveTo>
                    <a:pt x="7032" y="19502"/>
                  </a:moveTo>
                  <a:cubicBezTo>
                    <a:pt x="-2344" y="20127"/>
                    <a:pt x="-2344" y="33877"/>
                    <a:pt x="7032" y="34503"/>
                  </a:cubicBezTo>
                  <a:cubicBezTo>
                    <a:pt x="279549" y="55129"/>
                    <a:pt x="433934" y="68255"/>
                    <a:pt x="517689" y="27002"/>
                  </a:cubicBezTo>
                  <a:cubicBezTo>
                    <a:pt x="433934" y="-14250"/>
                    <a:pt x="280174" y="-1125"/>
                    <a:pt x="7032" y="19502"/>
                  </a:cubicBezTo>
                  <a:close/>
                </a:path>
              </a:pathLst>
            </a:custGeom>
            <a:solidFill>
              <a:schemeClr val="accent4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11520" bIns="1152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21" name="Google Shape;189;p11"/>
            <p:cNvSpPr/>
            <p:nvPr/>
          </p:nvSpPr>
          <p:spPr>
            <a:xfrm>
              <a:off x="8668800" y="3891960"/>
              <a:ext cx="23040" cy="222480"/>
            </a:xfrm>
            <a:custGeom>
              <a:avLst/>
              <a:gdLst>
                <a:gd name="textAreaLeft" fmla="*/ 0 w 23040"/>
                <a:gd name="textAreaRight" fmla="*/ 23400 w 23040"/>
                <a:gd name="textAreaTop" fmla="*/ 0 h 222480"/>
                <a:gd name="textAreaBottom" fmla="*/ 222840 h 222480"/>
              </a:gdLst>
              <a:ahLst/>
              <a:cxnLst/>
              <a:rect l="textAreaLeft" t="textAreaTop" r="textAreaRight" b="textAreaBottom"/>
              <a:pathLst>
                <a:path w="54004" h="517688">
                  <a:moveTo>
                    <a:pt x="34503" y="7032"/>
                  </a:moveTo>
                  <a:cubicBezTo>
                    <a:pt x="33878" y="-2344"/>
                    <a:pt x="20127" y="-2344"/>
                    <a:pt x="19502" y="7032"/>
                  </a:cubicBezTo>
                  <a:cubicBezTo>
                    <a:pt x="-1125" y="279549"/>
                    <a:pt x="-14250" y="433933"/>
                    <a:pt x="27002" y="517689"/>
                  </a:cubicBezTo>
                  <a:cubicBezTo>
                    <a:pt x="68255" y="433933"/>
                    <a:pt x="55129" y="279549"/>
                    <a:pt x="34503" y="7032"/>
                  </a:cubicBezTo>
                  <a:close/>
                </a:path>
              </a:pathLst>
            </a:custGeom>
            <a:solidFill>
              <a:schemeClr val="accent4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22" name="Google Shape;190;p11"/>
            <p:cNvSpPr/>
            <p:nvPr/>
          </p:nvSpPr>
          <p:spPr>
            <a:xfrm>
              <a:off x="8699760" y="3964320"/>
              <a:ext cx="158040" cy="158040"/>
            </a:xfrm>
            <a:custGeom>
              <a:avLst/>
              <a:gdLst>
                <a:gd name="textAreaLeft" fmla="*/ 0 w 158040"/>
                <a:gd name="textAreaRight" fmla="*/ 158400 w 158040"/>
                <a:gd name="textAreaTop" fmla="*/ 0 h 158040"/>
                <a:gd name="textAreaBottom" fmla="*/ 158400 h 158040"/>
              </a:gdLst>
              <a:ahLst/>
              <a:cxnLst/>
              <a:rect l="textAreaLeft" t="textAreaTop" r="textAreaRight" b="textAreaBottom"/>
              <a:pathLst>
                <a:path w="368244" h="367995">
                  <a:moveTo>
                    <a:pt x="366273" y="12348"/>
                  </a:moveTo>
                  <a:cubicBezTo>
                    <a:pt x="372523" y="5472"/>
                    <a:pt x="362523" y="-3903"/>
                    <a:pt x="355647" y="1722"/>
                  </a:cubicBezTo>
                  <a:cubicBezTo>
                    <a:pt x="148759" y="179858"/>
                    <a:pt x="30002" y="279240"/>
                    <a:pt x="0" y="367995"/>
                  </a:cubicBezTo>
                  <a:cubicBezTo>
                    <a:pt x="88755" y="337368"/>
                    <a:pt x="188137" y="219236"/>
                    <a:pt x="366273" y="12348"/>
                  </a:cubicBezTo>
                  <a:close/>
                </a:path>
              </a:pathLst>
            </a:custGeom>
            <a:solidFill>
              <a:schemeClr val="accent4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23" name="Google Shape;191;p11"/>
            <p:cNvSpPr/>
            <p:nvPr/>
          </p:nvSpPr>
          <p:spPr>
            <a:xfrm>
              <a:off x="8653320" y="4115160"/>
              <a:ext cx="54000" cy="54000"/>
            </a:xfrm>
            <a:custGeom>
              <a:avLst/>
              <a:gdLst>
                <a:gd name="textAreaLeft" fmla="*/ 0 w 54000"/>
                <a:gd name="textAreaRight" fmla="*/ 54360 w 54000"/>
                <a:gd name="textAreaTop" fmla="*/ 0 h 54000"/>
                <a:gd name="textAreaBottom" fmla="*/ 54360 h 54000"/>
              </a:gdLst>
              <a:ahLst/>
              <a:cxnLst/>
              <a:rect l="textAreaLeft" t="textAreaTop" r="textAreaRight" b="textAreaBottom"/>
              <a:pathLst>
                <a:path w="126258" h="126258">
                  <a:moveTo>
                    <a:pt x="108132" y="18126"/>
                  </a:moveTo>
                  <a:cubicBezTo>
                    <a:pt x="98131" y="21251"/>
                    <a:pt x="88756" y="23751"/>
                    <a:pt x="78755" y="25002"/>
                  </a:cubicBezTo>
                  <a:cubicBezTo>
                    <a:pt x="73130" y="17501"/>
                    <a:pt x="67504" y="9376"/>
                    <a:pt x="63129" y="0"/>
                  </a:cubicBezTo>
                  <a:cubicBezTo>
                    <a:pt x="58753" y="9376"/>
                    <a:pt x="53753" y="17501"/>
                    <a:pt x="47503" y="25002"/>
                  </a:cubicBezTo>
                  <a:cubicBezTo>
                    <a:pt x="38127" y="23751"/>
                    <a:pt x="28127" y="21251"/>
                    <a:pt x="18126" y="18126"/>
                  </a:cubicBezTo>
                  <a:cubicBezTo>
                    <a:pt x="21251" y="28127"/>
                    <a:pt x="23751" y="37502"/>
                    <a:pt x="25002" y="47503"/>
                  </a:cubicBezTo>
                  <a:cubicBezTo>
                    <a:pt x="17501" y="53128"/>
                    <a:pt x="9376" y="58754"/>
                    <a:pt x="0" y="63129"/>
                  </a:cubicBezTo>
                  <a:cubicBezTo>
                    <a:pt x="9376" y="67504"/>
                    <a:pt x="17501" y="72504"/>
                    <a:pt x="25002" y="78755"/>
                  </a:cubicBezTo>
                  <a:cubicBezTo>
                    <a:pt x="23751" y="88130"/>
                    <a:pt x="21251" y="98131"/>
                    <a:pt x="18126" y="108132"/>
                  </a:cubicBezTo>
                  <a:cubicBezTo>
                    <a:pt x="28127" y="105007"/>
                    <a:pt x="37502" y="102507"/>
                    <a:pt x="47503" y="101256"/>
                  </a:cubicBezTo>
                  <a:cubicBezTo>
                    <a:pt x="53128" y="108757"/>
                    <a:pt x="58753" y="116882"/>
                    <a:pt x="63129" y="126258"/>
                  </a:cubicBezTo>
                  <a:cubicBezTo>
                    <a:pt x="67504" y="116882"/>
                    <a:pt x="72504" y="108757"/>
                    <a:pt x="78755" y="101256"/>
                  </a:cubicBezTo>
                  <a:cubicBezTo>
                    <a:pt x="88130" y="102507"/>
                    <a:pt x="98131" y="105007"/>
                    <a:pt x="108132" y="108132"/>
                  </a:cubicBezTo>
                  <a:cubicBezTo>
                    <a:pt x="105007" y="98131"/>
                    <a:pt x="102506" y="88756"/>
                    <a:pt x="101256" y="78755"/>
                  </a:cubicBezTo>
                  <a:cubicBezTo>
                    <a:pt x="108757" y="73130"/>
                    <a:pt x="116882" y="67504"/>
                    <a:pt x="126258" y="63129"/>
                  </a:cubicBezTo>
                  <a:cubicBezTo>
                    <a:pt x="116882" y="58754"/>
                    <a:pt x="108757" y="53753"/>
                    <a:pt x="101256" y="47503"/>
                  </a:cubicBezTo>
                  <a:cubicBezTo>
                    <a:pt x="101881" y="37502"/>
                    <a:pt x="104382" y="27502"/>
                    <a:pt x="108132" y="18126"/>
                  </a:cubicBezTo>
                  <a:close/>
                </a:path>
              </a:pathLst>
            </a:custGeom>
            <a:solidFill>
              <a:schemeClr val="accent4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27000" bIns="2700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24" name="Google Shape;192;p11"/>
            <p:cNvSpPr/>
            <p:nvPr/>
          </p:nvSpPr>
          <p:spPr>
            <a:xfrm>
              <a:off x="8699760" y="4160880"/>
              <a:ext cx="158040" cy="158040"/>
            </a:xfrm>
            <a:custGeom>
              <a:avLst/>
              <a:gdLst>
                <a:gd name="textAreaLeft" fmla="*/ 0 w 158040"/>
                <a:gd name="textAreaRight" fmla="*/ 158400 w 158040"/>
                <a:gd name="textAreaTop" fmla="*/ 0 h 158040"/>
                <a:gd name="textAreaBottom" fmla="*/ 158400 h 158040"/>
              </a:gdLst>
              <a:ahLst/>
              <a:cxnLst/>
              <a:rect l="textAreaLeft" t="textAreaTop" r="textAreaRight" b="textAreaBottom"/>
              <a:pathLst>
                <a:path w="367994" h="368245">
                  <a:moveTo>
                    <a:pt x="355647" y="366273"/>
                  </a:moveTo>
                  <a:cubicBezTo>
                    <a:pt x="362523" y="372524"/>
                    <a:pt x="371898" y="362523"/>
                    <a:pt x="366273" y="355648"/>
                  </a:cubicBezTo>
                  <a:cubicBezTo>
                    <a:pt x="188137" y="148760"/>
                    <a:pt x="88755" y="30002"/>
                    <a:pt x="0" y="0"/>
                  </a:cubicBezTo>
                  <a:cubicBezTo>
                    <a:pt x="30627" y="88131"/>
                    <a:pt x="148759" y="188137"/>
                    <a:pt x="355647" y="366273"/>
                  </a:cubicBezTo>
                  <a:close/>
                </a:path>
              </a:pathLst>
            </a:custGeom>
            <a:solidFill>
              <a:schemeClr val="accent4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25" name="Google Shape;193;p11"/>
            <p:cNvSpPr/>
            <p:nvPr/>
          </p:nvSpPr>
          <p:spPr>
            <a:xfrm>
              <a:off x="8502840" y="4160880"/>
              <a:ext cx="158040" cy="158040"/>
            </a:xfrm>
            <a:custGeom>
              <a:avLst/>
              <a:gdLst>
                <a:gd name="textAreaLeft" fmla="*/ 0 w 158040"/>
                <a:gd name="textAreaRight" fmla="*/ 158400 w 158040"/>
                <a:gd name="textAreaTop" fmla="*/ 0 h 158040"/>
                <a:gd name="textAreaBottom" fmla="*/ 158400 h 158040"/>
              </a:gdLst>
              <a:ahLst/>
              <a:cxnLst/>
              <a:rect l="textAreaLeft" t="textAreaTop" r="textAreaRight" b="textAreaBottom"/>
              <a:pathLst>
                <a:path w="368245" h="367995">
                  <a:moveTo>
                    <a:pt x="1972" y="355648"/>
                  </a:moveTo>
                  <a:cubicBezTo>
                    <a:pt x="-4278" y="362523"/>
                    <a:pt x="5722" y="371898"/>
                    <a:pt x="12598" y="366273"/>
                  </a:cubicBezTo>
                  <a:cubicBezTo>
                    <a:pt x="219486" y="188137"/>
                    <a:pt x="338243" y="88756"/>
                    <a:pt x="368245" y="0"/>
                  </a:cubicBezTo>
                  <a:cubicBezTo>
                    <a:pt x="280114" y="30002"/>
                    <a:pt x="180108" y="148760"/>
                    <a:pt x="1972" y="355648"/>
                  </a:cubicBezTo>
                  <a:close/>
                </a:path>
              </a:pathLst>
            </a:custGeom>
            <a:solidFill>
              <a:schemeClr val="accent4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26" name="Google Shape;194;p11"/>
            <p:cNvSpPr/>
            <p:nvPr/>
          </p:nvSpPr>
          <p:spPr>
            <a:xfrm>
              <a:off x="8503200" y="3964320"/>
              <a:ext cx="158040" cy="158040"/>
            </a:xfrm>
            <a:custGeom>
              <a:avLst/>
              <a:gdLst>
                <a:gd name="textAreaLeft" fmla="*/ 0 w 158040"/>
                <a:gd name="textAreaRight" fmla="*/ 158400 w 158040"/>
                <a:gd name="textAreaTop" fmla="*/ 0 h 158040"/>
                <a:gd name="textAreaBottom" fmla="*/ 158400 h 158040"/>
              </a:gdLst>
              <a:ahLst/>
              <a:cxnLst/>
              <a:rect l="textAreaLeft" t="textAreaTop" r="textAreaRight" b="textAreaBottom"/>
              <a:pathLst>
                <a:path w="367995" h="368245">
                  <a:moveTo>
                    <a:pt x="12348" y="1972"/>
                  </a:moveTo>
                  <a:cubicBezTo>
                    <a:pt x="5472" y="-4278"/>
                    <a:pt x="-3903" y="5722"/>
                    <a:pt x="1722" y="12598"/>
                  </a:cubicBezTo>
                  <a:cubicBezTo>
                    <a:pt x="179858" y="219486"/>
                    <a:pt x="279240" y="338243"/>
                    <a:pt x="367995" y="368245"/>
                  </a:cubicBezTo>
                  <a:cubicBezTo>
                    <a:pt x="337993" y="279490"/>
                    <a:pt x="219861" y="180108"/>
                    <a:pt x="12348" y="1972"/>
                  </a:cubicBezTo>
                  <a:close/>
                </a:path>
              </a:pathLst>
            </a:custGeom>
            <a:solidFill>
              <a:schemeClr val="accent4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</p:grpSp>
      <p:grpSp>
        <p:nvGrpSpPr>
          <p:cNvPr id="27" name="Google Shape;195;p11"/>
          <p:cNvGrpSpPr/>
          <p:nvPr/>
        </p:nvGrpSpPr>
        <p:grpSpPr>
          <a:xfrm>
            <a:off x="274680" y="1543320"/>
            <a:ext cx="438480" cy="438480"/>
            <a:chOff x="274680" y="1543320"/>
            <a:chExt cx="438480" cy="438480"/>
          </a:xfrm>
        </p:grpSpPr>
        <p:sp>
          <p:nvSpPr>
            <p:cNvPr id="28" name="Google Shape;196;p11"/>
            <p:cNvSpPr/>
            <p:nvPr/>
          </p:nvSpPr>
          <p:spPr>
            <a:xfrm>
              <a:off x="517680" y="1752480"/>
              <a:ext cx="195480" cy="20160"/>
            </a:xfrm>
            <a:custGeom>
              <a:avLst/>
              <a:gdLst>
                <a:gd name="textAreaLeft" fmla="*/ 0 w 195480"/>
                <a:gd name="textAreaRight" fmla="*/ 195840 w 195480"/>
                <a:gd name="textAreaTop" fmla="*/ 0 h 20160"/>
                <a:gd name="textAreaBottom" fmla="*/ 20520 h 20160"/>
              </a:gdLst>
              <a:ahLst/>
              <a:cxnLst/>
              <a:rect l="textAreaLeft" t="textAreaTop" r="textAreaRight" b="textAreaBottom"/>
              <a:pathLst>
                <a:path w="517688" h="54004">
                  <a:moveTo>
                    <a:pt x="510657" y="19502"/>
                  </a:moveTo>
                  <a:cubicBezTo>
                    <a:pt x="238140" y="-1125"/>
                    <a:pt x="83755" y="-14250"/>
                    <a:pt x="0" y="27002"/>
                  </a:cubicBezTo>
                  <a:cubicBezTo>
                    <a:pt x="83755" y="68255"/>
                    <a:pt x="238140" y="55129"/>
                    <a:pt x="510657" y="34503"/>
                  </a:cubicBezTo>
                  <a:cubicBezTo>
                    <a:pt x="520033" y="33877"/>
                    <a:pt x="520033" y="20127"/>
                    <a:pt x="510657" y="19502"/>
                  </a:cubicBezTo>
                  <a:close/>
                </a:path>
              </a:pathLst>
            </a:custGeom>
            <a:solidFill>
              <a:schemeClr val="accent4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10080" bIns="1008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29" name="Google Shape;197;p11"/>
            <p:cNvSpPr/>
            <p:nvPr/>
          </p:nvSpPr>
          <p:spPr>
            <a:xfrm>
              <a:off x="484200" y="1786320"/>
              <a:ext cx="20160" cy="195480"/>
            </a:xfrm>
            <a:custGeom>
              <a:avLst/>
              <a:gdLst>
                <a:gd name="textAreaLeft" fmla="*/ 0 w 20160"/>
                <a:gd name="textAreaRight" fmla="*/ 20520 w 20160"/>
                <a:gd name="textAreaTop" fmla="*/ 0 h 195480"/>
                <a:gd name="textAreaBottom" fmla="*/ 195840 h 195480"/>
              </a:gdLst>
              <a:ahLst/>
              <a:cxnLst/>
              <a:rect l="textAreaLeft" t="textAreaTop" r="textAreaRight" b="textAreaBottom"/>
              <a:pathLst>
                <a:path w="53781" h="517688">
                  <a:moveTo>
                    <a:pt x="19279" y="510657"/>
                  </a:moveTo>
                  <a:cubicBezTo>
                    <a:pt x="19904" y="520033"/>
                    <a:pt x="33655" y="520033"/>
                    <a:pt x="34280" y="510657"/>
                  </a:cubicBezTo>
                  <a:cubicBezTo>
                    <a:pt x="54906" y="238140"/>
                    <a:pt x="68032" y="83755"/>
                    <a:pt x="26779" y="0"/>
                  </a:cubicBezTo>
                  <a:cubicBezTo>
                    <a:pt x="-14473" y="83755"/>
                    <a:pt x="-722" y="238140"/>
                    <a:pt x="19279" y="510657"/>
                  </a:cubicBezTo>
                  <a:close/>
                </a:path>
              </a:pathLst>
            </a:custGeom>
            <a:solidFill>
              <a:schemeClr val="accent4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30" name="Google Shape;198;p11"/>
            <p:cNvSpPr/>
            <p:nvPr/>
          </p:nvSpPr>
          <p:spPr>
            <a:xfrm>
              <a:off x="274680" y="1752480"/>
              <a:ext cx="195480" cy="20160"/>
            </a:xfrm>
            <a:custGeom>
              <a:avLst/>
              <a:gdLst>
                <a:gd name="textAreaLeft" fmla="*/ 0 w 195480"/>
                <a:gd name="textAreaRight" fmla="*/ 195840 w 195480"/>
                <a:gd name="textAreaTop" fmla="*/ 0 h 20160"/>
                <a:gd name="textAreaBottom" fmla="*/ 20520 h 20160"/>
              </a:gdLst>
              <a:ahLst/>
              <a:cxnLst/>
              <a:rect l="textAreaLeft" t="textAreaTop" r="textAreaRight" b="textAreaBottom"/>
              <a:pathLst>
                <a:path w="517688" h="54004">
                  <a:moveTo>
                    <a:pt x="7032" y="19502"/>
                  </a:moveTo>
                  <a:cubicBezTo>
                    <a:pt x="-2344" y="20127"/>
                    <a:pt x="-2344" y="33877"/>
                    <a:pt x="7032" y="34503"/>
                  </a:cubicBezTo>
                  <a:cubicBezTo>
                    <a:pt x="279549" y="55129"/>
                    <a:pt x="433934" y="68255"/>
                    <a:pt x="517689" y="27002"/>
                  </a:cubicBezTo>
                  <a:cubicBezTo>
                    <a:pt x="433934" y="-14250"/>
                    <a:pt x="280174" y="-1125"/>
                    <a:pt x="7032" y="19502"/>
                  </a:cubicBezTo>
                  <a:close/>
                </a:path>
              </a:pathLst>
            </a:custGeom>
            <a:solidFill>
              <a:schemeClr val="accent4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10080" bIns="1008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31" name="Google Shape;199;p11"/>
            <p:cNvSpPr/>
            <p:nvPr/>
          </p:nvSpPr>
          <p:spPr>
            <a:xfrm>
              <a:off x="483840" y="1543320"/>
              <a:ext cx="20160" cy="195480"/>
            </a:xfrm>
            <a:custGeom>
              <a:avLst/>
              <a:gdLst>
                <a:gd name="textAreaLeft" fmla="*/ 0 w 20160"/>
                <a:gd name="textAreaRight" fmla="*/ 20520 w 20160"/>
                <a:gd name="textAreaTop" fmla="*/ 0 h 195480"/>
                <a:gd name="textAreaBottom" fmla="*/ 195840 h 195480"/>
              </a:gdLst>
              <a:ahLst/>
              <a:cxnLst/>
              <a:rect l="textAreaLeft" t="textAreaTop" r="textAreaRight" b="textAreaBottom"/>
              <a:pathLst>
                <a:path w="54004" h="517688">
                  <a:moveTo>
                    <a:pt x="34503" y="7032"/>
                  </a:moveTo>
                  <a:cubicBezTo>
                    <a:pt x="33878" y="-2344"/>
                    <a:pt x="20127" y="-2344"/>
                    <a:pt x="19502" y="7032"/>
                  </a:cubicBezTo>
                  <a:cubicBezTo>
                    <a:pt x="-1125" y="279549"/>
                    <a:pt x="-14250" y="433933"/>
                    <a:pt x="27002" y="517689"/>
                  </a:cubicBezTo>
                  <a:cubicBezTo>
                    <a:pt x="68255" y="433933"/>
                    <a:pt x="55129" y="279549"/>
                    <a:pt x="34503" y="7032"/>
                  </a:cubicBezTo>
                  <a:close/>
                </a:path>
              </a:pathLst>
            </a:custGeom>
            <a:solidFill>
              <a:schemeClr val="accent4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32" name="Google Shape;200;p11"/>
            <p:cNvSpPr/>
            <p:nvPr/>
          </p:nvSpPr>
          <p:spPr>
            <a:xfrm>
              <a:off x="510840" y="1606680"/>
              <a:ext cx="138960" cy="138960"/>
            </a:xfrm>
            <a:custGeom>
              <a:avLst/>
              <a:gdLst>
                <a:gd name="textAreaLeft" fmla="*/ 0 w 138960"/>
                <a:gd name="textAreaRight" fmla="*/ 139320 w 138960"/>
                <a:gd name="textAreaTop" fmla="*/ 0 h 138960"/>
                <a:gd name="textAreaBottom" fmla="*/ 139320 h 138960"/>
              </a:gdLst>
              <a:ahLst/>
              <a:cxnLst/>
              <a:rect l="textAreaLeft" t="textAreaTop" r="textAreaRight" b="textAreaBottom"/>
              <a:pathLst>
                <a:path w="368244" h="367995">
                  <a:moveTo>
                    <a:pt x="366273" y="12348"/>
                  </a:moveTo>
                  <a:cubicBezTo>
                    <a:pt x="372523" y="5472"/>
                    <a:pt x="362523" y="-3903"/>
                    <a:pt x="355647" y="1722"/>
                  </a:cubicBezTo>
                  <a:cubicBezTo>
                    <a:pt x="148759" y="179858"/>
                    <a:pt x="30002" y="279240"/>
                    <a:pt x="0" y="367995"/>
                  </a:cubicBezTo>
                  <a:cubicBezTo>
                    <a:pt x="88755" y="337368"/>
                    <a:pt x="188137" y="219236"/>
                    <a:pt x="366273" y="12348"/>
                  </a:cubicBezTo>
                  <a:close/>
                </a:path>
              </a:pathLst>
            </a:custGeom>
            <a:solidFill>
              <a:schemeClr val="accent4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33" name="Google Shape;201;p11"/>
            <p:cNvSpPr/>
            <p:nvPr/>
          </p:nvSpPr>
          <p:spPr>
            <a:xfrm>
              <a:off x="470160" y="1739160"/>
              <a:ext cx="47520" cy="47520"/>
            </a:xfrm>
            <a:custGeom>
              <a:avLst/>
              <a:gdLst>
                <a:gd name="textAreaLeft" fmla="*/ 0 w 47520"/>
                <a:gd name="textAreaRight" fmla="*/ 47880 w 47520"/>
                <a:gd name="textAreaTop" fmla="*/ 0 h 47520"/>
                <a:gd name="textAreaBottom" fmla="*/ 47880 h 47520"/>
              </a:gdLst>
              <a:ahLst/>
              <a:cxnLst/>
              <a:rect l="textAreaLeft" t="textAreaTop" r="textAreaRight" b="textAreaBottom"/>
              <a:pathLst>
                <a:path w="126258" h="126258">
                  <a:moveTo>
                    <a:pt x="108132" y="18126"/>
                  </a:moveTo>
                  <a:cubicBezTo>
                    <a:pt x="98131" y="21251"/>
                    <a:pt x="88756" y="23751"/>
                    <a:pt x="78755" y="25002"/>
                  </a:cubicBezTo>
                  <a:cubicBezTo>
                    <a:pt x="73130" y="17501"/>
                    <a:pt x="67504" y="9376"/>
                    <a:pt x="63129" y="0"/>
                  </a:cubicBezTo>
                  <a:cubicBezTo>
                    <a:pt x="58753" y="9376"/>
                    <a:pt x="53753" y="17501"/>
                    <a:pt x="47503" y="25002"/>
                  </a:cubicBezTo>
                  <a:cubicBezTo>
                    <a:pt x="38127" y="23751"/>
                    <a:pt x="28127" y="21251"/>
                    <a:pt x="18126" y="18126"/>
                  </a:cubicBezTo>
                  <a:cubicBezTo>
                    <a:pt x="21251" y="28127"/>
                    <a:pt x="23751" y="37502"/>
                    <a:pt x="25002" y="47503"/>
                  </a:cubicBezTo>
                  <a:cubicBezTo>
                    <a:pt x="17501" y="53128"/>
                    <a:pt x="9376" y="58754"/>
                    <a:pt x="0" y="63129"/>
                  </a:cubicBezTo>
                  <a:cubicBezTo>
                    <a:pt x="9376" y="67504"/>
                    <a:pt x="17501" y="72504"/>
                    <a:pt x="25002" y="78755"/>
                  </a:cubicBezTo>
                  <a:cubicBezTo>
                    <a:pt x="23751" y="88130"/>
                    <a:pt x="21251" y="98131"/>
                    <a:pt x="18126" y="108132"/>
                  </a:cubicBezTo>
                  <a:cubicBezTo>
                    <a:pt x="28127" y="105007"/>
                    <a:pt x="37502" y="102507"/>
                    <a:pt x="47503" y="101256"/>
                  </a:cubicBezTo>
                  <a:cubicBezTo>
                    <a:pt x="53128" y="108757"/>
                    <a:pt x="58753" y="116882"/>
                    <a:pt x="63129" y="126258"/>
                  </a:cubicBezTo>
                  <a:cubicBezTo>
                    <a:pt x="67504" y="116882"/>
                    <a:pt x="72504" y="108757"/>
                    <a:pt x="78755" y="101256"/>
                  </a:cubicBezTo>
                  <a:cubicBezTo>
                    <a:pt x="88130" y="102507"/>
                    <a:pt x="98131" y="105007"/>
                    <a:pt x="108132" y="108132"/>
                  </a:cubicBezTo>
                  <a:cubicBezTo>
                    <a:pt x="105007" y="98131"/>
                    <a:pt x="102506" y="88756"/>
                    <a:pt x="101256" y="78755"/>
                  </a:cubicBezTo>
                  <a:cubicBezTo>
                    <a:pt x="108757" y="73130"/>
                    <a:pt x="116882" y="67504"/>
                    <a:pt x="126258" y="63129"/>
                  </a:cubicBezTo>
                  <a:cubicBezTo>
                    <a:pt x="116882" y="58754"/>
                    <a:pt x="108757" y="53753"/>
                    <a:pt x="101256" y="47503"/>
                  </a:cubicBezTo>
                  <a:cubicBezTo>
                    <a:pt x="101881" y="37502"/>
                    <a:pt x="104382" y="27502"/>
                    <a:pt x="108132" y="18126"/>
                  </a:cubicBezTo>
                  <a:close/>
                </a:path>
              </a:pathLst>
            </a:custGeom>
            <a:solidFill>
              <a:schemeClr val="accent4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23760" bIns="2376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34" name="Google Shape;202;p11"/>
            <p:cNvSpPr/>
            <p:nvPr/>
          </p:nvSpPr>
          <p:spPr>
            <a:xfrm>
              <a:off x="510840" y="1779480"/>
              <a:ext cx="138960" cy="138960"/>
            </a:xfrm>
            <a:custGeom>
              <a:avLst/>
              <a:gdLst>
                <a:gd name="textAreaLeft" fmla="*/ 0 w 138960"/>
                <a:gd name="textAreaRight" fmla="*/ 139320 w 138960"/>
                <a:gd name="textAreaTop" fmla="*/ 0 h 138960"/>
                <a:gd name="textAreaBottom" fmla="*/ 139320 h 138960"/>
              </a:gdLst>
              <a:ahLst/>
              <a:cxnLst/>
              <a:rect l="textAreaLeft" t="textAreaTop" r="textAreaRight" b="textAreaBottom"/>
              <a:pathLst>
                <a:path w="367994" h="368245">
                  <a:moveTo>
                    <a:pt x="355647" y="366273"/>
                  </a:moveTo>
                  <a:cubicBezTo>
                    <a:pt x="362523" y="372524"/>
                    <a:pt x="371898" y="362523"/>
                    <a:pt x="366273" y="355648"/>
                  </a:cubicBezTo>
                  <a:cubicBezTo>
                    <a:pt x="188137" y="148760"/>
                    <a:pt x="88755" y="30002"/>
                    <a:pt x="0" y="0"/>
                  </a:cubicBezTo>
                  <a:cubicBezTo>
                    <a:pt x="30627" y="88131"/>
                    <a:pt x="148759" y="188137"/>
                    <a:pt x="355647" y="366273"/>
                  </a:cubicBezTo>
                  <a:close/>
                </a:path>
              </a:pathLst>
            </a:custGeom>
            <a:solidFill>
              <a:schemeClr val="accent4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35" name="Google Shape;203;p11"/>
            <p:cNvSpPr/>
            <p:nvPr/>
          </p:nvSpPr>
          <p:spPr>
            <a:xfrm>
              <a:off x="338040" y="1779480"/>
              <a:ext cx="138960" cy="138960"/>
            </a:xfrm>
            <a:custGeom>
              <a:avLst/>
              <a:gdLst>
                <a:gd name="textAreaLeft" fmla="*/ 0 w 138960"/>
                <a:gd name="textAreaRight" fmla="*/ 139320 w 138960"/>
                <a:gd name="textAreaTop" fmla="*/ 0 h 138960"/>
                <a:gd name="textAreaBottom" fmla="*/ 139320 h 138960"/>
              </a:gdLst>
              <a:ahLst/>
              <a:cxnLst/>
              <a:rect l="textAreaLeft" t="textAreaTop" r="textAreaRight" b="textAreaBottom"/>
              <a:pathLst>
                <a:path w="368245" h="367995">
                  <a:moveTo>
                    <a:pt x="1972" y="355648"/>
                  </a:moveTo>
                  <a:cubicBezTo>
                    <a:pt x="-4278" y="362523"/>
                    <a:pt x="5722" y="371898"/>
                    <a:pt x="12598" y="366273"/>
                  </a:cubicBezTo>
                  <a:cubicBezTo>
                    <a:pt x="219486" y="188137"/>
                    <a:pt x="338243" y="88756"/>
                    <a:pt x="368245" y="0"/>
                  </a:cubicBezTo>
                  <a:cubicBezTo>
                    <a:pt x="280114" y="30002"/>
                    <a:pt x="180108" y="148760"/>
                    <a:pt x="1972" y="355648"/>
                  </a:cubicBezTo>
                  <a:close/>
                </a:path>
              </a:pathLst>
            </a:custGeom>
            <a:solidFill>
              <a:schemeClr val="accent4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36" name="Google Shape;204;p11"/>
            <p:cNvSpPr/>
            <p:nvPr/>
          </p:nvSpPr>
          <p:spPr>
            <a:xfrm>
              <a:off x="338040" y="1606680"/>
              <a:ext cx="138960" cy="138960"/>
            </a:xfrm>
            <a:custGeom>
              <a:avLst/>
              <a:gdLst>
                <a:gd name="textAreaLeft" fmla="*/ 0 w 138960"/>
                <a:gd name="textAreaRight" fmla="*/ 139320 w 138960"/>
                <a:gd name="textAreaTop" fmla="*/ 0 h 138960"/>
                <a:gd name="textAreaBottom" fmla="*/ 139320 h 138960"/>
              </a:gdLst>
              <a:ahLst/>
              <a:cxnLst/>
              <a:rect l="textAreaLeft" t="textAreaTop" r="textAreaRight" b="textAreaBottom"/>
              <a:pathLst>
                <a:path w="367995" h="368245">
                  <a:moveTo>
                    <a:pt x="12348" y="1972"/>
                  </a:moveTo>
                  <a:cubicBezTo>
                    <a:pt x="5472" y="-4278"/>
                    <a:pt x="-3903" y="5722"/>
                    <a:pt x="1722" y="12598"/>
                  </a:cubicBezTo>
                  <a:cubicBezTo>
                    <a:pt x="179858" y="219486"/>
                    <a:pt x="279240" y="338243"/>
                    <a:pt x="367995" y="368245"/>
                  </a:cubicBezTo>
                  <a:cubicBezTo>
                    <a:pt x="337993" y="279490"/>
                    <a:pt x="219861" y="180108"/>
                    <a:pt x="12348" y="1972"/>
                  </a:cubicBezTo>
                  <a:close/>
                </a:path>
              </a:pathLst>
            </a:custGeom>
            <a:solidFill>
              <a:schemeClr val="accent4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</p:grpSp>
      <p:sp>
        <p:nvSpPr>
          <p:cNvPr id="37" name="Google Shape;205;p11"/>
          <p:cNvSpPr/>
          <p:nvPr/>
        </p:nvSpPr>
        <p:spPr>
          <a:xfrm>
            <a:off x="7824600" y="293400"/>
            <a:ext cx="499320" cy="602640"/>
          </a:xfrm>
          <a:custGeom>
            <a:avLst/>
            <a:gdLst>
              <a:gd name="textAreaLeft" fmla="*/ 0 w 499320"/>
              <a:gd name="textAreaRight" fmla="*/ 499680 w 499320"/>
              <a:gd name="textAreaTop" fmla="*/ 0 h 602640"/>
              <a:gd name="textAreaBottom" fmla="*/ 603000 h 602640"/>
            </a:gdLst>
            <a:ahLst/>
            <a:cxnLst/>
            <a:rect l="textAreaLeft" t="textAreaTop" r="textAreaRight" b="textAreaBottom"/>
            <a:pathLst>
              <a:path w="622539" h="751297">
                <a:moveTo>
                  <a:pt x="311270" y="751297"/>
                </a:moveTo>
                <a:cubicBezTo>
                  <a:pt x="315645" y="385649"/>
                  <a:pt x="319395" y="381274"/>
                  <a:pt x="622539" y="375649"/>
                </a:cubicBezTo>
                <a:cubicBezTo>
                  <a:pt x="319395" y="370023"/>
                  <a:pt x="315645" y="366273"/>
                  <a:pt x="311270" y="0"/>
                </a:cubicBezTo>
                <a:cubicBezTo>
                  <a:pt x="306894" y="365648"/>
                  <a:pt x="303144" y="370023"/>
                  <a:pt x="0" y="375649"/>
                </a:cubicBezTo>
                <a:cubicBezTo>
                  <a:pt x="303144" y="381274"/>
                  <a:pt x="306894" y="385649"/>
                  <a:pt x="311270" y="751297"/>
                </a:cubicBezTo>
                <a:close/>
              </a:path>
            </a:pathLst>
          </a:custGeom>
          <a:solidFill>
            <a:schemeClr val="dk1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endParaRPr b="0" lang="en-US" sz="1800" strike="noStrike" u="none">
              <a:solidFill>
                <a:srgbClr val="000000"/>
              </a:solidFill>
              <a:effectLst/>
              <a:uFillTx/>
              <a:latin typeface="OpenSymbol"/>
            </a:endParaRPr>
          </a:p>
        </p:txBody>
      </p:sp>
    </p:spTree>
  </p:cSld>
</p:sldLayout>
</file>

<file path=ppt/slideLayouts/slideLayout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CUSTOM_12"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6" name="Google Shape;237;p14" descr=""/>
          <p:cNvPicPr/>
          <p:nvPr/>
        </p:nvPicPr>
        <p:blipFill>
          <a:blip r:embed="rId2">
            <a:alphaModFix amt="30000"/>
          </a:blip>
          <a:stretch/>
        </p:blipFill>
        <p:spPr>
          <a:xfrm flipH="1" rot="10800000">
            <a:off x="0" y="-3600"/>
            <a:ext cx="9143640" cy="515088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57" name="PlaceHolder 1"/>
          <p:cNvSpPr>
            <a:spLocks noGrp="1"/>
          </p:cNvSpPr>
          <p:nvPr>
            <p:ph type="title"/>
          </p:nvPr>
        </p:nvSpPr>
        <p:spPr>
          <a:xfrm>
            <a:off x="720000" y="444960"/>
            <a:ext cx="7703640" cy="5724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t">
            <a:noAutofit/>
          </a:bodyPr>
          <a:p>
            <a:pPr indent="0">
              <a:buNone/>
            </a:pPr>
            <a:r>
              <a:rPr b="0" lang="fr-FR" sz="3500" strike="noStrike" u="none">
                <a:solidFill>
                  <a:schemeClr val="dk1"/>
                </a:solidFill>
                <a:effectLst/>
                <a:uFillTx/>
                <a:latin typeface="Arial"/>
              </a:rPr>
              <a:t>Click to edit the title text format</a:t>
            </a:r>
            <a:endParaRPr b="0" lang="fr-FR" sz="3500" strike="noStrike" u="non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grpSp>
        <p:nvGrpSpPr>
          <p:cNvPr id="58" name="Google Shape;239;p14"/>
          <p:cNvGrpSpPr/>
          <p:nvPr/>
        </p:nvGrpSpPr>
        <p:grpSpPr>
          <a:xfrm>
            <a:off x="654480" y="4403160"/>
            <a:ext cx="498960" cy="499320"/>
            <a:chOff x="654480" y="4403160"/>
            <a:chExt cx="498960" cy="499320"/>
          </a:xfrm>
        </p:grpSpPr>
        <p:sp>
          <p:nvSpPr>
            <p:cNvPr id="59" name="Google Shape;240;p14"/>
            <p:cNvSpPr/>
            <p:nvPr/>
          </p:nvSpPr>
          <p:spPr>
            <a:xfrm>
              <a:off x="930960" y="4641480"/>
              <a:ext cx="222480" cy="23040"/>
            </a:xfrm>
            <a:custGeom>
              <a:avLst/>
              <a:gdLst>
                <a:gd name="textAreaLeft" fmla="*/ 0 w 222480"/>
                <a:gd name="textAreaRight" fmla="*/ 222840 w 222480"/>
                <a:gd name="textAreaTop" fmla="*/ 0 h 23040"/>
                <a:gd name="textAreaBottom" fmla="*/ 23400 h 23040"/>
              </a:gdLst>
              <a:ahLst/>
              <a:cxnLst/>
              <a:rect l="textAreaLeft" t="textAreaTop" r="textAreaRight" b="textAreaBottom"/>
              <a:pathLst>
                <a:path w="517688" h="54004">
                  <a:moveTo>
                    <a:pt x="510657" y="19502"/>
                  </a:moveTo>
                  <a:cubicBezTo>
                    <a:pt x="238140" y="-1125"/>
                    <a:pt x="83755" y="-14250"/>
                    <a:pt x="0" y="27002"/>
                  </a:cubicBezTo>
                  <a:cubicBezTo>
                    <a:pt x="83755" y="68255"/>
                    <a:pt x="238140" y="55129"/>
                    <a:pt x="510657" y="34503"/>
                  </a:cubicBezTo>
                  <a:cubicBezTo>
                    <a:pt x="520033" y="33877"/>
                    <a:pt x="520033" y="20127"/>
                    <a:pt x="510657" y="19502"/>
                  </a:cubicBezTo>
                  <a:close/>
                </a:path>
              </a:pathLst>
            </a:custGeom>
            <a:solidFill>
              <a:schemeClr val="accent4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11520" bIns="1152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60" name="Google Shape;241;p14"/>
            <p:cNvSpPr/>
            <p:nvPr/>
          </p:nvSpPr>
          <p:spPr>
            <a:xfrm>
              <a:off x="892800" y="4680000"/>
              <a:ext cx="22680" cy="222480"/>
            </a:xfrm>
            <a:custGeom>
              <a:avLst/>
              <a:gdLst>
                <a:gd name="textAreaLeft" fmla="*/ 0 w 22680"/>
                <a:gd name="textAreaRight" fmla="*/ 23040 w 22680"/>
                <a:gd name="textAreaTop" fmla="*/ 0 h 222480"/>
                <a:gd name="textAreaBottom" fmla="*/ 222840 h 222480"/>
              </a:gdLst>
              <a:ahLst/>
              <a:cxnLst/>
              <a:rect l="textAreaLeft" t="textAreaTop" r="textAreaRight" b="textAreaBottom"/>
              <a:pathLst>
                <a:path w="53781" h="517688">
                  <a:moveTo>
                    <a:pt x="19279" y="510657"/>
                  </a:moveTo>
                  <a:cubicBezTo>
                    <a:pt x="19904" y="520033"/>
                    <a:pt x="33655" y="520033"/>
                    <a:pt x="34280" y="510657"/>
                  </a:cubicBezTo>
                  <a:cubicBezTo>
                    <a:pt x="54906" y="238140"/>
                    <a:pt x="68032" y="83755"/>
                    <a:pt x="26779" y="0"/>
                  </a:cubicBezTo>
                  <a:cubicBezTo>
                    <a:pt x="-14473" y="83755"/>
                    <a:pt x="-722" y="238140"/>
                    <a:pt x="19279" y="510657"/>
                  </a:cubicBezTo>
                  <a:close/>
                </a:path>
              </a:pathLst>
            </a:custGeom>
            <a:solidFill>
              <a:schemeClr val="accent4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61" name="Google Shape;242;p14"/>
            <p:cNvSpPr/>
            <p:nvPr/>
          </p:nvSpPr>
          <p:spPr>
            <a:xfrm>
              <a:off x="654480" y="4641480"/>
              <a:ext cx="222480" cy="23040"/>
            </a:xfrm>
            <a:custGeom>
              <a:avLst/>
              <a:gdLst>
                <a:gd name="textAreaLeft" fmla="*/ 0 w 222480"/>
                <a:gd name="textAreaRight" fmla="*/ 222840 w 222480"/>
                <a:gd name="textAreaTop" fmla="*/ 0 h 23040"/>
                <a:gd name="textAreaBottom" fmla="*/ 23400 h 23040"/>
              </a:gdLst>
              <a:ahLst/>
              <a:cxnLst/>
              <a:rect l="textAreaLeft" t="textAreaTop" r="textAreaRight" b="textAreaBottom"/>
              <a:pathLst>
                <a:path w="517688" h="54004">
                  <a:moveTo>
                    <a:pt x="7032" y="19502"/>
                  </a:moveTo>
                  <a:cubicBezTo>
                    <a:pt x="-2344" y="20127"/>
                    <a:pt x="-2344" y="33877"/>
                    <a:pt x="7032" y="34503"/>
                  </a:cubicBezTo>
                  <a:cubicBezTo>
                    <a:pt x="279549" y="55129"/>
                    <a:pt x="433934" y="68255"/>
                    <a:pt x="517689" y="27002"/>
                  </a:cubicBezTo>
                  <a:cubicBezTo>
                    <a:pt x="433934" y="-14250"/>
                    <a:pt x="280174" y="-1125"/>
                    <a:pt x="7032" y="19502"/>
                  </a:cubicBezTo>
                  <a:close/>
                </a:path>
              </a:pathLst>
            </a:custGeom>
            <a:solidFill>
              <a:schemeClr val="accent4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11520" bIns="1152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62" name="Google Shape;243;p14"/>
            <p:cNvSpPr/>
            <p:nvPr/>
          </p:nvSpPr>
          <p:spPr>
            <a:xfrm>
              <a:off x="892440" y="4403160"/>
              <a:ext cx="23040" cy="222480"/>
            </a:xfrm>
            <a:custGeom>
              <a:avLst/>
              <a:gdLst>
                <a:gd name="textAreaLeft" fmla="*/ 0 w 23040"/>
                <a:gd name="textAreaRight" fmla="*/ 23400 w 23040"/>
                <a:gd name="textAreaTop" fmla="*/ 0 h 222480"/>
                <a:gd name="textAreaBottom" fmla="*/ 222840 h 222480"/>
              </a:gdLst>
              <a:ahLst/>
              <a:cxnLst/>
              <a:rect l="textAreaLeft" t="textAreaTop" r="textAreaRight" b="textAreaBottom"/>
              <a:pathLst>
                <a:path w="54004" h="517688">
                  <a:moveTo>
                    <a:pt x="34503" y="7032"/>
                  </a:moveTo>
                  <a:cubicBezTo>
                    <a:pt x="33878" y="-2344"/>
                    <a:pt x="20127" y="-2344"/>
                    <a:pt x="19502" y="7032"/>
                  </a:cubicBezTo>
                  <a:cubicBezTo>
                    <a:pt x="-1125" y="279549"/>
                    <a:pt x="-14250" y="433933"/>
                    <a:pt x="27002" y="517689"/>
                  </a:cubicBezTo>
                  <a:cubicBezTo>
                    <a:pt x="68255" y="433933"/>
                    <a:pt x="55129" y="279549"/>
                    <a:pt x="34503" y="7032"/>
                  </a:cubicBezTo>
                  <a:close/>
                </a:path>
              </a:pathLst>
            </a:custGeom>
            <a:solidFill>
              <a:schemeClr val="accent4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63" name="Google Shape;244;p14"/>
            <p:cNvSpPr/>
            <p:nvPr/>
          </p:nvSpPr>
          <p:spPr>
            <a:xfrm>
              <a:off x="923400" y="4475520"/>
              <a:ext cx="158040" cy="158040"/>
            </a:xfrm>
            <a:custGeom>
              <a:avLst/>
              <a:gdLst>
                <a:gd name="textAreaLeft" fmla="*/ 0 w 158040"/>
                <a:gd name="textAreaRight" fmla="*/ 158400 w 158040"/>
                <a:gd name="textAreaTop" fmla="*/ 0 h 158040"/>
                <a:gd name="textAreaBottom" fmla="*/ 158400 h 158040"/>
              </a:gdLst>
              <a:ahLst/>
              <a:cxnLst/>
              <a:rect l="textAreaLeft" t="textAreaTop" r="textAreaRight" b="textAreaBottom"/>
              <a:pathLst>
                <a:path w="368244" h="367995">
                  <a:moveTo>
                    <a:pt x="366273" y="12348"/>
                  </a:moveTo>
                  <a:cubicBezTo>
                    <a:pt x="372523" y="5472"/>
                    <a:pt x="362523" y="-3903"/>
                    <a:pt x="355647" y="1722"/>
                  </a:cubicBezTo>
                  <a:cubicBezTo>
                    <a:pt x="148759" y="179858"/>
                    <a:pt x="30002" y="279240"/>
                    <a:pt x="0" y="367995"/>
                  </a:cubicBezTo>
                  <a:cubicBezTo>
                    <a:pt x="88755" y="337368"/>
                    <a:pt x="188137" y="219236"/>
                    <a:pt x="366273" y="12348"/>
                  </a:cubicBezTo>
                  <a:close/>
                </a:path>
              </a:pathLst>
            </a:custGeom>
            <a:solidFill>
              <a:schemeClr val="accent4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64" name="Google Shape;245;p14"/>
            <p:cNvSpPr/>
            <p:nvPr/>
          </p:nvSpPr>
          <p:spPr>
            <a:xfrm>
              <a:off x="876960" y="4626000"/>
              <a:ext cx="54000" cy="54000"/>
            </a:xfrm>
            <a:custGeom>
              <a:avLst/>
              <a:gdLst>
                <a:gd name="textAreaLeft" fmla="*/ 0 w 54000"/>
                <a:gd name="textAreaRight" fmla="*/ 54360 w 54000"/>
                <a:gd name="textAreaTop" fmla="*/ 0 h 54000"/>
                <a:gd name="textAreaBottom" fmla="*/ 54360 h 54000"/>
              </a:gdLst>
              <a:ahLst/>
              <a:cxnLst/>
              <a:rect l="textAreaLeft" t="textAreaTop" r="textAreaRight" b="textAreaBottom"/>
              <a:pathLst>
                <a:path w="126258" h="126258">
                  <a:moveTo>
                    <a:pt x="108132" y="18126"/>
                  </a:moveTo>
                  <a:cubicBezTo>
                    <a:pt x="98131" y="21251"/>
                    <a:pt x="88756" y="23751"/>
                    <a:pt x="78755" y="25002"/>
                  </a:cubicBezTo>
                  <a:cubicBezTo>
                    <a:pt x="73130" y="17501"/>
                    <a:pt x="67504" y="9376"/>
                    <a:pt x="63129" y="0"/>
                  </a:cubicBezTo>
                  <a:cubicBezTo>
                    <a:pt x="58753" y="9376"/>
                    <a:pt x="53753" y="17501"/>
                    <a:pt x="47503" y="25002"/>
                  </a:cubicBezTo>
                  <a:cubicBezTo>
                    <a:pt x="38127" y="23751"/>
                    <a:pt x="28127" y="21251"/>
                    <a:pt x="18126" y="18126"/>
                  </a:cubicBezTo>
                  <a:cubicBezTo>
                    <a:pt x="21251" y="28127"/>
                    <a:pt x="23751" y="37502"/>
                    <a:pt x="25002" y="47503"/>
                  </a:cubicBezTo>
                  <a:cubicBezTo>
                    <a:pt x="17501" y="53128"/>
                    <a:pt x="9376" y="58754"/>
                    <a:pt x="0" y="63129"/>
                  </a:cubicBezTo>
                  <a:cubicBezTo>
                    <a:pt x="9376" y="67504"/>
                    <a:pt x="17501" y="72504"/>
                    <a:pt x="25002" y="78755"/>
                  </a:cubicBezTo>
                  <a:cubicBezTo>
                    <a:pt x="23751" y="88130"/>
                    <a:pt x="21251" y="98131"/>
                    <a:pt x="18126" y="108132"/>
                  </a:cubicBezTo>
                  <a:cubicBezTo>
                    <a:pt x="28127" y="105007"/>
                    <a:pt x="37502" y="102507"/>
                    <a:pt x="47503" y="101256"/>
                  </a:cubicBezTo>
                  <a:cubicBezTo>
                    <a:pt x="53128" y="108757"/>
                    <a:pt x="58753" y="116882"/>
                    <a:pt x="63129" y="126258"/>
                  </a:cubicBezTo>
                  <a:cubicBezTo>
                    <a:pt x="67504" y="116882"/>
                    <a:pt x="72504" y="108757"/>
                    <a:pt x="78755" y="101256"/>
                  </a:cubicBezTo>
                  <a:cubicBezTo>
                    <a:pt x="88130" y="102507"/>
                    <a:pt x="98131" y="105007"/>
                    <a:pt x="108132" y="108132"/>
                  </a:cubicBezTo>
                  <a:cubicBezTo>
                    <a:pt x="105007" y="98131"/>
                    <a:pt x="102506" y="88756"/>
                    <a:pt x="101256" y="78755"/>
                  </a:cubicBezTo>
                  <a:cubicBezTo>
                    <a:pt x="108757" y="73130"/>
                    <a:pt x="116882" y="67504"/>
                    <a:pt x="126258" y="63129"/>
                  </a:cubicBezTo>
                  <a:cubicBezTo>
                    <a:pt x="116882" y="58754"/>
                    <a:pt x="108757" y="53753"/>
                    <a:pt x="101256" y="47503"/>
                  </a:cubicBezTo>
                  <a:cubicBezTo>
                    <a:pt x="101881" y="37502"/>
                    <a:pt x="104382" y="27502"/>
                    <a:pt x="108132" y="18126"/>
                  </a:cubicBezTo>
                  <a:close/>
                </a:path>
              </a:pathLst>
            </a:custGeom>
            <a:solidFill>
              <a:schemeClr val="accent4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27000" bIns="2700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65" name="Google Shape;246;p14"/>
            <p:cNvSpPr/>
            <p:nvPr/>
          </p:nvSpPr>
          <p:spPr>
            <a:xfrm>
              <a:off x="923400" y="4672080"/>
              <a:ext cx="158040" cy="158040"/>
            </a:xfrm>
            <a:custGeom>
              <a:avLst/>
              <a:gdLst>
                <a:gd name="textAreaLeft" fmla="*/ 0 w 158040"/>
                <a:gd name="textAreaRight" fmla="*/ 158400 w 158040"/>
                <a:gd name="textAreaTop" fmla="*/ 0 h 158040"/>
                <a:gd name="textAreaBottom" fmla="*/ 158400 h 158040"/>
              </a:gdLst>
              <a:ahLst/>
              <a:cxnLst/>
              <a:rect l="textAreaLeft" t="textAreaTop" r="textAreaRight" b="textAreaBottom"/>
              <a:pathLst>
                <a:path w="367994" h="368245">
                  <a:moveTo>
                    <a:pt x="355647" y="366273"/>
                  </a:moveTo>
                  <a:cubicBezTo>
                    <a:pt x="362523" y="372524"/>
                    <a:pt x="371898" y="362523"/>
                    <a:pt x="366273" y="355648"/>
                  </a:cubicBezTo>
                  <a:cubicBezTo>
                    <a:pt x="188137" y="148760"/>
                    <a:pt x="88755" y="30002"/>
                    <a:pt x="0" y="0"/>
                  </a:cubicBezTo>
                  <a:cubicBezTo>
                    <a:pt x="30627" y="88131"/>
                    <a:pt x="148759" y="188137"/>
                    <a:pt x="355647" y="366273"/>
                  </a:cubicBezTo>
                  <a:close/>
                </a:path>
              </a:pathLst>
            </a:custGeom>
            <a:solidFill>
              <a:schemeClr val="accent4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66" name="Google Shape;247;p14"/>
            <p:cNvSpPr/>
            <p:nvPr/>
          </p:nvSpPr>
          <p:spPr>
            <a:xfrm>
              <a:off x="726480" y="4672080"/>
              <a:ext cx="158040" cy="158040"/>
            </a:xfrm>
            <a:custGeom>
              <a:avLst/>
              <a:gdLst>
                <a:gd name="textAreaLeft" fmla="*/ 0 w 158040"/>
                <a:gd name="textAreaRight" fmla="*/ 158400 w 158040"/>
                <a:gd name="textAreaTop" fmla="*/ 0 h 158040"/>
                <a:gd name="textAreaBottom" fmla="*/ 158400 h 158040"/>
              </a:gdLst>
              <a:ahLst/>
              <a:cxnLst/>
              <a:rect l="textAreaLeft" t="textAreaTop" r="textAreaRight" b="textAreaBottom"/>
              <a:pathLst>
                <a:path w="368245" h="367995">
                  <a:moveTo>
                    <a:pt x="1972" y="355648"/>
                  </a:moveTo>
                  <a:cubicBezTo>
                    <a:pt x="-4278" y="362523"/>
                    <a:pt x="5722" y="371898"/>
                    <a:pt x="12598" y="366273"/>
                  </a:cubicBezTo>
                  <a:cubicBezTo>
                    <a:pt x="219486" y="188137"/>
                    <a:pt x="338243" y="88756"/>
                    <a:pt x="368245" y="0"/>
                  </a:cubicBezTo>
                  <a:cubicBezTo>
                    <a:pt x="280114" y="30002"/>
                    <a:pt x="180108" y="148760"/>
                    <a:pt x="1972" y="355648"/>
                  </a:cubicBezTo>
                  <a:close/>
                </a:path>
              </a:pathLst>
            </a:custGeom>
            <a:solidFill>
              <a:schemeClr val="accent4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67" name="Google Shape;248;p14"/>
            <p:cNvSpPr/>
            <p:nvPr/>
          </p:nvSpPr>
          <p:spPr>
            <a:xfrm>
              <a:off x="726480" y="4475160"/>
              <a:ext cx="158040" cy="158040"/>
            </a:xfrm>
            <a:custGeom>
              <a:avLst/>
              <a:gdLst>
                <a:gd name="textAreaLeft" fmla="*/ 0 w 158040"/>
                <a:gd name="textAreaRight" fmla="*/ 158400 w 158040"/>
                <a:gd name="textAreaTop" fmla="*/ 0 h 158040"/>
                <a:gd name="textAreaBottom" fmla="*/ 158400 h 158040"/>
              </a:gdLst>
              <a:ahLst/>
              <a:cxnLst/>
              <a:rect l="textAreaLeft" t="textAreaTop" r="textAreaRight" b="textAreaBottom"/>
              <a:pathLst>
                <a:path w="367995" h="368245">
                  <a:moveTo>
                    <a:pt x="12348" y="1972"/>
                  </a:moveTo>
                  <a:cubicBezTo>
                    <a:pt x="5472" y="-4278"/>
                    <a:pt x="-3903" y="5722"/>
                    <a:pt x="1722" y="12598"/>
                  </a:cubicBezTo>
                  <a:cubicBezTo>
                    <a:pt x="179858" y="219486"/>
                    <a:pt x="279240" y="338243"/>
                    <a:pt x="367995" y="368245"/>
                  </a:cubicBezTo>
                  <a:cubicBezTo>
                    <a:pt x="337993" y="279490"/>
                    <a:pt x="219861" y="180108"/>
                    <a:pt x="12348" y="1972"/>
                  </a:cubicBezTo>
                  <a:close/>
                </a:path>
              </a:pathLst>
            </a:custGeom>
            <a:solidFill>
              <a:schemeClr val="accent4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</p:grpSp>
      <p:grpSp>
        <p:nvGrpSpPr>
          <p:cNvPr id="68" name="Google Shape;249;p14"/>
          <p:cNvGrpSpPr/>
          <p:nvPr/>
        </p:nvGrpSpPr>
        <p:grpSpPr>
          <a:xfrm>
            <a:off x="202320" y="3996360"/>
            <a:ext cx="406440" cy="406440"/>
            <a:chOff x="202320" y="3996360"/>
            <a:chExt cx="406440" cy="406440"/>
          </a:xfrm>
        </p:grpSpPr>
        <p:sp>
          <p:nvSpPr>
            <p:cNvPr id="69" name="Google Shape;250;p14"/>
            <p:cNvSpPr/>
            <p:nvPr/>
          </p:nvSpPr>
          <p:spPr>
            <a:xfrm>
              <a:off x="427680" y="4190400"/>
              <a:ext cx="181080" cy="18720"/>
            </a:xfrm>
            <a:custGeom>
              <a:avLst/>
              <a:gdLst>
                <a:gd name="textAreaLeft" fmla="*/ 0 w 181080"/>
                <a:gd name="textAreaRight" fmla="*/ 181440 w 181080"/>
                <a:gd name="textAreaTop" fmla="*/ 0 h 18720"/>
                <a:gd name="textAreaBottom" fmla="*/ 19080 h 18720"/>
              </a:gdLst>
              <a:ahLst/>
              <a:cxnLst/>
              <a:rect l="textAreaLeft" t="textAreaTop" r="textAreaRight" b="textAreaBottom"/>
              <a:pathLst>
                <a:path w="517688" h="54004">
                  <a:moveTo>
                    <a:pt x="510657" y="19502"/>
                  </a:moveTo>
                  <a:cubicBezTo>
                    <a:pt x="238140" y="-1125"/>
                    <a:pt x="83755" y="-14250"/>
                    <a:pt x="0" y="27002"/>
                  </a:cubicBezTo>
                  <a:cubicBezTo>
                    <a:pt x="83755" y="68255"/>
                    <a:pt x="238140" y="55129"/>
                    <a:pt x="510657" y="34503"/>
                  </a:cubicBezTo>
                  <a:cubicBezTo>
                    <a:pt x="520033" y="33877"/>
                    <a:pt x="520033" y="20127"/>
                    <a:pt x="510657" y="19502"/>
                  </a:cubicBezTo>
                  <a:close/>
                </a:path>
              </a:pathLst>
            </a:custGeom>
            <a:solidFill>
              <a:schemeClr val="accent4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9360" bIns="936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70" name="Google Shape;251;p14"/>
            <p:cNvSpPr/>
            <p:nvPr/>
          </p:nvSpPr>
          <p:spPr>
            <a:xfrm>
              <a:off x="396360" y="4221720"/>
              <a:ext cx="18360" cy="181080"/>
            </a:xfrm>
            <a:custGeom>
              <a:avLst/>
              <a:gdLst>
                <a:gd name="textAreaLeft" fmla="*/ 0 w 18360"/>
                <a:gd name="textAreaRight" fmla="*/ 18720 w 18360"/>
                <a:gd name="textAreaTop" fmla="*/ 0 h 181080"/>
                <a:gd name="textAreaBottom" fmla="*/ 181440 h 181080"/>
              </a:gdLst>
              <a:ahLst/>
              <a:cxnLst/>
              <a:rect l="textAreaLeft" t="textAreaTop" r="textAreaRight" b="textAreaBottom"/>
              <a:pathLst>
                <a:path w="53781" h="517688">
                  <a:moveTo>
                    <a:pt x="19279" y="510657"/>
                  </a:moveTo>
                  <a:cubicBezTo>
                    <a:pt x="19904" y="520033"/>
                    <a:pt x="33655" y="520033"/>
                    <a:pt x="34280" y="510657"/>
                  </a:cubicBezTo>
                  <a:cubicBezTo>
                    <a:pt x="54906" y="238140"/>
                    <a:pt x="68032" y="83755"/>
                    <a:pt x="26779" y="0"/>
                  </a:cubicBezTo>
                  <a:cubicBezTo>
                    <a:pt x="-14473" y="83755"/>
                    <a:pt x="-722" y="238140"/>
                    <a:pt x="19279" y="510657"/>
                  </a:cubicBezTo>
                  <a:close/>
                </a:path>
              </a:pathLst>
            </a:custGeom>
            <a:solidFill>
              <a:schemeClr val="accent4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71" name="Google Shape;252;p14"/>
            <p:cNvSpPr/>
            <p:nvPr/>
          </p:nvSpPr>
          <p:spPr>
            <a:xfrm>
              <a:off x="202320" y="4190400"/>
              <a:ext cx="181080" cy="18720"/>
            </a:xfrm>
            <a:custGeom>
              <a:avLst/>
              <a:gdLst>
                <a:gd name="textAreaLeft" fmla="*/ 0 w 181080"/>
                <a:gd name="textAreaRight" fmla="*/ 181440 w 181080"/>
                <a:gd name="textAreaTop" fmla="*/ 0 h 18720"/>
                <a:gd name="textAreaBottom" fmla="*/ 19080 h 18720"/>
              </a:gdLst>
              <a:ahLst/>
              <a:cxnLst/>
              <a:rect l="textAreaLeft" t="textAreaTop" r="textAreaRight" b="textAreaBottom"/>
              <a:pathLst>
                <a:path w="517688" h="54004">
                  <a:moveTo>
                    <a:pt x="7032" y="19502"/>
                  </a:moveTo>
                  <a:cubicBezTo>
                    <a:pt x="-2344" y="20127"/>
                    <a:pt x="-2344" y="33877"/>
                    <a:pt x="7032" y="34503"/>
                  </a:cubicBezTo>
                  <a:cubicBezTo>
                    <a:pt x="279549" y="55129"/>
                    <a:pt x="433934" y="68255"/>
                    <a:pt x="517689" y="27002"/>
                  </a:cubicBezTo>
                  <a:cubicBezTo>
                    <a:pt x="433934" y="-14250"/>
                    <a:pt x="280174" y="-1125"/>
                    <a:pt x="7032" y="19502"/>
                  </a:cubicBezTo>
                  <a:close/>
                </a:path>
              </a:pathLst>
            </a:custGeom>
            <a:solidFill>
              <a:schemeClr val="accent4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9360" bIns="936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72" name="Google Shape;253;p14"/>
            <p:cNvSpPr/>
            <p:nvPr/>
          </p:nvSpPr>
          <p:spPr>
            <a:xfrm>
              <a:off x="396360" y="3996360"/>
              <a:ext cx="18720" cy="181080"/>
            </a:xfrm>
            <a:custGeom>
              <a:avLst/>
              <a:gdLst>
                <a:gd name="textAreaLeft" fmla="*/ 0 w 18720"/>
                <a:gd name="textAreaRight" fmla="*/ 19080 w 18720"/>
                <a:gd name="textAreaTop" fmla="*/ 0 h 181080"/>
                <a:gd name="textAreaBottom" fmla="*/ 181440 h 181080"/>
              </a:gdLst>
              <a:ahLst/>
              <a:cxnLst/>
              <a:rect l="textAreaLeft" t="textAreaTop" r="textAreaRight" b="textAreaBottom"/>
              <a:pathLst>
                <a:path w="54004" h="517688">
                  <a:moveTo>
                    <a:pt x="34503" y="7032"/>
                  </a:moveTo>
                  <a:cubicBezTo>
                    <a:pt x="33878" y="-2344"/>
                    <a:pt x="20127" y="-2344"/>
                    <a:pt x="19502" y="7032"/>
                  </a:cubicBezTo>
                  <a:cubicBezTo>
                    <a:pt x="-1125" y="279549"/>
                    <a:pt x="-14250" y="433933"/>
                    <a:pt x="27002" y="517689"/>
                  </a:cubicBezTo>
                  <a:cubicBezTo>
                    <a:pt x="68255" y="433933"/>
                    <a:pt x="55129" y="279549"/>
                    <a:pt x="34503" y="7032"/>
                  </a:cubicBezTo>
                  <a:close/>
                </a:path>
              </a:pathLst>
            </a:custGeom>
            <a:solidFill>
              <a:schemeClr val="accent4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73" name="Google Shape;254;p14"/>
            <p:cNvSpPr/>
            <p:nvPr/>
          </p:nvSpPr>
          <p:spPr>
            <a:xfrm>
              <a:off x="421560" y="4055040"/>
              <a:ext cx="128880" cy="128520"/>
            </a:xfrm>
            <a:custGeom>
              <a:avLst/>
              <a:gdLst>
                <a:gd name="textAreaLeft" fmla="*/ 0 w 128880"/>
                <a:gd name="textAreaRight" fmla="*/ 129240 w 128880"/>
                <a:gd name="textAreaTop" fmla="*/ 0 h 128520"/>
                <a:gd name="textAreaBottom" fmla="*/ 128880 h 128520"/>
              </a:gdLst>
              <a:ahLst/>
              <a:cxnLst/>
              <a:rect l="textAreaLeft" t="textAreaTop" r="textAreaRight" b="textAreaBottom"/>
              <a:pathLst>
                <a:path w="368244" h="367995">
                  <a:moveTo>
                    <a:pt x="366273" y="12348"/>
                  </a:moveTo>
                  <a:cubicBezTo>
                    <a:pt x="372523" y="5472"/>
                    <a:pt x="362523" y="-3903"/>
                    <a:pt x="355647" y="1722"/>
                  </a:cubicBezTo>
                  <a:cubicBezTo>
                    <a:pt x="148759" y="179858"/>
                    <a:pt x="30002" y="279240"/>
                    <a:pt x="0" y="367995"/>
                  </a:cubicBezTo>
                  <a:cubicBezTo>
                    <a:pt x="88755" y="337368"/>
                    <a:pt x="188137" y="219236"/>
                    <a:pt x="366273" y="12348"/>
                  </a:cubicBezTo>
                  <a:close/>
                </a:path>
              </a:pathLst>
            </a:custGeom>
            <a:solidFill>
              <a:schemeClr val="accent4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74" name="Google Shape;255;p14"/>
            <p:cNvSpPr/>
            <p:nvPr/>
          </p:nvSpPr>
          <p:spPr>
            <a:xfrm>
              <a:off x="383760" y="4177800"/>
              <a:ext cx="43920" cy="43920"/>
            </a:xfrm>
            <a:custGeom>
              <a:avLst/>
              <a:gdLst>
                <a:gd name="textAreaLeft" fmla="*/ 0 w 43920"/>
                <a:gd name="textAreaRight" fmla="*/ 44280 w 43920"/>
                <a:gd name="textAreaTop" fmla="*/ 0 h 43920"/>
                <a:gd name="textAreaBottom" fmla="*/ 44280 h 43920"/>
              </a:gdLst>
              <a:ahLst/>
              <a:cxnLst/>
              <a:rect l="textAreaLeft" t="textAreaTop" r="textAreaRight" b="textAreaBottom"/>
              <a:pathLst>
                <a:path w="126258" h="126258">
                  <a:moveTo>
                    <a:pt x="108132" y="18126"/>
                  </a:moveTo>
                  <a:cubicBezTo>
                    <a:pt x="98131" y="21251"/>
                    <a:pt x="88756" y="23751"/>
                    <a:pt x="78755" y="25002"/>
                  </a:cubicBezTo>
                  <a:cubicBezTo>
                    <a:pt x="73130" y="17501"/>
                    <a:pt x="67504" y="9376"/>
                    <a:pt x="63129" y="0"/>
                  </a:cubicBezTo>
                  <a:cubicBezTo>
                    <a:pt x="58753" y="9376"/>
                    <a:pt x="53753" y="17501"/>
                    <a:pt x="47503" y="25002"/>
                  </a:cubicBezTo>
                  <a:cubicBezTo>
                    <a:pt x="38127" y="23751"/>
                    <a:pt x="28127" y="21251"/>
                    <a:pt x="18126" y="18126"/>
                  </a:cubicBezTo>
                  <a:cubicBezTo>
                    <a:pt x="21251" y="28127"/>
                    <a:pt x="23751" y="37502"/>
                    <a:pt x="25002" y="47503"/>
                  </a:cubicBezTo>
                  <a:cubicBezTo>
                    <a:pt x="17501" y="53128"/>
                    <a:pt x="9376" y="58754"/>
                    <a:pt x="0" y="63129"/>
                  </a:cubicBezTo>
                  <a:cubicBezTo>
                    <a:pt x="9376" y="67504"/>
                    <a:pt x="17501" y="72504"/>
                    <a:pt x="25002" y="78755"/>
                  </a:cubicBezTo>
                  <a:cubicBezTo>
                    <a:pt x="23751" y="88130"/>
                    <a:pt x="21251" y="98131"/>
                    <a:pt x="18126" y="108132"/>
                  </a:cubicBezTo>
                  <a:cubicBezTo>
                    <a:pt x="28127" y="105007"/>
                    <a:pt x="37502" y="102507"/>
                    <a:pt x="47503" y="101256"/>
                  </a:cubicBezTo>
                  <a:cubicBezTo>
                    <a:pt x="53128" y="108757"/>
                    <a:pt x="58753" y="116882"/>
                    <a:pt x="63129" y="126258"/>
                  </a:cubicBezTo>
                  <a:cubicBezTo>
                    <a:pt x="67504" y="116882"/>
                    <a:pt x="72504" y="108757"/>
                    <a:pt x="78755" y="101256"/>
                  </a:cubicBezTo>
                  <a:cubicBezTo>
                    <a:pt x="88130" y="102507"/>
                    <a:pt x="98131" y="105007"/>
                    <a:pt x="108132" y="108132"/>
                  </a:cubicBezTo>
                  <a:cubicBezTo>
                    <a:pt x="105007" y="98131"/>
                    <a:pt x="102506" y="88756"/>
                    <a:pt x="101256" y="78755"/>
                  </a:cubicBezTo>
                  <a:cubicBezTo>
                    <a:pt x="108757" y="73130"/>
                    <a:pt x="116882" y="67504"/>
                    <a:pt x="126258" y="63129"/>
                  </a:cubicBezTo>
                  <a:cubicBezTo>
                    <a:pt x="116882" y="58754"/>
                    <a:pt x="108757" y="53753"/>
                    <a:pt x="101256" y="47503"/>
                  </a:cubicBezTo>
                  <a:cubicBezTo>
                    <a:pt x="101881" y="37502"/>
                    <a:pt x="104382" y="27502"/>
                    <a:pt x="108132" y="18126"/>
                  </a:cubicBezTo>
                  <a:close/>
                </a:path>
              </a:pathLst>
            </a:custGeom>
            <a:solidFill>
              <a:schemeClr val="accent4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21960" bIns="2196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75" name="Google Shape;256;p14"/>
            <p:cNvSpPr/>
            <p:nvPr/>
          </p:nvSpPr>
          <p:spPr>
            <a:xfrm>
              <a:off x="421560" y="4215240"/>
              <a:ext cx="128520" cy="128880"/>
            </a:xfrm>
            <a:custGeom>
              <a:avLst/>
              <a:gdLst>
                <a:gd name="textAreaLeft" fmla="*/ 0 w 128520"/>
                <a:gd name="textAreaRight" fmla="*/ 128880 w 128520"/>
                <a:gd name="textAreaTop" fmla="*/ 0 h 128880"/>
                <a:gd name="textAreaBottom" fmla="*/ 129240 h 128880"/>
              </a:gdLst>
              <a:ahLst/>
              <a:cxnLst/>
              <a:rect l="textAreaLeft" t="textAreaTop" r="textAreaRight" b="textAreaBottom"/>
              <a:pathLst>
                <a:path w="367994" h="368245">
                  <a:moveTo>
                    <a:pt x="355647" y="366273"/>
                  </a:moveTo>
                  <a:cubicBezTo>
                    <a:pt x="362523" y="372524"/>
                    <a:pt x="371898" y="362523"/>
                    <a:pt x="366273" y="355648"/>
                  </a:cubicBezTo>
                  <a:cubicBezTo>
                    <a:pt x="188137" y="148760"/>
                    <a:pt x="88755" y="30002"/>
                    <a:pt x="0" y="0"/>
                  </a:cubicBezTo>
                  <a:cubicBezTo>
                    <a:pt x="30627" y="88131"/>
                    <a:pt x="148759" y="188137"/>
                    <a:pt x="355647" y="366273"/>
                  </a:cubicBezTo>
                  <a:close/>
                </a:path>
              </a:pathLst>
            </a:custGeom>
            <a:solidFill>
              <a:schemeClr val="accent4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76" name="Google Shape;257;p14"/>
            <p:cNvSpPr/>
            <p:nvPr/>
          </p:nvSpPr>
          <p:spPr>
            <a:xfrm>
              <a:off x="261000" y="4215240"/>
              <a:ext cx="128880" cy="128520"/>
            </a:xfrm>
            <a:custGeom>
              <a:avLst/>
              <a:gdLst>
                <a:gd name="textAreaLeft" fmla="*/ 0 w 128880"/>
                <a:gd name="textAreaRight" fmla="*/ 129240 w 128880"/>
                <a:gd name="textAreaTop" fmla="*/ 0 h 128520"/>
                <a:gd name="textAreaBottom" fmla="*/ 128880 h 128520"/>
              </a:gdLst>
              <a:ahLst/>
              <a:cxnLst/>
              <a:rect l="textAreaLeft" t="textAreaTop" r="textAreaRight" b="textAreaBottom"/>
              <a:pathLst>
                <a:path w="368245" h="367995">
                  <a:moveTo>
                    <a:pt x="1972" y="355648"/>
                  </a:moveTo>
                  <a:cubicBezTo>
                    <a:pt x="-4278" y="362523"/>
                    <a:pt x="5722" y="371898"/>
                    <a:pt x="12598" y="366273"/>
                  </a:cubicBezTo>
                  <a:cubicBezTo>
                    <a:pt x="219486" y="188137"/>
                    <a:pt x="338243" y="88756"/>
                    <a:pt x="368245" y="0"/>
                  </a:cubicBezTo>
                  <a:cubicBezTo>
                    <a:pt x="280114" y="30002"/>
                    <a:pt x="180108" y="148760"/>
                    <a:pt x="1972" y="355648"/>
                  </a:cubicBezTo>
                  <a:close/>
                </a:path>
              </a:pathLst>
            </a:custGeom>
            <a:solidFill>
              <a:schemeClr val="accent4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77" name="Google Shape;258;p14"/>
            <p:cNvSpPr/>
            <p:nvPr/>
          </p:nvSpPr>
          <p:spPr>
            <a:xfrm>
              <a:off x="261360" y="4055040"/>
              <a:ext cx="128520" cy="128880"/>
            </a:xfrm>
            <a:custGeom>
              <a:avLst/>
              <a:gdLst>
                <a:gd name="textAreaLeft" fmla="*/ 0 w 128520"/>
                <a:gd name="textAreaRight" fmla="*/ 128880 w 128520"/>
                <a:gd name="textAreaTop" fmla="*/ 0 h 128880"/>
                <a:gd name="textAreaBottom" fmla="*/ 129240 h 128880"/>
              </a:gdLst>
              <a:ahLst/>
              <a:cxnLst/>
              <a:rect l="textAreaLeft" t="textAreaTop" r="textAreaRight" b="textAreaBottom"/>
              <a:pathLst>
                <a:path w="367995" h="368245">
                  <a:moveTo>
                    <a:pt x="12348" y="1972"/>
                  </a:moveTo>
                  <a:cubicBezTo>
                    <a:pt x="5472" y="-4278"/>
                    <a:pt x="-3903" y="5722"/>
                    <a:pt x="1722" y="12598"/>
                  </a:cubicBezTo>
                  <a:cubicBezTo>
                    <a:pt x="179858" y="219486"/>
                    <a:pt x="279240" y="338243"/>
                    <a:pt x="367995" y="368245"/>
                  </a:cubicBezTo>
                  <a:cubicBezTo>
                    <a:pt x="337993" y="279490"/>
                    <a:pt x="219861" y="180108"/>
                    <a:pt x="12348" y="1972"/>
                  </a:cubicBezTo>
                  <a:close/>
                </a:path>
              </a:pathLst>
            </a:custGeom>
            <a:solidFill>
              <a:schemeClr val="accent4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</p:grpSp>
      <p:sp>
        <p:nvSpPr>
          <p:cNvPr id="78" name="Google Shape;259;p14"/>
          <p:cNvSpPr/>
          <p:nvPr/>
        </p:nvSpPr>
        <p:spPr>
          <a:xfrm>
            <a:off x="8181000" y="4122360"/>
            <a:ext cx="499320" cy="602640"/>
          </a:xfrm>
          <a:custGeom>
            <a:avLst/>
            <a:gdLst>
              <a:gd name="textAreaLeft" fmla="*/ 0 w 499320"/>
              <a:gd name="textAreaRight" fmla="*/ 499680 w 499320"/>
              <a:gd name="textAreaTop" fmla="*/ 0 h 602640"/>
              <a:gd name="textAreaBottom" fmla="*/ 603000 h 602640"/>
            </a:gdLst>
            <a:ahLst/>
            <a:cxnLst/>
            <a:rect l="textAreaLeft" t="textAreaTop" r="textAreaRight" b="textAreaBottom"/>
            <a:pathLst>
              <a:path w="622539" h="751297">
                <a:moveTo>
                  <a:pt x="311270" y="751297"/>
                </a:moveTo>
                <a:cubicBezTo>
                  <a:pt x="315645" y="385649"/>
                  <a:pt x="319395" y="381274"/>
                  <a:pt x="622539" y="375649"/>
                </a:cubicBezTo>
                <a:cubicBezTo>
                  <a:pt x="319395" y="370023"/>
                  <a:pt x="315645" y="366273"/>
                  <a:pt x="311270" y="0"/>
                </a:cubicBezTo>
                <a:cubicBezTo>
                  <a:pt x="306894" y="365648"/>
                  <a:pt x="303144" y="370023"/>
                  <a:pt x="0" y="375649"/>
                </a:cubicBezTo>
                <a:cubicBezTo>
                  <a:pt x="303144" y="381274"/>
                  <a:pt x="306894" y="385649"/>
                  <a:pt x="311270" y="751297"/>
                </a:cubicBezTo>
                <a:close/>
              </a:path>
            </a:pathLst>
          </a:custGeom>
          <a:solidFill>
            <a:schemeClr val="dk1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endParaRPr b="0" lang="en-US" sz="1800" strike="noStrike" u="none">
              <a:solidFill>
                <a:srgbClr val="000000"/>
              </a:solidFill>
              <a:effectLst/>
              <a:uFillTx/>
              <a:latin typeface="OpenSymbol"/>
            </a:endParaRPr>
          </a:p>
        </p:txBody>
      </p:sp>
    </p:spTree>
  </p:cSld>
</p:sldLayout>
</file>

<file path=ppt/slideLayouts/slideLayout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CUSTOM_12_1_1"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3" name="Google Shape;266;p16" descr=""/>
          <p:cNvPicPr/>
          <p:nvPr/>
        </p:nvPicPr>
        <p:blipFill>
          <a:blip r:embed="rId2">
            <a:alphaModFix amt="30000"/>
          </a:blip>
          <a:stretch/>
        </p:blipFill>
        <p:spPr>
          <a:xfrm>
            <a:off x="0" y="-3960"/>
            <a:ext cx="9143640" cy="515088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84" name="PlaceHolder 1"/>
          <p:cNvSpPr>
            <a:spLocks noGrp="1"/>
          </p:cNvSpPr>
          <p:nvPr>
            <p:ph type="title"/>
          </p:nvPr>
        </p:nvSpPr>
        <p:spPr>
          <a:xfrm>
            <a:off x="720000" y="444960"/>
            <a:ext cx="7703640" cy="5724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t">
            <a:noAutofit/>
          </a:bodyPr>
          <a:p>
            <a:pPr indent="0">
              <a:buNone/>
            </a:pPr>
            <a:r>
              <a:rPr b="0" lang="fr-FR" sz="3500" strike="noStrike" u="none">
                <a:solidFill>
                  <a:schemeClr val="dk1"/>
                </a:solidFill>
                <a:effectLst/>
                <a:uFillTx/>
                <a:latin typeface="Arial"/>
              </a:rPr>
              <a:t>Click to edit the title text format</a:t>
            </a:r>
            <a:endParaRPr b="0" lang="fr-FR" sz="3500" strike="noStrike" u="non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grpSp>
        <p:nvGrpSpPr>
          <p:cNvPr id="85" name="Google Shape;268;p16"/>
          <p:cNvGrpSpPr/>
          <p:nvPr/>
        </p:nvGrpSpPr>
        <p:grpSpPr>
          <a:xfrm>
            <a:off x="-1287720" y="1926000"/>
            <a:ext cx="2138040" cy="2137680"/>
            <a:chOff x="-1287720" y="1926000"/>
            <a:chExt cx="2138040" cy="2137680"/>
          </a:xfrm>
        </p:grpSpPr>
        <p:sp>
          <p:nvSpPr>
            <p:cNvPr id="86" name="Google Shape;269;p16"/>
            <p:cNvSpPr/>
            <p:nvPr/>
          </p:nvSpPr>
          <p:spPr>
            <a:xfrm>
              <a:off x="-1287720" y="2945880"/>
              <a:ext cx="975240" cy="97920"/>
            </a:xfrm>
            <a:custGeom>
              <a:avLst/>
              <a:gdLst>
                <a:gd name="textAreaLeft" fmla="*/ 0 w 975240"/>
                <a:gd name="textAreaRight" fmla="*/ 975600 w 975240"/>
                <a:gd name="textAreaTop" fmla="*/ 0 h 97920"/>
                <a:gd name="textAreaBottom" fmla="*/ 98280 h 97920"/>
              </a:gdLst>
              <a:ahLst/>
              <a:cxnLst/>
              <a:rect l="textAreaLeft" t="textAreaTop" r="textAreaRight" b="textAreaBottom"/>
              <a:pathLst>
                <a:path w="1575723" h="158763">
                  <a:moveTo>
                    <a:pt x="1099444" y="158764"/>
                  </a:moveTo>
                  <a:cubicBezTo>
                    <a:pt x="888806" y="158764"/>
                    <a:pt x="617539" y="138137"/>
                    <a:pt x="266891" y="111886"/>
                  </a:cubicBezTo>
                  <a:cubicBezTo>
                    <a:pt x="186262" y="105635"/>
                    <a:pt x="101881" y="99385"/>
                    <a:pt x="12501" y="93135"/>
                  </a:cubicBezTo>
                  <a:cubicBezTo>
                    <a:pt x="5000" y="92510"/>
                    <a:pt x="0" y="86884"/>
                    <a:pt x="0" y="79384"/>
                  </a:cubicBezTo>
                  <a:cubicBezTo>
                    <a:pt x="0" y="71883"/>
                    <a:pt x="5000" y="66258"/>
                    <a:pt x="12501" y="65633"/>
                  </a:cubicBezTo>
                  <a:cubicBezTo>
                    <a:pt x="101256" y="59382"/>
                    <a:pt x="186262" y="52507"/>
                    <a:pt x="266891" y="46882"/>
                  </a:cubicBezTo>
                  <a:cubicBezTo>
                    <a:pt x="961936" y="-5622"/>
                    <a:pt x="1344459" y="-34374"/>
                    <a:pt x="1562598" y="73133"/>
                  </a:cubicBezTo>
                  <a:lnTo>
                    <a:pt x="1575724" y="79384"/>
                  </a:lnTo>
                  <a:lnTo>
                    <a:pt x="1562598" y="85634"/>
                  </a:lnTo>
                  <a:cubicBezTo>
                    <a:pt x="1454466" y="138762"/>
                    <a:pt x="1306332" y="158764"/>
                    <a:pt x="1099444" y="158764"/>
                  </a:cubicBezTo>
                  <a:close/>
                  <a:moveTo>
                    <a:pt x="23751" y="79384"/>
                  </a:moveTo>
                  <a:cubicBezTo>
                    <a:pt x="108757" y="85634"/>
                    <a:pt x="190012" y="91884"/>
                    <a:pt x="268142" y="97510"/>
                  </a:cubicBezTo>
                  <a:cubicBezTo>
                    <a:pt x="946310" y="148763"/>
                    <a:pt x="1326333" y="177515"/>
                    <a:pt x="1543222" y="79384"/>
                  </a:cubicBezTo>
                  <a:cubicBezTo>
                    <a:pt x="1326333" y="-18748"/>
                    <a:pt x="946935" y="10004"/>
                    <a:pt x="268767" y="61258"/>
                  </a:cubicBezTo>
                  <a:cubicBezTo>
                    <a:pt x="190637" y="66883"/>
                    <a:pt x="109382" y="73133"/>
                    <a:pt x="23751" y="79384"/>
                  </a:cubicBezTo>
                  <a:close/>
                </a:path>
              </a:pathLst>
            </a:custGeom>
            <a:solidFill>
              <a:schemeClr val="dk1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87" name="Google Shape;270;p16"/>
            <p:cNvSpPr/>
            <p:nvPr/>
          </p:nvSpPr>
          <p:spPr>
            <a:xfrm>
              <a:off x="-267840" y="1926000"/>
              <a:ext cx="97920" cy="975240"/>
            </a:xfrm>
            <a:custGeom>
              <a:avLst/>
              <a:gdLst>
                <a:gd name="textAreaLeft" fmla="*/ 0 w 97920"/>
                <a:gd name="textAreaRight" fmla="*/ 98280 w 97920"/>
                <a:gd name="textAreaTop" fmla="*/ 0 h 975240"/>
                <a:gd name="textAreaBottom" fmla="*/ 975600 h 975240"/>
              </a:gdLst>
              <a:ahLst/>
              <a:cxnLst/>
              <a:rect l="textAreaLeft" t="textAreaTop" r="textAreaRight" b="textAreaBottom"/>
              <a:pathLst>
                <a:path w="158767" h="1575723">
                  <a:moveTo>
                    <a:pt x="79383" y="1575724"/>
                  </a:moveTo>
                  <a:lnTo>
                    <a:pt x="73133" y="1562598"/>
                  </a:lnTo>
                  <a:cubicBezTo>
                    <a:pt x="-34373" y="1344459"/>
                    <a:pt x="-5622" y="961935"/>
                    <a:pt x="46882" y="266892"/>
                  </a:cubicBezTo>
                  <a:cubicBezTo>
                    <a:pt x="53132" y="186262"/>
                    <a:pt x="59382" y="101256"/>
                    <a:pt x="65633" y="12501"/>
                  </a:cubicBezTo>
                  <a:lnTo>
                    <a:pt x="65633" y="12501"/>
                  </a:lnTo>
                  <a:cubicBezTo>
                    <a:pt x="66258" y="5000"/>
                    <a:pt x="71883" y="0"/>
                    <a:pt x="79383" y="0"/>
                  </a:cubicBezTo>
                  <a:cubicBezTo>
                    <a:pt x="79383" y="0"/>
                    <a:pt x="79383" y="0"/>
                    <a:pt x="79383" y="0"/>
                  </a:cubicBezTo>
                  <a:cubicBezTo>
                    <a:pt x="86884" y="0"/>
                    <a:pt x="92509" y="5000"/>
                    <a:pt x="93135" y="12501"/>
                  </a:cubicBezTo>
                  <a:cubicBezTo>
                    <a:pt x="99385" y="101881"/>
                    <a:pt x="106260" y="186262"/>
                    <a:pt x="111886" y="266892"/>
                  </a:cubicBezTo>
                  <a:cubicBezTo>
                    <a:pt x="164389" y="961935"/>
                    <a:pt x="193141" y="1344459"/>
                    <a:pt x="85634" y="1561973"/>
                  </a:cubicBezTo>
                  <a:lnTo>
                    <a:pt x="79383" y="1575724"/>
                  </a:lnTo>
                  <a:close/>
                  <a:moveTo>
                    <a:pt x="79383" y="24377"/>
                  </a:moveTo>
                  <a:cubicBezTo>
                    <a:pt x="73133" y="110007"/>
                    <a:pt x="66883" y="191262"/>
                    <a:pt x="61257" y="268767"/>
                  </a:cubicBezTo>
                  <a:cubicBezTo>
                    <a:pt x="10004" y="946934"/>
                    <a:pt x="-18747" y="1326333"/>
                    <a:pt x="79383" y="1543222"/>
                  </a:cubicBezTo>
                  <a:cubicBezTo>
                    <a:pt x="177515" y="1326333"/>
                    <a:pt x="148763" y="946934"/>
                    <a:pt x="97510" y="268767"/>
                  </a:cubicBezTo>
                  <a:cubicBezTo>
                    <a:pt x="91884" y="191262"/>
                    <a:pt x="85634" y="109382"/>
                    <a:pt x="79383" y="24377"/>
                  </a:cubicBezTo>
                  <a:close/>
                </a:path>
              </a:pathLst>
            </a:custGeom>
            <a:solidFill>
              <a:schemeClr val="dk1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88" name="Google Shape;271;p16"/>
            <p:cNvSpPr/>
            <p:nvPr/>
          </p:nvSpPr>
          <p:spPr>
            <a:xfrm>
              <a:off x="-267840" y="3088440"/>
              <a:ext cx="97920" cy="975240"/>
            </a:xfrm>
            <a:custGeom>
              <a:avLst/>
              <a:gdLst>
                <a:gd name="textAreaLeft" fmla="*/ 0 w 97920"/>
                <a:gd name="textAreaRight" fmla="*/ 98280 w 97920"/>
                <a:gd name="textAreaTop" fmla="*/ 0 h 975240"/>
                <a:gd name="textAreaBottom" fmla="*/ 975600 h 975240"/>
              </a:gdLst>
              <a:ahLst/>
              <a:cxnLst/>
              <a:rect l="textAreaLeft" t="textAreaTop" r="textAreaRight" b="textAreaBottom"/>
              <a:pathLst>
                <a:path w="158767" h="1575724">
                  <a:moveTo>
                    <a:pt x="79383" y="1575724"/>
                  </a:moveTo>
                  <a:cubicBezTo>
                    <a:pt x="71883" y="1575724"/>
                    <a:pt x="66258" y="1570724"/>
                    <a:pt x="65633" y="1563223"/>
                  </a:cubicBezTo>
                  <a:cubicBezTo>
                    <a:pt x="59382" y="1474468"/>
                    <a:pt x="52507" y="1389462"/>
                    <a:pt x="46882" y="1308832"/>
                  </a:cubicBezTo>
                  <a:cubicBezTo>
                    <a:pt x="-5622" y="613788"/>
                    <a:pt x="-34373" y="231265"/>
                    <a:pt x="73133" y="13126"/>
                  </a:cubicBezTo>
                  <a:lnTo>
                    <a:pt x="79383" y="0"/>
                  </a:lnTo>
                  <a:lnTo>
                    <a:pt x="85634" y="13126"/>
                  </a:lnTo>
                  <a:cubicBezTo>
                    <a:pt x="193141" y="231265"/>
                    <a:pt x="164389" y="613788"/>
                    <a:pt x="111886" y="1308207"/>
                  </a:cubicBezTo>
                  <a:cubicBezTo>
                    <a:pt x="105636" y="1388837"/>
                    <a:pt x="99385" y="1473843"/>
                    <a:pt x="93135" y="1563223"/>
                  </a:cubicBezTo>
                  <a:cubicBezTo>
                    <a:pt x="92509" y="1570724"/>
                    <a:pt x="86884" y="1575724"/>
                    <a:pt x="79383" y="1575724"/>
                  </a:cubicBezTo>
                  <a:cubicBezTo>
                    <a:pt x="79383" y="1575724"/>
                    <a:pt x="79383" y="1575724"/>
                    <a:pt x="79383" y="1575724"/>
                  </a:cubicBezTo>
                  <a:close/>
                  <a:moveTo>
                    <a:pt x="79383" y="33127"/>
                  </a:moveTo>
                  <a:cubicBezTo>
                    <a:pt x="-18747" y="250016"/>
                    <a:pt x="10004" y="630040"/>
                    <a:pt x="61257" y="1307582"/>
                  </a:cubicBezTo>
                  <a:cubicBezTo>
                    <a:pt x="66883" y="1385087"/>
                    <a:pt x="73133" y="1466342"/>
                    <a:pt x="79383" y="1551973"/>
                  </a:cubicBezTo>
                  <a:cubicBezTo>
                    <a:pt x="85634" y="1466342"/>
                    <a:pt x="91884" y="1385087"/>
                    <a:pt x="97510" y="1307582"/>
                  </a:cubicBezTo>
                  <a:cubicBezTo>
                    <a:pt x="148763" y="629414"/>
                    <a:pt x="177515" y="250016"/>
                    <a:pt x="79383" y="33127"/>
                  </a:cubicBezTo>
                  <a:close/>
                </a:path>
              </a:pathLst>
            </a:custGeom>
            <a:solidFill>
              <a:schemeClr val="dk1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89" name="Google Shape;272;p16"/>
            <p:cNvSpPr/>
            <p:nvPr/>
          </p:nvSpPr>
          <p:spPr>
            <a:xfrm>
              <a:off x="-124920" y="2945880"/>
              <a:ext cx="975240" cy="97920"/>
            </a:xfrm>
            <a:custGeom>
              <a:avLst/>
              <a:gdLst>
                <a:gd name="textAreaLeft" fmla="*/ 0 w 975240"/>
                <a:gd name="textAreaRight" fmla="*/ 975600 w 975240"/>
                <a:gd name="textAreaTop" fmla="*/ 0 h 97920"/>
                <a:gd name="textAreaBottom" fmla="*/ 98280 h 97920"/>
              </a:gdLst>
              <a:ahLst/>
              <a:cxnLst/>
              <a:rect l="textAreaLeft" t="textAreaTop" r="textAreaRight" b="textAreaBottom"/>
              <a:pathLst>
                <a:path w="1575723" h="158763">
                  <a:moveTo>
                    <a:pt x="476280" y="158764"/>
                  </a:moveTo>
                  <a:cubicBezTo>
                    <a:pt x="269392" y="158764"/>
                    <a:pt x="120632" y="138762"/>
                    <a:pt x="13126" y="85634"/>
                  </a:cubicBezTo>
                  <a:lnTo>
                    <a:pt x="0" y="79384"/>
                  </a:lnTo>
                  <a:lnTo>
                    <a:pt x="13126" y="73133"/>
                  </a:lnTo>
                  <a:cubicBezTo>
                    <a:pt x="231265" y="-34374"/>
                    <a:pt x="613788" y="-5622"/>
                    <a:pt x="1308832" y="46882"/>
                  </a:cubicBezTo>
                  <a:cubicBezTo>
                    <a:pt x="1389462" y="53132"/>
                    <a:pt x="1474467" y="59382"/>
                    <a:pt x="1563223" y="65633"/>
                  </a:cubicBezTo>
                  <a:cubicBezTo>
                    <a:pt x="1570723" y="66258"/>
                    <a:pt x="1575724" y="71883"/>
                    <a:pt x="1575724" y="79384"/>
                  </a:cubicBezTo>
                  <a:cubicBezTo>
                    <a:pt x="1575724" y="86884"/>
                    <a:pt x="1570723" y="92510"/>
                    <a:pt x="1563223" y="93135"/>
                  </a:cubicBezTo>
                  <a:cubicBezTo>
                    <a:pt x="1474467" y="99385"/>
                    <a:pt x="1389462" y="106260"/>
                    <a:pt x="1308832" y="111886"/>
                  </a:cubicBezTo>
                  <a:cubicBezTo>
                    <a:pt x="958185" y="138137"/>
                    <a:pt x="686918" y="158764"/>
                    <a:pt x="476280" y="158764"/>
                  </a:cubicBezTo>
                  <a:close/>
                  <a:moveTo>
                    <a:pt x="33127" y="79384"/>
                  </a:moveTo>
                  <a:cubicBezTo>
                    <a:pt x="250016" y="177515"/>
                    <a:pt x="630039" y="148763"/>
                    <a:pt x="1308207" y="97510"/>
                  </a:cubicBezTo>
                  <a:cubicBezTo>
                    <a:pt x="1385712" y="91884"/>
                    <a:pt x="1466967" y="85634"/>
                    <a:pt x="1552597" y="79384"/>
                  </a:cubicBezTo>
                  <a:cubicBezTo>
                    <a:pt x="1466967" y="73133"/>
                    <a:pt x="1385712" y="66883"/>
                    <a:pt x="1308207" y="61258"/>
                  </a:cubicBezTo>
                  <a:cubicBezTo>
                    <a:pt x="629414" y="10004"/>
                    <a:pt x="249390" y="-18748"/>
                    <a:pt x="33127" y="79384"/>
                  </a:cubicBezTo>
                  <a:close/>
                </a:path>
              </a:pathLst>
            </a:custGeom>
            <a:solidFill>
              <a:schemeClr val="dk1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90" name="Google Shape;273;p16"/>
            <p:cNvSpPr/>
            <p:nvPr/>
          </p:nvSpPr>
          <p:spPr>
            <a:xfrm>
              <a:off x="-977040" y="3061800"/>
              <a:ext cx="691920" cy="691560"/>
            </a:xfrm>
            <a:custGeom>
              <a:avLst/>
              <a:gdLst>
                <a:gd name="textAreaLeft" fmla="*/ 0 w 691920"/>
                <a:gd name="textAreaRight" fmla="*/ 692280 w 691920"/>
                <a:gd name="textAreaTop" fmla="*/ 0 h 691560"/>
                <a:gd name="textAreaBottom" fmla="*/ 691920 h 691560"/>
              </a:gdLst>
              <a:ahLst/>
              <a:cxnLst/>
              <a:rect l="textAreaLeft" t="textAreaTop" r="textAreaRight" b="textAreaBottom"/>
              <a:pathLst>
                <a:path w="1117897" h="1117570">
                  <a:moveTo>
                    <a:pt x="13453" y="1117570"/>
                  </a:moveTo>
                  <a:cubicBezTo>
                    <a:pt x="10328" y="1117570"/>
                    <a:pt x="6578" y="1116320"/>
                    <a:pt x="4077" y="1113195"/>
                  </a:cubicBezTo>
                  <a:cubicBezTo>
                    <a:pt x="-923" y="1108195"/>
                    <a:pt x="-1548" y="1100069"/>
                    <a:pt x="3452" y="1095069"/>
                  </a:cubicBezTo>
                  <a:cubicBezTo>
                    <a:pt x="61581" y="1027565"/>
                    <a:pt x="117210" y="963185"/>
                    <a:pt x="169713" y="901932"/>
                  </a:cubicBezTo>
                  <a:cubicBezTo>
                    <a:pt x="624116" y="373773"/>
                    <a:pt x="874132" y="82505"/>
                    <a:pt x="1104147" y="4375"/>
                  </a:cubicBezTo>
                  <a:lnTo>
                    <a:pt x="1117897" y="0"/>
                  </a:lnTo>
                  <a:lnTo>
                    <a:pt x="1113522" y="13751"/>
                  </a:lnTo>
                  <a:cubicBezTo>
                    <a:pt x="1035392" y="243765"/>
                    <a:pt x="744124" y="493781"/>
                    <a:pt x="215966" y="948184"/>
                  </a:cubicBezTo>
                  <a:cubicBezTo>
                    <a:pt x="154712" y="1000688"/>
                    <a:pt x="90333" y="1056316"/>
                    <a:pt x="22204" y="1115070"/>
                  </a:cubicBezTo>
                  <a:lnTo>
                    <a:pt x="22204" y="1115070"/>
                  </a:lnTo>
                  <a:cubicBezTo>
                    <a:pt x="19703" y="1116320"/>
                    <a:pt x="16578" y="1117570"/>
                    <a:pt x="13453" y="1117570"/>
                  </a:cubicBezTo>
                  <a:close/>
                  <a:moveTo>
                    <a:pt x="1094771" y="22501"/>
                  </a:moveTo>
                  <a:cubicBezTo>
                    <a:pt x="872257" y="106257"/>
                    <a:pt x="624116" y="395025"/>
                    <a:pt x="180963" y="910682"/>
                  </a:cubicBezTo>
                  <a:cubicBezTo>
                    <a:pt x="130335" y="970061"/>
                    <a:pt x="77207" y="1031940"/>
                    <a:pt x="20953" y="1096319"/>
                  </a:cubicBezTo>
                  <a:cubicBezTo>
                    <a:pt x="85958" y="1040065"/>
                    <a:pt x="147836" y="986937"/>
                    <a:pt x="206590" y="936309"/>
                  </a:cubicBezTo>
                  <a:cubicBezTo>
                    <a:pt x="722247" y="493156"/>
                    <a:pt x="1011016" y="245015"/>
                    <a:pt x="1094771" y="22501"/>
                  </a:cubicBezTo>
                  <a:close/>
                </a:path>
              </a:pathLst>
            </a:custGeom>
            <a:solidFill>
              <a:schemeClr val="dk1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91" name="Google Shape;274;p16"/>
            <p:cNvSpPr/>
            <p:nvPr/>
          </p:nvSpPr>
          <p:spPr>
            <a:xfrm>
              <a:off x="-151920" y="3061800"/>
              <a:ext cx="691920" cy="691560"/>
            </a:xfrm>
            <a:custGeom>
              <a:avLst/>
              <a:gdLst>
                <a:gd name="textAreaLeft" fmla="*/ 0 w 691920"/>
                <a:gd name="textAreaRight" fmla="*/ 692280 w 691920"/>
                <a:gd name="textAreaTop" fmla="*/ 0 h 691560"/>
                <a:gd name="textAreaBottom" fmla="*/ 691920 h 691560"/>
              </a:gdLst>
              <a:ahLst/>
              <a:cxnLst/>
              <a:rect l="textAreaLeft" t="textAreaTop" r="textAreaRight" b="textAreaBottom"/>
              <a:pathLst>
                <a:path w="1117897" h="1117570">
                  <a:moveTo>
                    <a:pt x="1103819" y="1117570"/>
                  </a:moveTo>
                  <a:cubicBezTo>
                    <a:pt x="1100694" y="1117570"/>
                    <a:pt x="1097569" y="1116320"/>
                    <a:pt x="1095069" y="1114445"/>
                  </a:cubicBezTo>
                  <a:cubicBezTo>
                    <a:pt x="1027564" y="1056316"/>
                    <a:pt x="963185" y="1000688"/>
                    <a:pt x="901931" y="948184"/>
                  </a:cubicBezTo>
                  <a:cubicBezTo>
                    <a:pt x="373148" y="493781"/>
                    <a:pt x="82505" y="243765"/>
                    <a:pt x="4375" y="13751"/>
                  </a:cubicBezTo>
                  <a:lnTo>
                    <a:pt x="0" y="0"/>
                  </a:lnTo>
                  <a:lnTo>
                    <a:pt x="13751" y="4375"/>
                  </a:lnTo>
                  <a:cubicBezTo>
                    <a:pt x="243765" y="82505"/>
                    <a:pt x="493781" y="373773"/>
                    <a:pt x="948184" y="901932"/>
                  </a:cubicBezTo>
                  <a:cubicBezTo>
                    <a:pt x="1000688" y="963185"/>
                    <a:pt x="1056316" y="1027565"/>
                    <a:pt x="1114445" y="1095069"/>
                  </a:cubicBezTo>
                  <a:lnTo>
                    <a:pt x="1114445" y="1095069"/>
                  </a:lnTo>
                  <a:cubicBezTo>
                    <a:pt x="1119445" y="1100694"/>
                    <a:pt x="1118820" y="1108195"/>
                    <a:pt x="1113820" y="1113820"/>
                  </a:cubicBezTo>
                  <a:cubicBezTo>
                    <a:pt x="1110695" y="1116320"/>
                    <a:pt x="1107569" y="1117570"/>
                    <a:pt x="1103819" y="1117570"/>
                  </a:cubicBezTo>
                  <a:close/>
                  <a:moveTo>
                    <a:pt x="22501" y="22501"/>
                  </a:moveTo>
                  <a:cubicBezTo>
                    <a:pt x="106257" y="245015"/>
                    <a:pt x="395025" y="493156"/>
                    <a:pt x="910682" y="936934"/>
                  </a:cubicBezTo>
                  <a:cubicBezTo>
                    <a:pt x="969436" y="987562"/>
                    <a:pt x="1031940" y="1040690"/>
                    <a:pt x="1096318" y="1096944"/>
                  </a:cubicBezTo>
                  <a:cubicBezTo>
                    <a:pt x="1040690" y="1031940"/>
                    <a:pt x="986936" y="970061"/>
                    <a:pt x="936308" y="911307"/>
                  </a:cubicBezTo>
                  <a:cubicBezTo>
                    <a:pt x="493781" y="395025"/>
                    <a:pt x="245640" y="106257"/>
                    <a:pt x="22501" y="22501"/>
                  </a:cubicBezTo>
                  <a:close/>
                </a:path>
              </a:pathLst>
            </a:custGeom>
            <a:solidFill>
              <a:schemeClr val="dk1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92" name="Google Shape;275;p16"/>
            <p:cNvSpPr/>
            <p:nvPr/>
          </p:nvSpPr>
          <p:spPr>
            <a:xfrm>
              <a:off x="-152280" y="2236320"/>
              <a:ext cx="691920" cy="692280"/>
            </a:xfrm>
            <a:custGeom>
              <a:avLst/>
              <a:gdLst>
                <a:gd name="textAreaLeft" fmla="*/ 0 w 691920"/>
                <a:gd name="textAreaRight" fmla="*/ 692280 w 691920"/>
                <a:gd name="textAreaTop" fmla="*/ 0 h 692280"/>
                <a:gd name="textAreaBottom" fmla="*/ 692640 h 692280"/>
              </a:gdLst>
              <a:ahLst/>
              <a:cxnLst/>
              <a:rect l="textAreaLeft" t="textAreaTop" r="textAreaRight" b="textAreaBottom"/>
              <a:pathLst>
                <a:path w="1117897" h="1118522">
                  <a:moveTo>
                    <a:pt x="0" y="1118522"/>
                  </a:moveTo>
                  <a:lnTo>
                    <a:pt x="4376" y="1104772"/>
                  </a:lnTo>
                  <a:cubicBezTo>
                    <a:pt x="82506" y="874757"/>
                    <a:pt x="373774" y="624741"/>
                    <a:pt x="901932" y="170338"/>
                  </a:cubicBezTo>
                  <a:cubicBezTo>
                    <a:pt x="963186" y="117835"/>
                    <a:pt x="1027565" y="62206"/>
                    <a:pt x="1095694" y="3452"/>
                  </a:cubicBezTo>
                  <a:cubicBezTo>
                    <a:pt x="1101320" y="-1548"/>
                    <a:pt x="1108820" y="-923"/>
                    <a:pt x="1113821" y="4077"/>
                  </a:cubicBezTo>
                  <a:cubicBezTo>
                    <a:pt x="1118820" y="9078"/>
                    <a:pt x="1119446" y="17203"/>
                    <a:pt x="1114445" y="22204"/>
                  </a:cubicBezTo>
                  <a:lnTo>
                    <a:pt x="1114445" y="22204"/>
                  </a:lnTo>
                  <a:cubicBezTo>
                    <a:pt x="1056316" y="89708"/>
                    <a:pt x="1000689" y="154087"/>
                    <a:pt x="948185" y="215341"/>
                  </a:cubicBezTo>
                  <a:cubicBezTo>
                    <a:pt x="493781" y="743499"/>
                    <a:pt x="243765" y="1034767"/>
                    <a:pt x="13751" y="1112897"/>
                  </a:cubicBezTo>
                  <a:lnTo>
                    <a:pt x="0" y="1118522"/>
                  </a:lnTo>
                  <a:close/>
                  <a:moveTo>
                    <a:pt x="1103820" y="13453"/>
                  </a:moveTo>
                  <a:cubicBezTo>
                    <a:pt x="1036940" y="72832"/>
                    <a:pt x="972562" y="128460"/>
                    <a:pt x="911308" y="180963"/>
                  </a:cubicBezTo>
                  <a:cubicBezTo>
                    <a:pt x="395650" y="624116"/>
                    <a:pt x="106882" y="872257"/>
                    <a:pt x="23127" y="1094771"/>
                  </a:cubicBezTo>
                  <a:cubicBezTo>
                    <a:pt x="245641" y="1011016"/>
                    <a:pt x="493781" y="722248"/>
                    <a:pt x="937559" y="206590"/>
                  </a:cubicBezTo>
                  <a:cubicBezTo>
                    <a:pt x="990062" y="145336"/>
                    <a:pt x="1045691" y="80957"/>
                    <a:pt x="1103820" y="13453"/>
                  </a:cubicBezTo>
                  <a:lnTo>
                    <a:pt x="1109445" y="18453"/>
                  </a:lnTo>
                  <a:lnTo>
                    <a:pt x="1103820" y="13453"/>
                  </a:lnTo>
                  <a:lnTo>
                    <a:pt x="1109445" y="18453"/>
                  </a:lnTo>
                  <a:lnTo>
                    <a:pt x="1103820" y="13453"/>
                  </a:lnTo>
                  <a:close/>
                </a:path>
              </a:pathLst>
            </a:custGeom>
            <a:solidFill>
              <a:schemeClr val="dk1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93" name="Google Shape;276;p16"/>
            <p:cNvSpPr/>
            <p:nvPr/>
          </p:nvSpPr>
          <p:spPr>
            <a:xfrm>
              <a:off x="-977040" y="2236680"/>
              <a:ext cx="692280" cy="691920"/>
            </a:xfrm>
            <a:custGeom>
              <a:avLst/>
              <a:gdLst>
                <a:gd name="textAreaLeft" fmla="*/ 0 w 692280"/>
                <a:gd name="textAreaRight" fmla="*/ 692640 w 692280"/>
                <a:gd name="textAreaTop" fmla="*/ 0 h 691920"/>
                <a:gd name="textAreaBottom" fmla="*/ 692280 h 691920"/>
              </a:gdLst>
              <a:ahLst/>
              <a:cxnLst/>
              <a:rect l="textAreaLeft" t="textAreaTop" r="textAreaRight" b="textAreaBottom"/>
              <a:pathLst>
                <a:path w="1118522" h="1117897">
                  <a:moveTo>
                    <a:pt x="1118522" y="1117897"/>
                  </a:moveTo>
                  <a:lnTo>
                    <a:pt x="1104772" y="1113522"/>
                  </a:lnTo>
                  <a:cubicBezTo>
                    <a:pt x="874757" y="1035392"/>
                    <a:pt x="624741" y="744124"/>
                    <a:pt x="170338" y="215966"/>
                  </a:cubicBezTo>
                  <a:cubicBezTo>
                    <a:pt x="117834" y="154712"/>
                    <a:pt x="62206" y="90333"/>
                    <a:pt x="3452" y="22204"/>
                  </a:cubicBezTo>
                  <a:lnTo>
                    <a:pt x="3452" y="22204"/>
                  </a:lnTo>
                  <a:cubicBezTo>
                    <a:pt x="-1548" y="16578"/>
                    <a:pt x="-923" y="9078"/>
                    <a:pt x="4077" y="4077"/>
                  </a:cubicBezTo>
                  <a:cubicBezTo>
                    <a:pt x="9077" y="-923"/>
                    <a:pt x="17203" y="-1548"/>
                    <a:pt x="22828" y="3452"/>
                  </a:cubicBezTo>
                  <a:cubicBezTo>
                    <a:pt x="90333" y="61581"/>
                    <a:pt x="154712" y="117209"/>
                    <a:pt x="216591" y="170338"/>
                  </a:cubicBezTo>
                  <a:cubicBezTo>
                    <a:pt x="744749" y="624741"/>
                    <a:pt x="1036017" y="874757"/>
                    <a:pt x="1114147" y="1104771"/>
                  </a:cubicBezTo>
                  <a:lnTo>
                    <a:pt x="1118522" y="1117897"/>
                  </a:lnTo>
                  <a:close/>
                  <a:moveTo>
                    <a:pt x="20953" y="20953"/>
                  </a:moveTo>
                  <a:cubicBezTo>
                    <a:pt x="77207" y="85958"/>
                    <a:pt x="130335" y="147836"/>
                    <a:pt x="180963" y="206590"/>
                  </a:cubicBezTo>
                  <a:cubicBezTo>
                    <a:pt x="624116" y="722248"/>
                    <a:pt x="872257" y="1011016"/>
                    <a:pt x="1094771" y="1094771"/>
                  </a:cubicBezTo>
                  <a:cubicBezTo>
                    <a:pt x="1011016" y="872257"/>
                    <a:pt x="722247" y="624116"/>
                    <a:pt x="206590" y="180963"/>
                  </a:cubicBezTo>
                  <a:cubicBezTo>
                    <a:pt x="147836" y="129710"/>
                    <a:pt x="85958" y="76582"/>
                    <a:pt x="20953" y="20953"/>
                  </a:cubicBezTo>
                  <a:close/>
                </a:path>
              </a:pathLst>
            </a:custGeom>
            <a:solidFill>
              <a:schemeClr val="dk1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94" name="Google Shape;277;p16"/>
            <p:cNvSpPr/>
            <p:nvPr/>
          </p:nvSpPr>
          <p:spPr>
            <a:xfrm>
              <a:off x="-1157760" y="2625480"/>
              <a:ext cx="857520" cy="339480"/>
            </a:xfrm>
            <a:custGeom>
              <a:avLst/>
              <a:gdLst>
                <a:gd name="textAreaLeft" fmla="*/ 0 w 857520"/>
                <a:gd name="textAreaRight" fmla="*/ 857880 w 857520"/>
                <a:gd name="textAreaTop" fmla="*/ 0 h 339480"/>
                <a:gd name="textAreaBottom" fmla="*/ 339840 h 339480"/>
              </a:gdLst>
              <a:ahLst/>
              <a:cxnLst/>
              <a:rect l="textAreaLeft" t="textAreaTop" r="textAreaRight" b="textAreaBottom"/>
              <a:pathLst>
                <a:path w="1385324" h="548695">
                  <a:moveTo>
                    <a:pt x="1330322" y="548695"/>
                  </a:moveTo>
                  <a:cubicBezTo>
                    <a:pt x="1104057" y="548695"/>
                    <a:pt x="782787" y="394936"/>
                    <a:pt x="224627" y="128669"/>
                  </a:cubicBezTo>
                  <a:cubicBezTo>
                    <a:pt x="155873" y="96167"/>
                    <a:pt x="83993" y="61165"/>
                    <a:pt x="7739" y="25538"/>
                  </a:cubicBezTo>
                  <a:cubicBezTo>
                    <a:pt x="1488" y="22412"/>
                    <a:pt x="-1637" y="15537"/>
                    <a:pt x="863" y="8661"/>
                  </a:cubicBezTo>
                  <a:cubicBezTo>
                    <a:pt x="3363" y="1786"/>
                    <a:pt x="10239" y="-1339"/>
                    <a:pt x="17114" y="536"/>
                  </a:cubicBezTo>
                  <a:cubicBezTo>
                    <a:pt x="97119" y="24912"/>
                    <a:pt x="173999" y="48664"/>
                    <a:pt x="247129" y="70540"/>
                  </a:cubicBezTo>
                  <a:cubicBezTo>
                    <a:pt x="874668" y="261177"/>
                    <a:pt x="1220940" y="366184"/>
                    <a:pt x="1375325" y="534945"/>
                  </a:cubicBezTo>
                  <a:lnTo>
                    <a:pt x="1385325" y="545570"/>
                  </a:lnTo>
                  <a:lnTo>
                    <a:pt x="1370950" y="546820"/>
                  </a:lnTo>
                  <a:cubicBezTo>
                    <a:pt x="1357823" y="548070"/>
                    <a:pt x="1344073" y="548695"/>
                    <a:pt x="1330322" y="548695"/>
                  </a:cubicBezTo>
                  <a:close/>
                  <a:moveTo>
                    <a:pt x="27740" y="18662"/>
                  </a:moveTo>
                  <a:cubicBezTo>
                    <a:pt x="98369" y="52414"/>
                    <a:pt x="165873" y="84291"/>
                    <a:pt x="230878" y="115543"/>
                  </a:cubicBezTo>
                  <a:cubicBezTo>
                    <a:pt x="807789" y="391185"/>
                    <a:pt x="1131559" y="545570"/>
                    <a:pt x="1354698" y="533694"/>
                  </a:cubicBezTo>
                  <a:cubicBezTo>
                    <a:pt x="1197813" y="374309"/>
                    <a:pt x="854666" y="269928"/>
                    <a:pt x="243379" y="84291"/>
                  </a:cubicBezTo>
                  <a:cubicBezTo>
                    <a:pt x="174624" y="63665"/>
                    <a:pt x="102745" y="41788"/>
                    <a:pt x="27740" y="18662"/>
                  </a:cubicBezTo>
                  <a:close/>
                  <a:moveTo>
                    <a:pt x="13989" y="12412"/>
                  </a:moveTo>
                  <a:lnTo>
                    <a:pt x="10864" y="18662"/>
                  </a:lnTo>
                  <a:lnTo>
                    <a:pt x="13989" y="12412"/>
                  </a:lnTo>
                  <a:close/>
                </a:path>
              </a:pathLst>
            </a:custGeom>
            <a:solidFill>
              <a:schemeClr val="dk1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95" name="Google Shape;278;p16"/>
            <p:cNvSpPr/>
            <p:nvPr/>
          </p:nvSpPr>
          <p:spPr>
            <a:xfrm>
              <a:off x="-188640" y="2055960"/>
              <a:ext cx="339120" cy="857160"/>
            </a:xfrm>
            <a:custGeom>
              <a:avLst/>
              <a:gdLst>
                <a:gd name="textAreaLeft" fmla="*/ 0 w 339120"/>
                <a:gd name="textAreaRight" fmla="*/ 339480 w 339120"/>
                <a:gd name="textAreaTop" fmla="*/ 0 h 857160"/>
                <a:gd name="textAreaBottom" fmla="*/ 857520 h 857160"/>
              </a:gdLst>
              <a:ahLst/>
              <a:cxnLst/>
              <a:rect l="textAreaLeft" t="textAreaTop" r="textAreaRight" b="textAreaBottom"/>
              <a:pathLst>
                <a:path w="548537" h="1384699">
                  <a:moveTo>
                    <a:pt x="2968" y="1384700"/>
                  </a:moveTo>
                  <a:lnTo>
                    <a:pt x="1717" y="1370324"/>
                  </a:lnTo>
                  <a:cubicBezTo>
                    <a:pt x="-18284" y="1142185"/>
                    <a:pt x="137351" y="816539"/>
                    <a:pt x="419869" y="224627"/>
                  </a:cubicBezTo>
                  <a:cubicBezTo>
                    <a:pt x="452996" y="155873"/>
                    <a:pt x="487373" y="83368"/>
                    <a:pt x="523000" y="7739"/>
                  </a:cubicBezTo>
                  <a:lnTo>
                    <a:pt x="523000" y="7739"/>
                  </a:lnTo>
                  <a:cubicBezTo>
                    <a:pt x="526125" y="1488"/>
                    <a:pt x="533001" y="-1637"/>
                    <a:pt x="539876" y="863"/>
                  </a:cubicBezTo>
                  <a:cubicBezTo>
                    <a:pt x="546752" y="3363"/>
                    <a:pt x="549877" y="10239"/>
                    <a:pt x="548002" y="17114"/>
                  </a:cubicBezTo>
                  <a:cubicBezTo>
                    <a:pt x="523625" y="97744"/>
                    <a:pt x="499874" y="173999"/>
                    <a:pt x="477998" y="247129"/>
                  </a:cubicBezTo>
                  <a:cubicBezTo>
                    <a:pt x="287361" y="874668"/>
                    <a:pt x="182354" y="1220315"/>
                    <a:pt x="13593" y="1375324"/>
                  </a:cubicBezTo>
                  <a:lnTo>
                    <a:pt x="2968" y="1384700"/>
                  </a:lnTo>
                  <a:close/>
                  <a:moveTo>
                    <a:pt x="529876" y="27740"/>
                  </a:moveTo>
                  <a:cubicBezTo>
                    <a:pt x="496123" y="98369"/>
                    <a:pt x="463622" y="166498"/>
                    <a:pt x="432994" y="230878"/>
                  </a:cubicBezTo>
                  <a:cubicBezTo>
                    <a:pt x="157352" y="807789"/>
                    <a:pt x="2968" y="1130934"/>
                    <a:pt x="14843" y="1354073"/>
                  </a:cubicBezTo>
                  <a:cubicBezTo>
                    <a:pt x="174228" y="1197188"/>
                    <a:pt x="278610" y="854042"/>
                    <a:pt x="464246" y="242753"/>
                  </a:cubicBezTo>
                  <a:cubicBezTo>
                    <a:pt x="484873" y="174624"/>
                    <a:pt x="506749" y="102745"/>
                    <a:pt x="529876" y="27740"/>
                  </a:cubicBezTo>
                  <a:close/>
                  <a:moveTo>
                    <a:pt x="536126" y="13989"/>
                  </a:moveTo>
                  <a:lnTo>
                    <a:pt x="536126" y="13989"/>
                  </a:lnTo>
                  <a:lnTo>
                    <a:pt x="529876" y="10864"/>
                  </a:lnTo>
                  <a:lnTo>
                    <a:pt x="536126" y="13989"/>
                  </a:lnTo>
                  <a:close/>
                </a:path>
              </a:pathLst>
            </a:custGeom>
            <a:solidFill>
              <a:schemeClr val="dk1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96" name="Google Shape;279;p16"/>
            <p:cNvSpPr/>
            <p:nvPr/>
          </p:nvSpPr>
          <p:spPr>
            <a:xfrm>
              <a:off x="-588240" y="3076200"/>
              <a:ext cx="339120" cy="857520"/>
            </a:xfrm>
            <a:custGeom>
              <a:avLst/>
              <a:gdLst>
                <a:gd name="textAreaLeft" fmla="*/ 0 w 339120"/>
                <a:gd name="textAreaRight" fmla="*/ 339480 w 339120"/>
                <a:gd name="textAreaTop" fmla="*/ 0 h 857520"/>
                <a:gd name="textAreaBottom" fmla="*/ 857880 h 857520"/>
              </a:gdLst>
              <a:ahLst/>
              <a:cxnLst/>
              <a:rect l="textAreaLeft" t="textAreaTop" r="textAreaRight" b="textAreaBottom"/>
              <a:pathLst>
                <a:path w="548537" h="1385711">
                  <a:moveTo>
                    <a:pt x="13662" y="1385712"/>
                  </a:moveTo>
                  <a:cubicBezTo>
                    <a:pt x="11787" y="1385712"/>
                    <a:pt x="10537" y="1385712"/>
                    <a:pt x="8662" y="1384462"/>
                  </a:cubicBezTo>
                  <a:cubicBezTo>
                    <a:pt x="1786" y="1381962"/>
                    <a:pt x="-1339" y="1375087"/>
                    <a:pt x="536" y="1368211"/>
                  </a:cubicBezTo>
                  <a:lnTo>
                    <a:pt x="536" y="1368211"/>
                  </a:lnTo>
                  <a:cubicBezTo>
                    <a:pt x="24912" y="1287581"/>
                    <a:pt x="48664" y="1211326"/>
                    <a:pt x="70541" y="1138197"/>
                  </a:cubicBezTo>
                  <a:cubicBezTo>
                    <a:pt x="261178" y="510657"/>
                    <a:pt x="366184" y="165010"/>
                    <a:pt x="534944" y="10001"/>
                  </a:cubicBezTo>
                  <a:lnTo>
                    <a:pt x="545570" y="0"/>
                  </a:lnTo>
                  <a:lnTo>
                    <a:pt x="546820" y="14376"/>
                  </a:lnTo>
                  <a:cubicBezTo>
                    <a:pt x="566822" y="242515"/>
                    <a:pt x="411187" y="568161"/>
                    <a:pt x="128669" y="1160698"/>
                  </a:cubicBezTo>
                  <a:cubicBezTo>
                    <a:pt x="96167" y="1229452"/>
                    <a:pt x="61165" y="1301332"/>
                    <a:pt x="25537" y="1377587"/>
                  </a:cubicBezTo>
                  <a:cubicBezTo>
                    <a:pt x="23038" y="1383212"/>
                    <a:pt x="18662" y="1385712"/>
                    <a:pt x="13662" y="1385712"/>
                  </a:cubicBezTo>
                  <a:close/>
                  <a:moveTo>
                    <a:pt x="8037" y="1370711"/>
                  </a:moveTo>
                  <a:lnTo>
                    <a:pt x="14912" y="1372586"/>
                  </a:lnTo>
                  <a:cubicBezTo>
                    <a:pt x="14912" y="1372586"/>
                    <a:pt x="14912" y="1372586"/>
                    <a:pt x="14912" y="1372586"/>
                  </a:cubicBezTo>
                  <a:lnTo>
                    <a:pt x="8037" y="1370711"/>
                  </a:lnTo>
                  <a:close/>
                  <a:moveTo>
                    <a:pt x="534319" y="31877"/>
                  </a:moveTo>
                  <a:cubicBezTo>
                    <a:pt x="374934" y="188762"/>
                    <a:pt x="270553" y="531908"/>
                    <a:pt x="84916" y="1143197"/>
                  </a:cubicBezTo>
                  <a:cubicBezTo>
                    <a:pt x="63665" y="1213826"/>
                    <a:pt x="41163" y="1287581"/>
                    <a:pt x="17412" y="1364461"/>
                  </a:cubicBezTo>
                  <a:cubicBezTo>
                    <a:pt x="51164" y="1291956"/>
                    <a:pt x="84291" y="1221952"/>
                    <a:pt x="116168" y="1155073"/>
                  </a:cubicBezTo>
                  <a:cubicBezTo>
                    <a:pt x="391185" y="578786"/>
                    <a:pt x="545570" y="255016"/>
                    <a:pt x="534319" y="31877"/>
                  </a:cubicBezTo>
                  <a:close/>
                </a:path>
              </a:pathLst>
            </a:custGeom>
            <a:solidFill>
              <a:schemeClr val="dk1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97" name="Google Shape;280;p16"/>
            <p:cNvSpPr/>
            <p:nvPr/>
          </p:nvSpPr>
          <p:spPr>
            <a:xfrm>
              <a:off x="-136800" y="3025080"/>
              <a:ext cx="857160" cy="339480"/>
            </a:xfrm>
            <a:custGeom>
              <a:avLst/>
              <a:gdLst>
                <a:gd name="textAreaLeft" fmla="*/ 0 w 857160"/>
                <a:gd name="textAreaRight" fmla="*/ 857520 w 857160"/>
                <a:gd name="textAreaTop" fmla="*/ 0 h 339480"/>
                <a:gd name="textAreaBottom" fmla="*/ 339840 h 339480"/>
              </a:gdLst>
              <a:ahLst/>
              <a:cxnLst/>
              <a:rect l="textAreaLeft" t="textAreaTop" r="textAreaRight" b="textAreaBottom"/>
              <a:pathLst>
                <a:path w="1384700" h="548626">
                  <a:moveTo>
                    <a:pt x="1371961" y="548627"/>
                  </a:moveTo>
                  <a:cubicBezTo>
                    <a:pt x="1370711" y="548627"/>
                    <a:pt x="1369462" y="548627"/>
                    <a:pt x="1368211" y="548002"/>
                  </a:cubicBezTo>
                  <a:cubicBezTo>
                    <a:pt x="1287581" y="523625"/>
                    <a:pt x="1211326" y="499874"/>
                    <a:pt x="1138197" y="477997"/>
                  </a:cubicBezTo>
                  <a:cubicBezTo>
                    <a:pt x="510658" y="287360"/>
                    <a:pt x="165011" y="182354"/>
                    <a:pt x="10001" y="13593"/>
                  </a:cubicBezTo>
                  <a:lnTo>
                    <a:pt x="0" y="2968"/>
                  </a:lnTo>
                  <a:lnTo>
                    <a:pt x="14376" y="1717"/>
                  </a:lnTo>
                  <a:cubicBezTo>
                    <a:pt x="241891" y="-18284"/>
                    <a:pt x="568161" y="137351"/>
                    <a:pt x="1160074" y="419869"/>
                  </a:cubicBezTo>
                  <a:cubicBezTo>
                    <a:pt x="1228828" y="452996"/>
                    <a:pt x="1300707" y="487373"/>
                    <a:pt x="1376962" y="523000"/>
                  </a:cubicBezTo>
                  <a:lnTo>
                    <a:pt x="1376962" y="523000"/>
                  </a:lnTo>
                  <a:cubicBezTo>
                    <a:pt x="1383212" y="526125"/>
                    <a:pt x="1386337" y="533001"/>
                    <a:pt x="1383837" y="539876"/>
                  </a:cubicBezTo>
                  <a:cubicBezTo>
                    <a:pt x="1381963" y="545502"/>
                    <a:pt x="1376962" y="548627"/>
                    <a:pt x="1371961" y="548627"/>
                  </a:cubicBezTo>
                  <a:close/>
                  <a:moveTo>
                    <a:pt x="1371336" y="536126"/>
                  </a:moveTo>
                  <a:lnTo>
                    <a:pt x="1371336" y="536126"/>
                  </a:lnTo>
                  <a:lnTo>
                    <a:pt x="1374462" y="529876"/>
                  </a:lnTo>
                  <a:lnTo>
                    <a:pt x="1371336" y="536126"/>
                  </a:lnTo>
                  <a:close/>
                  <a:moveTo>
                    <a:pt x="30627" y="14843"/>
                  </a:moveTo>
                  <a:cubicBezTo>
                    <a:pt x="187512" y="174228"/>
                    <a:pt x="530659" y="278610"/>
                    <a:pt x="1141947" y="464246"/>
                  </a:cubicBezTo>
                  <a:cubicBezTo>
                    <a:pt x="1210702" y="484873"/>
                    <a:pt x="1282581" y="506749"/>
                    <a:pt x="1357586" y="529876"/>
                  </a:cubicBezTo>
                  <a:cubicBezTo>
                    <a:pt x="1286956" y="496124"/>
                    <a:pt x="1218827" y="463621"/>
                    <a:pt x="1154448" y="432995"/>
                  </a:cubicBezTo>
                  <a:cubicBezTo>
                    <a:pt x="577536" y="157352"/>
                    <a:pt x="253767" y="2968"/>
                    <a:pt x="30627" y="14843"/>
                  </a:cubicBezTo>
                  <a:close/>
                </a:path>
              </a:pathLst>
            </a:custGeom>
            <a:solidFill>
              <a:schemeClr val="dk1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98" name="Google Shape;281;p16"/>
            <p:cNvSpPr/>
            <p:nvPr/>
          </p:nvSpPr>
          <p:spPr>
            <a:xfrm>
              <a:off x="-1140120" y="3029760"/>
              <a:ext cx="841320" cy="376200"/>
            </a:xfrm>
            <a:custGeom>
              <a:avLst/>
              <a:gdLst>
                <a:gd name="textAreaLeft" fmla="*/ 0 w 841320"/>
                <a:gd name="textAreaRight" fmla="*/ 841680 w 841320"/>
                <a:gd name="textAreaTop" fmla="*/ 0 h 376200"/>
                <a:gd name="textAreaBottom" fmla="*/ 376560 h 376200"/>
              </a:gdLst>
              <a:ahLst/>
              <a:cxnLst/>
              <a:rect l="textAreaLeft" t="textAreaTop" r="textAreaRight" b="textAreaBottom"/>
              <a:pathLst>
                <a:path w="1359555" h="607906">
                  <a:moveTo>
                    <a:pt x="13221" y="607907"/>
                  </a:moveTo>
                  <a:cubicBezTo>
                    <a:pt x="8221" y="607907"/>
                    <a:pt x="3845" y="604781"/>
                    <a:pt x="1345" y="599781"/>
                  </a:cubicBezTo>
                  <a:cubicBezTo>
                    <a:pt x="-1780" y="593530"/>
                    <a:pt x="720" y="586030"/>
                    <a:pt x="6971" y="582905"/>
                  </a:cubicBezTo>
                  <a:cubicBezTo>
                    <a:pt x="81350" y="543527"/>
                    <a:pt x="151980" y="506025"/>
                    <a:pt x="218859" y="469773"/>
                  </a:cubicBezTo>
                  <a:cubicBezTo>
                    <a:pt x="797645" y="161003"/>
                    <a:pt x="1116415" y="-9007"/>
                    <a:pt x="1345180" y="368"/>
                  </a:cubicBezTo>
                  <a:lnTo>
                    <a:pt x="1359556" y="993"/>
                  </a:lnTo>
                  <a:lnTo>
                    <a:pt x="1350180" y="12244"/>
                  </a:lnTo>
                  <a:cubicBezTo>
                    <a:pt x="1203296" y="187880"/>
                    <a:pt x="862650" y="307888"/>
                    <a:pt x="244486" y="526651"/>
                  </a:cubicBezTo>
                  <a:cubicBezTo>
                    <a:pt x="172606" y="552278"/>
                    <a:pt x="96976" y="578530"/>
                    <a:pt x="17596" y="606656"/>
                  </a:cubicBezTo>
                  <a:lnTo>
                    <a:pt x="17596" y="606656"/>
                  </a:lnTo>
                  <a:cubicBezTo>
                    <a:pt x="15721" y="607281"/>
                    <a:pt x="14471" y="607907"/>
                    <a:pt x="13221" y="607907"/>
                  </a:cubicBezTo>
                  <a:close/>
                  <a:moveTo>
                    <a:pt x="12596" y="593530"/>
                  </a:moveTo>
                  <a:lnTo>
                    <a:pt x="12596" y="593530"/>
                  </a:lnTo>
                  <a:lnTo>
                    <a:pt x="12596" y="593530"/>
                  </a:lnTo>
                  <a:lnTo>
                    <a:pt x="12596" y="593530"/>
                  </a:lnTo>
                  <a:close/>
                  <a:moveTo>
                    <a:pt x="1325804" y="14119"/>
                  </a:moveTo>
                  <a:cubicBezTo>
                    <a:pt x="1102040" y="14119"/>
                    <a:pt x="786395" y="182880"/>
                    <a:pt x="225734" y="482274"/>
                  </a:cubicBezTo>
                  <a:cubicBezTo>
                    <a:pt x="162606" y="516026"/>
                    <a:pt x="96352" y="551028"/>
                    <a:pt x="26972" y="587905"/>
                  </a:cubicBezTo>
                  <a:cubicBezTo>
                    <a:pt x="100727" y="561653"/>
                    <a:pt x="171981" y="536652"/>
                    <a:pt x="239485" y="512900"/>
                  </a:cubicBezTo>
                  <a:cubicBezTo>
                    <a:pt x="842023" y="299762"/>
                    <a:pt x="1179544" y="180379"/>
                    <a:pt x="1329554" y="14119"/>
                  </a:cubicBezTo>
                  <a:cubicBezTo>
                    <a:pt x="1328304" y="14119"/>
                    <a:pt x="1327054" y="14119"/>
                    <a:pt x="1325804" y="14119"/>
                  </a:cubicBezTo>
                  <a:close/>
                </a:path>
              </a:pathLst>
            </a:custGeom>
            <a:solidFill>
              <a:schemeClr val="dk1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99" name="Google Shape;282;p16"/>
            <p:cNvSpPr/>
            <p:nvPr/>
          </p:nvSpPr>
          <p:spPr>
            <a:xfrm>
              <a:off x="-183600" y="3075120"/>
              <a:ext cx="375840" cy="841320"/>
            </a:xfrm>
            <a:custGeom>
              <a:avLst/>
              <a:gdLst>
                <a:gd name="textAreaLeft" fmla="*/ 0 w 375840"/>
                <a:gd name="textAreaRight" fmla="*/ 376200 w 375840"/>
                <a:gd name="textAreaTop" fmla="*/ 0 h 841320"/>
                <a:gd name="textAreaBottom" fmla="*/ 841680 h 841320"/>
              </a:gdLst>
              <a:ahLst/>
              <a:cxnLst/>
              <a:rect l="textAreaLeft" t="textAreaTop" r="textAreaRight" b="textAreaBottom"/>
              <a:pathLst>
                <a:path w="607567" h="1359460">
                  <a:moveTo>
                    <a:pt x="594203" y="1359460"/>
                  </a:moveTo>
                  <a:cubicBezTo>
                    <a:pt x="589204" y="1359460"/>
                    <a:pt x="584828" y="1356960"/>
                    <a:pt x="582953" y="1352585"/>
                  </a:cubicBezTo>
                  <a:cubicBezTo>
                    <a:pt x="543575" y="1278205"/>
                    <a:pt x="506073" y="1208201"/>
                    <a:pt x="469821" y="1140697"/>
                  </a:cubicBezTo>
                  <a:cubicBezTo>
                    <a:pt x="161052" y="561910"/>
                    <a:pt x="-9584" y="243140"/>
                    <a:pt x="416" y="14376"/>
                  </a:cubicBezTo>
                  <a:lnTo>
                    <a:pt x="1042" y="0"/>
                  </a:lnTo>
                  <a:lnTo>
                    <a:pt x="12292" y="9376"/>
                  </a:lnTo>
                  <a:cubicBezTo>
                    <a:pt x="187928" y="156260"/>
                    <a:pt x="307936" y="496906"/>
                    <a:pt x="526700" y="1115070"/>
                  </a:cubicBezTo>
                  <a:cubicBezTo>
                    <a:pt x="552326" y="1186949"/>
                    <a:pt x="578578" y="1262579"/>
                    <a:pt x="606704" y="1341334"/>
                  </a:cubicBezTo>
                  <a:lnTo>
                    <a:pt x="606704" y="1341334"/>
                  </a:lnTo>
                  <a:cubicBezTo>
                    <a:pt x="609205" y="1348210"/>
                    <a:pt x="606079" y="1355085"/>
                    <a:pt x="599829" y="1357585"/>
                  </a:cubicBezTo>
                  <a:cubicBezTo>
                    <a:pt x="597329" y="1358835"/>
                    <a:pt x="595454" y="1359460"/>
                    <a:pt x="594203" y="1359460"/>
                  </a:cubicBezTo>
                  <a:close/>
                  <a:moveTo>
                    <a:pt x="592954" y="1346334"/>
                  </a:moveTo>
                  <a:lnTo>
                    <a:pt x="592954" y="1346334"/>
                  </a:lnTo>
                  <a:lnTo>
                    <a:pt x="592954" y="1346334"/>
                  </a:lnTo>
                  <a:lnTo>
                    <a:pt x="592954" y="1346334"/>
                  </a:lnTo>
                  <a:close/>
                  <a:moveTo>
                    <a:pt x="14167" y="30002"/>
                  </a:moveTo>
                  <a:cubicBezTo>
                    <a:pt x="12292" y="253766"/>
                    <a:pt x="181053" y="570036"/>
                    <a:pt x="482322" y="1133821"/>
                  </a:cubicBezTo>
                  <a:cubicBezTo>
                    <a:pt x="516074" y="1196950"/>
                    <a:pt x="551076" y="1263204"/>
                    <a:pt x="587953" y="1331959"/>
                  </a:cubicBezTo>
                  <a:cubicBezTo>
                    <a:pt x="561702" y="1258204"/>
                    <a:pt x="536700" y="1186949"/>
                    <a:pt x="512948" y="1119445"/>
                  </a:cubicBezTo>
                  <a:cubicBezTo>
                    <a:pt x="299810" y="517532"/>
                    <a:pt x="180428" y="179386"/>
                    <a:pt x="14167" y="30002"/>
                  </a:cubicBezTo>
                  <a:close/>
                </a:path>
              </a:pathLst>
            </a:custGeom>
            <a:solidFill>
              <a:schemeClr val="dk1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00" name="Google Shape;283;p16"/>
            <p:cNvSpPr/>
            <p:nvPr/>
          </p:nvSpPr>
          <p:spPr>
            <a:xfrm>
              <a:off x="-138240" y="2584440"/>
              <a:ext cx="841320" cy="375840"/>
            </a:xfrm>
            <a:custGeom>
              <a:avLst/>
              <a:gdLst>
                <a:gd name="textAreaLeft" fmla="*/ 0 w 841320"/>
                <a:gd name="textAreaRight" fmla="*/ 841680 w 841320"/>
                <a:gd name="textAreaTop" fmla="*/ 0 h 375840"/>
                <a:gd name="textAreaBottom" fmla="*/ 376200 h 375840"/>
              </a:gdLst>
              <a:ahLst/>
              <a:cxnLst/>
              <a:rect l="textAreaLeft" t="textAreaTop" r="textAreaRight" b="textAreaBottom"/>
              <a:pathLst>
                <a:path w="1359555" h="607776">
                  <a:moveTo>
                    <a:pt x="33127" y="607776"/>
                  </a:moveTo>
                  <a:cubicBezTo>
                    <a:pt x="26876" y="607776"/>
                    <a:pt x="20626" y="607776"/>
                    <a:pt x="14375" y="607151"/>
                  </a:cubicBezTo>
                  <a:lnTo>
                    <a:pt x="0" y="606526"/>
                  </a:lnTo>
                  <a:lnTo>
                    <a:pt x="9376" y="595275"/>
                  </a:lnTo>
                  <a:cubicBezTo>
                    <a:pt x="156260" y="419639"/>
                    <a:pt x="496906" y="299632"/>
                    <a:pt x="1115695" y="80868"/>
                  </a:cubicBezTo>
                  <a:cubicBezTo>
                    <a:pt x="1187575" y="55241"/>
                    <a:pt x="1263204" y="28990"/>
                    <a:pt x="1341959" y="863"/>
                  </a:cubicBezTo>
                  <a:lnTo>
                    <a:pt x="1341959" y="863"/>
                  </a:lnTo>
                  <a:cubicBezTo>
                    <a:pt x="1348834" y="-1637"/>
                    <a:pt x="1355710" y="1488"/>
                    <a:pt x="1358210" y="7739"/>
                  </a:cubicBezTo>
                  <a:cubicBezTo>
                    <a:pt x="1361335" y="13989"/>
                    <a:pt x="1358836" y="21489"/>
                    <a:pt x="1352585" y="24615"/>
                  </a:cubicBezTo>
                  <a:cubicBezTo>
                    <a:pt x="1278205" y="63992"/>
                    <a:pt x="1207576" y="101494"/>
                    <a:pt x="1140697" y="137747"/>
                  </a:cubicBezTo>
                  <a:cubicBezTo>
                    <a:pt x="576911" y="438391"/>
                    <a:pt x="260016" y="607776"/>
                    <a:pt x="33127" y="607776"/>
                  </a:cubicBezTo>
                  <a:close/>
                  <a:moveTo>
                    <a:pt x="29377" y="593400"/>
                  </a:moveTo>
                  <a:cubicBezTo>
                    <a:pt x="30627" y="593400"/>
                    <a:pt x="31877" y="593400"/>
                    <a:pt x="32502" y="593400"/>
                  </a:cubicBezTo>
                  <a:cubicBezTo>
                    <a:pt x="256266" y="593400"/>
                    <a:pt x="571911" y="424640"/>
                    <a:pt x="1132571" y="125246"/>
                  </a:cubicBezTo>
                  <a:cubicBezTo>
                    <a:pt x="1195700" y="91494"/>
                    <a:pt x="1261955" y="56492"/>
                    <a:pt x="1331334" y="19614"/>
                  </a:cubicBezTo>
                  <a:cubicBezTo>
                    <a:pt x="1257579" y="45866"/>
                    <a:pt x="1186950" y="70867"/>
                    <a:pt x="1119445" y="94619"/>
                  </a:cubicBezTo>
                  <a:cubicBezTo>
                    <a:pt x="516907" y="307132"/>
                    <a:pt x="179386" y="426515"/>
                    <a:pt x="29377" y="593400"/>
                  </a:cubicBezTo>
                  <a:close/>
                  <a:moveTo>
                    <a:pt x="1346335" y="13989"/>
                  </a:moveTo>
                  <a:lnTo>
                    <a:pt x="1346335" y="13989"/>
                  </a:lnTo>
                  <a:lnTo>
                    <a:pt x="1343834" y="7113"/>
                  </a:lnTo>
                  <a:lnTo>
                    <a:pt x="1346335" y="13989"/>
                  </a:lnTo>
                  <a:close/>
                </a:path>
              </a:pathLst>
            </a:custGeom>
            <a:solidFill>
              <a:schemeClr val="dk1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01" name="Google Shape;284;p16"/>
            <p:cNvSpPr/>
            <p:nvPr/>
          </p:nvSpPr>
          <p:spPr>
            <a:xfrm>
              <a:off x="-629280" y="2073240"/>
              <a:ext cx="375840" cy="841320"/>
            </a:xfrm>
            <a:custGeom>
              <a:avLst/>
              <a:gdLst>
                <a:gd name="textAreaLeft" fmla="*/ 0 w 375840"/>
                <a:gd name="textAreaRight" fmla="*/ 376200 w 375840"/>
                <a:gd name="textAreaTop" fmla="*/ 0 h 841320"/>
                <a:gd name="textAreaBottom" fmla="*/ 841680 h 841320"/>
              </a:gdLst>
              <a:ahLst/>
              <a:cxnLst/>
              <a:rect l="textAreaLeft" t="textAreaTop" r="textAreaRight" b="textAreaBottom"/>
              <a:pathLst>
                <a:path w="607567" h="1359555">
                  <a:moveTo>
                    <a:pt x="606526" y="1359556"/>
                  </a:moveTo>
                  <a:lnTo>
                    <a:pt x="595275" y="1350180"/>
                  </a:lnTo>
                  <a:cubicBezTo>
                    <a:pt x="419639" y="1203296"/>
                    <a:pt x="299632" y="862650"/>
                    <a:pt x="80869" y="243861"/>
                  </a:cubicBezTo>
                  <a:cubicBezTo>
                    <a:pt x="55242" y="171981"/>
                    <a:pt x="28990" y="96351"/>
                    <a:pt x="863" y="17596"/>
                  </a:cubicBezTo>
                  <a:lnTo>
                    <a:pt x="863" y="17596"/>
                  </a:lnTo>
                  <a:cubicBezTo>
                    <a:pt x="-1637" y="10721"/>
                    <a:pt x="1488" y="3846"/>
                    <a:pt x="7738" y="1345"/>
                  </a:cubicBezTo>
                  <a:cubicBezTo>
                    <a:pt x="13989" y="-1780"/>
                    <a:pt x="21490" y="720"/>
                    <a:pt x="24615" y="6971"/>
                  </a:cubicBezTo>
                  <a:cubicBezTo>
                    <a:pt x="63992" y="81350"/>
                    <a:pt x="101494" y="151980"/>
                    <a:pt x="137747" y="218859"/>
                  </a:cubicBezTo>
                  <a:cubicBezTo>
                    <a:pt x="446516" y="797645"/>
                    <a:pt x="617152" y="1116415"/>
                    <a:pt x="607151" y="1344555"/>
                  </a:cubicBezTo>
                  <a:lnTo>
                    <a:pt x="606526" y="1359556"/>
                  </a:lnTo>
                  <a:close/>
                  <a:moveTo>
                    <a:pt x="19614" y="27597"/>
                  </a:moveTo>
                  <a:cubicBezTo>
                    <a:pt x="45866" y="101352"/>
                    <a:pt x="70868" y="171981"/>
                    <a:pt x="94619" y="239485"/>
                  </a:cubicBezTo>
                  <a:cubicBezTo>
                    <a:pt x="307757" y="842023"/>
                    <a:pt x="427140" y="1180170"/>
                    <a:pt x="593401" y="1329554"/>
                  </a:cubicBezTo>
                  <a:cubicBezTo>
                    <a:pt x="595275" y="1105790"/>
                    <a:pt x="426515" y="789520"/>
                    <a:pt x="125246" y="225735"/>
                  </a:cubicBezTo>
                  <a:cubicBezTo>
                    <a:pt x="91494" y="162606"/>
                    <a:pt x="56492" y="96976"/>
                    <a:pt x="19614" y="27597"/>
                  </a:cubicBezTo>
                  <a:close/>
                  <a:moveTo>
                    <a:pt x="14614" y="13221"/>
                  </a:moveTo>
                  <a:lnTo>
                    <a:pt x="7738" y="15721"/>
                  </a:lnTo>
                  <a:lnTo>
                    <a:pt x="14614" y="13221"/>
                  </a:lnTo>
                  <a:close/>
                </a:path>
              </a:pathLst>
            </a:custGeom>
            <a:solidFill>
              <a:schemeClr val="dk1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</p:grpSp>
      <p:grpSp>
        <p:nvGrpSpPr>
          <p:cNvPr id="102" name="Google Shape;285;p16"/>
          <p:cNvGrpSpPr/>
          <p:nvPr/>
        </p:nvGrpSpPr>
        <p:grpSpPr>
          <a:xfrm>
            <a:off x="8530200" y="444960"/>
            <a:ext cx="499320" cy="499320"/>
            <a:chOff x="8530200" y="444960"/>
            <a:chExt cx="499320" cy="499320"/>
          </a:xfrm>
        </p:grpSpPr>
        <p:sp>
          <p:nvSpPr>
            <p:cNvPr id="103" name="Google Shape;286;p16"/>
            <p:cNvSpPr/>
            <p:nvPr/>
          </p:nvSpPr>
          <p:spPr>
            <a:xfrm>
              <a:off x="8807040" y="683280"/>
              <a:ext cx="222480" cy="23040"/>
            </a:xfrm>
            <a:custGeom>
              <a:avLst/>
              <a:gdLst>
                <a:gd name="textAreaLeft" fmla="*/ 0 w 222480"/>
                <a:gd name="textAreaRight" fmla="*/ 222840 w 222480"/>
                <a:gd name="textAreaTop" fmla="*/ 0 h 23040"/>
                <a:gd name="textAreaBottom" fmla="*/ 23400 h 23040"/>
              </a:gdLst>
              <a:ahLst/>
              <a:cxnLst/>
              <a:rect l="textAreaLeft" t="textAreaTop" r="textAreaRight" b="textAreaBottom"/>
              <a:pathLst>
                <a:path w="517688" h="54004">
                  <a:moveTo>
                    <a:pt x="510657" y="19502"/>
                  </a:moveTo>
                  <a:cubicBezTo>
                    <a:pt x="238140" y="-1125"/>
                    <a:pt x="83755" y="-14250"/>
                    <a:pt x="0" y="27002"/>
                  </a:cubicBezTo>
                  <a:cubicBezTo>
                    <a:pt x="83755" y="68255"/>
                    <a:pt x="238140" y="55129"/>
                    <a:pt x="510657" y="34503"/>
                  </a:cubicBezTo>
                  <a:cubicBezTo>
                    <a:pt x="520033" y="33877"/>
                    <a:pt x="520033" y="20127"/>
                    <a:pt x="510657" y="19502"/>
                  </a:cubicBezTo>
                  <a:close/>
                </a:path>
              </a:pathLst>
            </a:custGeom>
            <a:solidFill>
              <a:schemeClr val="accent4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11520" bIns="1152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04" name="Google Shape;287;p16"/>
            <p:cNvSpPr/>
            <p:nvPr/>
          </p:nvSpPr>
          <p:spPr>
            <a:xfrm>
              <a:off x="8768520" y="721800"/>
              <a:ext cx="22680" cy="222480"/>
            </a:xfrm>
            <a:custGeom>
              <a:avLst/>
              <a:gdLst>
                <a:gd name="textAreaLeft" fmla="*/ 0 w 22680"/>
                <a:gd name="textAreaRight" fmla="*/ 23040 w 22680"/>
                <a:gd name="textAreaTop" fmla="*/ 0 h 222480"/>
                <a:gd name="textAreaBottom" fmla="*/ 222840 h 222480"/>
              </a:gdLst>
              <a:ahLst/>
              <a:cxnLst/>
              <a:rect l="textAreaLeft" t="textAreaTop" r="textAreaRight" b="textAreaBottom"/>
              <a:pathLst>
                <a:path w="53781" h="517688">
                  <a:moveTo>
                    <a:pt x="19279" y="510657"/>
                  </a:moveTo>
                  <a:cubicBezTo>
                    <a:pt x="19904" y="520033"/>
                    <a:pt x="33655" y="520033"/>
                    <a:pt x="34280" y="510657"/>
                  </a:cubicBezTo>
                  <a:cubicBezTo>
                    <a:pt x="54906" y="238140"/>
                    <a:pt x="68032" y="83755"/>
                    <a:pt x="26779" y="0"/>
                  </a:cubicBezTo>
                  <a:cubicBezTo>
                    <a:pt x="-14473" y="83755"/>
                    <a:pt x="-722" y="238140"/>
                    <a:pt x="19279" y="510657"/>
                  </a:cubicBezTo>
                  <a:close/>
                </a:path>
              </a:pathLst>
            </a:custGeom>
            <a:solidFill>
              <a:schemeClr val="accent4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05" name="Google Shape;288;p16"/>
            <p:cNvSpPr/>
            <p:nvPr/>
          </p:nvSpPr>
          <p:spPr>
            <a:xfrm>
              <a:off x="8530200" y="683280"/>
              <a:ext cx="222480" cy="23040"/>
            </a:xfrm>
            <a:custGeom>
              <a:avLst/>
              <a:gdLst>
                <a:gd name="textAreaLeft" fmla="*/ 0 w 222480"/>
                <a:gd name="textAreaRight" fmla="*/ 222840 w 222480"/>
                <a:gd name="textAreaTop" fmla="*/ 0 h 23040"/>
                <a:gd name="textAreaBottom" fmla="*/ 23400 h 23040"/>
              </a:gdLst>
              <a:ahLst/>
              <a:cxnLst/>
              <a:rect l="textAreaLeft" t="textAreaTop" r="textAreaRight" b="textAreaBottom"/>
              <a:pathLst>
                <a:path w="517688" h="54004">
                  <a:moveTo>
                    <a:pt x="7032" y="19502"/>
                  </a:moveTo>
                  <a:cubicBezTo>
                    <a:pt x="-2344" y="20127"/>
                    <a:pt x="-2344" y="33877"/>
                    <a:pt x="7032" y="34503"/>
                  </a:cubicBezTo>
                  <a:cubicBezTo>
                    <a:pt x="279549" y="55129"/>
                    <a:pt x="433934" y="68255"/>
                    <a:pt x="517689" y="27002"/>
                  </a:cubicBezTo>
                  <a:cubicBezTo>
                    <a:pt x="433934" y="-14250"/>
                    <a:pt x="280174" y="-1125"/>
                    <a:pt x="7032" y="19502"/>
                  </a:cubicBezTo>
                  <a:close/>
                </a:path>
              </a:pathLst>
            </a:custGeom>
            <a:solidFill>
              <a:schemeClr val="accent4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11520" bIns="1152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06" name="Google Shape;289;p16"/>
            <p:cNvSpPr/>
            <p:nvPr/>
          </p:nvSpPr>
          <p:spPr>
            <a:xfrm>
              <a:off x="8768520" y="444960"/>
              <a:ext cx="23040" cy="222480"/>
            </a:xfrm>
            <a:custGeom>
              <a:avLst/>
              <a:gdLst>
                <a:gd name="textAreaLeft" fmla="*/ 0 w 23040"/>
                <a:gd name="textAreaRight" fmla="*/ 23400 w 23040"/>
                <a:gd name="textAreaTop" fmla="*/ 0 h 222480"/>
                <a:gd name="textAreaBottom" fmla="*/ 222840 h 222480"/>
              </a:gdLst>
              <a:ahLst/>
              <a:cxnLst/>
              <a:rect l="textAreaLeft" t="textAreaTop" r="textAreaRight" b="textAreaBottom"/>
              <a:pathLst>
                <a:path w="54004" h="517688">
                  <a:moveTo>
                    <a:pt x="34503" y="7032"/>
                  </a:moveTo>
                  <a:cubicBezTo>
                    <a:pt x="33878" y="-2344"/>
                    <a:pt x="20127" y="-2344"/>
                    <a:pt x="19502" y="7032"/>
                  </a:cubicBezTo>
                  <a:cubicBezTo>
                    <a:pt x="-1125" y="279549"/>
                    <a:pt x="-14250" y="433933"/>
                    <a:pt x="27002" y="517689"/>
                  </a:cubicBezTo>
                  <a:cubicBezTo>
                    <a:pt x="68255" y="433933"/>
                    <a:pt x="55129" y="279549"/>
                    <a:pt x="34503" y="7032"/>
                  </a:cubicBezTo>
                  <a:close/>
                </a:path>
              </a:pathLst>
            </a:custGeom>
            <a:solidFill>
              <a:schemeClr val="accent4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07" name="Google Shape;290;p16"/>
            <p:cNvSpPr/>
            <p:nvPr/>
          </p:nvSpPr>
          <p:spPr>
            <a:xfrm>
              <a:off x="8799120" y="517320"/>
              <a:ext cx="158040" cy="158040"/>
            </a:xfrm>
            <a:custGeom>
              <a:avLst/>
              <a:gdLst>
                <a:gd name="textAreaLeft" fmla="*/ 0 w 158040"/>
                <a:gd name="textAreaRight" fmla="*/ 158400 w 158040"/>
                <a:gd name="textAreaTop" fmla="*/ 0 h 158040"/>
                <a:gd name="textAreaBottom" fmla="*/ 158400 h 158040"/>
              </a:gdLst>
              <a:ahLst/>
              <a:cxnLst/>
              <a:rect l="textAreaLeft" t="textAreaTop" r="textAreaRight" b="textAreaBottom"/>
              <a:pathLst>
                <a:path w="368244" h="367995">
                  <a:moveTo>
                    <a:pt x="366273" y="12348"/>
                  </a:moveTo>
                  <a:cubicBezTo>
                    <a:pt x="372523" y="5472"/>
                    <a:pt x="362523" y="-3903"/>
                    <a:pt x="355647" y="1722"/>
                  </a:cubicBezTo>
                  <a:cubicBezTo>
                    <a:pt x="148759" y="179858"/>
                    <a:pt x="30002" y="279240"/>
                    <a:pt x="0" y="367995"/>
                  </a:cubicBezTo>
                  <a:cubicBezTo>
                    <a:pt x="88755" y="337368"/>
                    <a:pt x="188137" y="219236"/>
                    <a:pt x="366273" y="12348"/>
                  </a:cubicBezTo>
                  <a:close/>
                </a:path>
              </a:pathLst>
            </a:custGeom>
            <a:solidFill>
              <a:schemeClr val="accent4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08" name="Google Shape;291;p16"/>
            <p:cNvSpPr/>
            <p:nvPr/>
          </p:nvSpPr>
          <p:spPr>
            <a:xfrm>
              <a:off x="8753040" y="667800"/>
              <a:ext cx="54000" cy="54000"/>
            </a:xfrm>
            <a:custGeom>
              <a:avLst/>
              <a:gdLst>
                <a:gd name="textAreaLeft" fmla="*/ 0 w 54000"/>
                <a:gd name="textAreaRight" fmla="*/ 54360 w 54000"/>
                <a:gd name="textAreaTop" fmla="*/ 0 h 54000"/>
                <a:gd name="textAreaBottom" fmla="*/ 54360 h 54000"/>
              </a:gdLst>
              <a:ahLst/>
              <a:cxnLst/>
              <a:rect l="textAreaLeft" t="textAreaTop" r="textAreaRight" b="textAreaBottom"/>
              <a:pathLst>
                <a:path w="126258" h="126258">
                  <a:moveTo>
                    <a:pt x="108132" y="18126"/>
                  </a:moveTo>
                  <a:cubicBezTo>
                    <a:pt x="98131" y="21251"/>
                    <a:pt x="88756" y="23751"/>
                    <a:pt x="78755" y="25002"/>
                  </a:cubicBezTo>
                  <a:cubicBezTo>
                    <a:pt x="73130" y="17501"/>
                    <a:pt x="67504" y="9376"/>
                    <a:pt x="63129" y="0"/>
                  </a:cubicBezTo>
                  <a:cubicBezTo>
                    <a:pt x="58753" y="9376"/>
                    <a:pt x="53753" y="17501"/>
                    <a:pt x="47503" y="25002"/>
                  </a:cubicBezTo>
                  <a:cubicBezTo>
                    <a:pt x="38127" y="23751"/>
                    <a:pt x="28127" y="21251"/>
                    <a:pt x="18126" y="18126"/>
                  </a:cubicBezTo>
                  <a:cubicBezTo>
                    <a:pt x="21251" y="28127"/>
                    <a:pt x="23751" y="37502"/>
                    <a:pt x="25002" y="47503"/>
                  </a:cubicBezTo>
                  <a:cubicBezTo>
                    <a:pt x="17501" y="53128"/>
                    <a:pt x="9376" y="58754"/>
                    <a:pt x="0" y="63129"/>
                  </a:cubicBezTo>
                  <a:cubicBezTo>
                    <a:pt x="9376" y="67504"/>
                    <a:pt x="17501" y="72504"/>
                    <a:pt x="25002" y="78755"/>
                  </a:cubicBezTo>
                  <a:cubicBezTo>
                    <a:pt x="23751" y="88130"/>
                    <a:pt x="21251" y="98131"/>
                    <a:pt x="18126" y="108132"/>
                  </a:cubicBezTo>
                  <a:cubicBezTo>
                    <a:pt x="28127" y="105007"/>
                    <a:pt x="37502" y="102507"/>
                    <a:pt x="47503" y="101256"/>
                  </a:cubicBezTo>
                  <a:cubicBezTo>
                    <a:pt x="53128" y="108757"/>
                    <a:pt x="58753" y="116882"/>
                    <a:pt x="63129" y="126258"/>
                  </a:cubicBezTo>
                  <a:cubicBezTo>
                    <a:pt x="67504" y="116882"/>
                    <a:pt x="72504" y="108757"/>
                    <a:pt x="78755" y="101256"/>
                  </a:cubicBezTo>
                  <a:cubicBezTo>
                    <a:pt x="88130" y="102507"/>
                    <a:pt x="98131" y="105007"/>
                    <a:pt x="108132" y="108132"/>
                  </a:cubicBezTo>
                  <a:cubicBezTo>
                    <a:pt x="105007" y="98131"/>
                    <a:pt x="102506" y="88756"/>
                    <a:pt x="101256" y="78755"/>
                  </a:cubicBezTo>
                  <a:cubicBezTo>
                    <a:pt x="108757" y="73130"/>
                    <a:pt x="116882" y="67504"/>
                    <a:pt x="126258" y="63129"/>
                  </a:cubicBezTo>
                  <a:cubicBezTo>
                    <a:pt x="116882" y="58754"/>
                    <a:pt x="108757" y="53753"/>
                    <a:pt x="101256" y="47503"/>
                  </a:cubicBezTo>
                  <a:cubicBezTo>
                    <a:pt x="101881" y="37502"/>
                    <a:pt x="104382" y="27502"/>
                    <a:pt x="108132" y="18126"/>
                  </a:cubicBezTo>
                  <a:close/>
                </a:path>
              </a:pathLst>
            </a:custGeom>
            <a:solidFill>
              <a:schemeClr val="accent4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27000" bIns="2700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09" name="Google Shape;292;p16"/>
            <p:cNvSpPr/>
            <p:nvPr/>
          </p:nvSpPr>
          <p:spPr>
            <a:xfrm>
              <a:off x="8799120" y="713880"/>
              <a:ext cx="158040" cy="158040"/>
            </a:xfrm>
            <a:custGeom>
              <a:avLst/>
              <a:gdLst>
                <a:gd name="textAreaLeft" fmla="*/ 0 w 158040"/>
                <a:gd name="textAreaRight" fmla="*/ 158400 w 158040"/>
                <a:gd name="textAreaTop" fmla="*/ 0 h 158040"/>
                <a:gd name="textAreaBottom" fmla="*/ 158400 h 158040"/>
              </a:gdLst>
              <a:ahLst/>
              <a:cxnLst/>
              <a:rect l="textAreaLeft" t="textAreaTop" r="textAreaRight" b="textAreaBottom"/>
              <a:pathLst>
                <a:path w="367994" h="368245">
                  <a:moveTo>
                    <a:pt x="355647" y="366273"/>
                  </a:moveTo>
                  <a:cubicBezTo>
                    <a:pt x="362523" y="372524"/>
                    <a:pt x="371898" y="362523"/>
                    <a:pt x="366273" y="355648"/>
                  </a:cubicBezTo>
                  <a:cubicBezTo>
                    <a:pt x="188137" y="148760"/>
                    <a:pt x="88755" y="30002"/>
                    <a:pt x="0" y="0"/>
                  </a:cubicBezTo>
                  <a:cubicBezTo>
                    <a:pt x="30627" y="88131"/>
                    <a:pt x="148759" y="188137"/>
                    <a:pt x="355647" y="366273"/>
                  </a:cubicBezTo>
                  <a:close/>
                </a:path>
              </a:pathLst>
            </a:custGeom>
            <a:solidFill>
              <a:schemeClr val="accent4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10" name="Google Shape;293;p16"/>
            <p:cNvSpPr/>
            <p:nvPr/>
          </p:nvSpPr>
          <p:spPr>
            <a:xfrm>
              <a:off x="8602560" y="713880"/>
              <a:ext cx="158040" cy="158040"/>
            </a:xfrm>
            <a:custGeom>
              <a:avLst/>
              <a:gdLst>
                <a:gd name="textAreaLeft" fmla="*/ 0 w 158040"/>
                <a:gd name="textAreaRight" fmla="*/ 158400 w 158040"/>
                <a:gd name="textAreaTop" fmla="*/ 0 h 158040"/>
                <a:gd name="textAreaBottom" fmla="*/ 158400 h 158040"/>
              </a:gdLst>
              <a:ahLst/>
              <a:cxnLst/>
              <a:rect l="textAreaLeft" t="textAreaTop" r="textAreaRight" b="textAreaBottom"/>
              <a:pathLst>
                <a:path w="368245" h="367995">
                  <a:moveTo>
                    <a:pt x="1972" y="355648"/>
                  </a:moveTo>
                  <a:cubicBezTo>
                    <a:pt x="-4278" y="362523"/>
                    <a:pt x="5722" y="371898"/>
                    <a:pt x="12598" y="366273"/>
                  </a:cubicBezTo>
                  <a:cubicBezTo>
                    <a:pt x="219486" y="188137"/>
                    <a:pt x="338243" y="88756"/>
                    <a:pt x="368245" y="0"/>
                  </a:cubicBezTo>
                  <a:cubicBezTo>
                    <a:pt x="280114" y="30002"/>
                    <a:pt x="180108" y="148760"/>
                    <a:pt x="1972" y="355648"/>
                  </a:cubicBezTo>
                  <a:close/>
                </a:path>
              </a:pathLst>
            </a:custGeom>
            <a:solidFill>
              <a:schemeClr val="accent4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11" name="Google Shape;294;p16"/>
            <p:cNvSpPr/>
            <p:nvPr/>
          </p:nvSpPr>
          <p:spPr>
            <a:xfrm>
              <a:off x="8602560" y="517320"/>
              <a:ext cx="158040" cy="158040"/>
            </a:xfrm>
            <a:custGeom>
              <a:avLst/>
              <a:gdLst>
                <a:gd name="textAreaLeft" fmla="*/ 0 w 158040"/>
                <a:gd name="textAreaRight" fmla="*/ 158400 w 158040"/>
                <a:gd name="textAreaTop" fmla="*/ 0 h 158040"/>
                <a:gd name="textAreaBottom" fmla="*/ 158400 h 158040"/>
              </a:gdLst>
              <a:ahLst/>
              <a:cxnLst/>
              <a:rect l="textAreaLeft" t="textAreaTop" r="textAreaRight" b="textAreaBottom"/>
              <a:pathLst>
                <a:path w="367995" h="368245">
                  <a:moveTo>
                    <a:pt x="12348" y="1972"/>
                  </a:moveTo>
                  <a:cubicBezTo>
                    <a:pt x="5472" y="-4278"/>
                    <a:pt x="-3903" y="5722"/>
                    <a:pt x="1722" y="12598"/>
                  </a:cubicBezTo>
                  <a:cubicBezTo>
                    <a:pt x="179858" y="219486"/>
                    <a:pt x="279240" y="338243"/>
                    <a:pt x="367995" y="368245"/>
                  </a:cubicBezTo>
                  <a:cubicBezTo>
                    <a:pt x="337993" y="279490"/>
                    <a:pt x="219861" y="180108"/>
                    <a:pt x="12348" y="1972"/>
                  </a:cubicBezTo>
                  <a:close/>
                </a:path>
              </a:pathLst>
            </a:custGeom>
            <a:solidFill>
              <a:schemeClr val="accent4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</p:grpSp>
    </p:spTree>
  </p:cSld>
</p:sldLayout>
</file>

<file path=ppt/slideLayouts/slideLayout1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_1_1"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2" name="Google Shape;296;p17" descr=""/>
          <p:cNvPicPr/>
          <p:nvPr/>
        </p:nvPicPr>
        <p:blipFill>
          <a:blip r:embed="rId2">
            <a:alphaModFix amt="30000"/>
          </a:blip>
          <a:stretch/>
        </p:blipFill>
        <p:spPr>
          <a:xfrm flipH="1">
            <a:off x="360" y="-3960"/>
            <a:ext cx="9143640" cy="515088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13" name="PlaceHolder 1"/>
          <p:cNvSpPr>
            <a:spLocks noGrp="1"/>
          </p:cNvSpPr>
          <p:nvPr>
            <p:ph type="title"/>
          </p:nvPr>
        </p:nvSpPr>
        <p:spPr>
          <a:xfrm>
            <a:off x="1882800" y="3052800"/>
            <a:ext cx="5378040" cy="661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t">
            <a:noAutofit/>
          </a:bodyPr>
          <a:p>
            <a:pPr indent="0">
              <a:buNone/>
            </a:pPr>
            <a:r>
              <a:rPr b="0" lang="fr-FR" sz="3500" strike="noStrike" u="none">
                <a:solidFill>
                  <a:schemeClr val="dk1"/>
                </a:solidFill>
                <a:effectLst/>
                <a:uFillTx/>
                <a:latin typeface="Arial"/>
              </a:rPr>
              <a:t>Click to edit the title text format</a:t>
            </a:r>
            <a:endParaRPr b="0" lang="fr-FR" sz="3500" strike="noStrike" u="non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114" name="Google Shape;299;p17"/>
          <p:cNvSpPr/>
          <p:nvPr/>
        </p:nvSpPr>
        <p:spPr>
          <a:xfrm>
            <a:off x="8164080" y="539640"/>
            <a:ext cx="1410840" cy="1389960"/>
          </a:xfrm>
          <a:custGeom>
            <a:avLst/>
            <a:gdLst>
              <a:gd name="textAreaLeft" fmla="*/ 0 w 1410840"/>
              <a:gd name="textAreaRight" fmla="*/ 1411200 w 1410840"/>
              <a:gd name="textAreaTop" fmla="*/ 0 h 1389960"/>
              <a:gd name="textAreaBottom" fmla="*/ 1390320 h 1389960"/>
            </a:gdLst>
            <a:ahLst/>
            <a:cxnLst/>
            <a:rect l="textAreaLeft" t="textAreaTop" r="textAreaRight" b="textAreaBottom"/>
            <a:pathLst>
              <a:path w="1973873" h="1944496">
                <a:moveTo>
                  <a:pt x="1330709" y="1944497"/>
                </a:moveTo>
                <a:lnTo>
                  <a:pt x="987562" y="1251328"/>
                </a:lnTo>
                <a:lnTo>
                  <a:pt x="644416" y="1944497"/>
                </a:lnTo>
                <a:lnTo>
                  <a:pt x="827552" y="1193200"/>
                </a:lnTo>
                <a:lnTo>
                  <a:pt x="119382" y="1503844"/>
                </a:lnTo>
                <a:lnTo>
                  <a:pt x="741922" y="1045691"/>
                </a:lnTo>
                <a:lnTo>
                  <a:pt x="0" y="828177"/>
                </a:lnTo>
                <a:lnTo>
                  <a:pt x="771298" y="877555"/>
                </a:lnTo>
                <a:lnTo>
                  <a:pt x="342521" y="234390"/>
                </a:lnTo>
                <a:lnTo>
                  <a:pt x="901932" y="768173"/>
                </a:lnTo>
                <a:lnTo>
                  <a:pt x="986937" y="0"/>
                </a:lnTo>
                <a:lnTo>
                  <a:pt x="1071942" y="768173"/>
                </a:lnTo>
                <a:lnTo>
                  <a:pt x="1631353" y="234390"/>
                </a:lnTo>
                <a:lnTo>
                  <a:pt x="1202576" y="877555"/>
                </a:lnTo>
                <a:lnTo>
                  <a:pt x="1973874" y="828177"/>
                </a:lnTo>
                <a:lnTo>
                  <a:pt x="1231953" y="1045691"/>
                </a:lnTo>
                <a:lnTo>
                  <a:pt x="1854491" y="1503844"/>
                </a:lnTo>
                <a:lnTo>
                  <a:pt x="1146322" y="1193200"/>
                </a:lnTo>
                <a:lnTo>
                  <a:pt x="1330709" y="1944497"/>
                </a:lnTo>
                <a:close/>
                <a:moveTo>
                  <a:pt x="987562" y="1234453"/>
                </a:moveTo>
                <a:lnTo>
                  <a:pt x="1306957" y="1879493"/>
                </a:lnTo>
                <a:lnTo>
                  <a:pt x="1136946" y="1180074"/>
                </a:lnTo>
                <a:lnTo>
                  <a:pt x="1795738" y="1468842"/>
                </a:lnTo>
                <a:lnTo>
                  <a:pt x="1216327" y="1042565"/>
                </a:lnTo>
                <a:lnTo>
                  <a:pt x="1223827" y="1040690"/>
                </a:lnTo>
                <a:lnTo>
                  <a:pt x="1906995" y="840678"/>
                </a:lnTo>
                <a:lnTo>
                  <a:pt x="1188825" y="886931"/>
                </a:lnTo>
                <a:lnTo>
                  <a:pt x="1587600" y="288143"/>
                </a:lnTo>
                <a:lnTo>
                  <a:pt x="1066942" y="785049"/>
                </a:lnTo>
                <a:lnTo>
                  <a:pt x="987562" y="69379"/>
                </a:lnTo>
                <a:lnTo>
                  <a:pt x="908182" y="784424"/>
                </a:lnTo>
                <a:lnTo>
                  <a:pt x="387524" y="287518"/>
                </a:lnTo>
                <a:lnTo>
                  <a:pt x="786299" y="886306"/>
                </a:lnTo>
                <a:lnTo>
                  <a:pt x="778799" y="885680"/>
                </a:lnTo>
                <a:lnTo>
                  <a:pt x="68754" y="840053"/>
                </a:lnTo>
                <a:lnTo>
                  <a:pt x="758798" y="1042565"/>
                </a:lnTo>
                <a:lnTo>
                  <a:pt x="752547" y="1046941"/>
                </a:lnTo>
                <a:lnTo>
                  <a:pt x="179386" y="1468842"/>
                </a:lnTo>
                <a:lnTo>
                  <a:pt x="838178" y="1180074"/>
                </a:lnTo>
                <a:lnTo>
                  <a:pt x="668167" y="1879493"/>
                </a:lnTo>
                <a:lnTo>
                  <a:pt x="987562" y="1234453"/>
                </a:lnTo>
                <a:close/>
              </a:path>
            </a:pathLst>
          </a:custGeom>
          <a:solidFill>
            <a:schemeClr val="accent2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endParaRPr b="0" lang="en-US" sz="1800" strike="noStrike" u="none">
              <a:solidFill>
                <a:srgbClr val="000000"/>
              </a:solidFill>
              <a:effectLst/>
              <a:uFillTx/>
              <a:latin typeface="OpenSymbol"/>
            </a:endParaRPr>
          </a:p>
        </p:txBody>
      </p:sp>
      <p:grpSp>
        <p:nvGrpSpPr>
          <p:cNvPr id="115" name="Google Shape;300;p17"/>
          <p:cNvGrpSpPr/>
          <p:nvPr/>
        </p:nvGrpSpPr>
        <p:grpSpPr>
          <a:xfrm>
            <a:off x="8238960" y="3570480"/>
            <a:ext cx="499320" cy="499320"/>
            <a:chOff x="8238960" y="3570480"/>
            <a:chExt cx="499320" cy="499320"/>
          </a:xfrm>
        </p:grpSpPr>
        <p:sp>
          <p:nvSpPr>
            <p:cNvPr id="116" name="Google Shape;301;p17"/>
            <p:cNvSpPr/>
            <p:nvPr/>
          </p:nvSpPr>
          <p:spPr>
            <a:xfrm>
              <a:off x="8515800" y="3808800"/>
              <a:ext cx="222480" cy="23040"/>
            </a:xfrm>
            <a:custGeom>
              <a:avLst/>
              <a:gdLst>
                <a:gd name="textAreaLeft" fmla="*/ 0 w 222480"/>
                <a:gd name="textAreaRight" fmla="*/ 222840 w 222480"/>
                <a:gd name="textAreaTop" fmla="*/ 0 h 23040"/>
                <a:gd name="textAreaBottom" fmla="*/ 23400 h 23040"/>
              </a:gdLst>
              <a:ahLst/>
              <a:cxnLst/>
              <a:rect l="textAreaLeft" t="textAreaTop" r="textAreaRight" b="textAreaBottom"/>
              <a:pathLst>
                <a:path w="517688" h="54004">
                  <a:moveTo>
                    <a:pt x="510657" y="19502"/>
                  </a:moveTo>
                  <a:cubicBezTo>
                    <a:pt x="238140" y="-1125"/>
                    <a:pt x="83755" y="-14250"/>
                    <a:pt x="0" y="27002"/>
                  </a:cubicBezTo>
                  <a:cubicBezTo>
                    <a:pt x="83755" y="68255"/>
                    <a:pt x="238140" y="55129"/>
                    <a:pt x="510657" y="34503"/>
                  </a:cubicBezTo>
                  <a:cubicBezTo>
                    <a:pt x="520033" y="33877"/>
                    <a:pt x="520033" y="20127"/>
                    <a:pt x="510657" y="19502"/>
                  </a:cubicBezTo>
                  <a:close/>
                </a:path>
              </a:pathLst>
            </a:custGeom>
            <a:solidFill>
              <a:schemeClr val="accent4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11520" bIns="1152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17" name="Google Shape;302;p17"/>
            <p:cNvSpPr/>
            <p:nvPr/>
          </p:nvSpPr>
          <p:spPr>
            <a:xfrm>
              <a:off x="8477280" y="3847320"/>
              <a:ext cx="22680" cy="222480"/>
            </a:xfrm>
            <a:custGeom>
              <a:avLst/>
              <a:gdLst>
                <a:gd name="textAreaLeft" fmla="*/ 0 w 22680"/>
                <a:gd name="textAreaRight" fmla="*/ 23040 w 22680"/>
                <a:gd name="textAreaTop" fmla="*/ 0 h 222480"/>
                <a:gd name="textAreaBottom" fmla="*/ 222840 h 222480"/>
              </a:gdLst>
              <a:ahLst/>
              <a:cxnLst/>
              <a:rect l="textAreaLeft" t="textAreaTop" r="textAreaRight" b="textAreaBottom"/>
              <a:pathLst>
                <a:path w="53781" h="517688">
                  <a:moveTo>
                    <a:pt x="19279" y="510657"/>
                  </a:moveTo>
                  <a:cubicBezTo>
                    <a:pt x="19904" y="520033"/>
                    <a:pt x="33655" y="520033"/>
                    <a:pt x="34280" y="510657"/>
                  </a:cubicBezTo>
                  <a:cubicBezTo>
                    <a:pt x="54906" y="238140"/>
                    <a:pt x="68032" y="83755"/>
                    <a:pt x="26779" y="0"/>
                  </a:cubicBezTo>
                  <a:cubicBezTo>
                    <a:pt x="-14473" y="83755"/>
                    <a:pt x="-722" y="238140"/>
                    <a:pt x="19279" y="510657"/>
                  </a:cubicBezTo>
                  <a:close/>
                </a:path>
              </a:pathLst>
            </a:custGeom>
            <a:solidFill>
              <a:schemeClr val="accent4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18" name="Google Shape;303;p17"/>
            <p:cNvSpPr/>
            <p:nvPr/>
          </p:nvSpPr>
          <p:spPr>
            <a:xfrm>
              <a:off x="8238960" y="3808800"/>
              <a:ext cx="222480" cy="23040"/>
            </a:xfrm>
            <a:custGeom>
              <a:avLst/>
              <a:gdLst>
                <a:gd name="textAreaLeft" fmla="*/ 0 w 222480"/>
                <a:gd name="textAreaRight" fmla="*/ 222840 w 222480"/>
                <a:gd name="textAreaTop" fmla="*/ 0 h 23040"/>
                <a:gd name="textAreaBottom" fmla="*/ 23400 h 23040"/>
              </a:gdLst>
              <a:ahLst/>
              <a:cxnLst/>
              <a:rect l="textAreaLeft" t="textAreaTop" r="textAreaRight" b="textAreaBottom"/>
              <a:pathLst>
                <a:path w="517688" h="54004">
                  <a:moveTo>
                    <a:pt x="7032" y="19502"/>
                  </a:moveTo>
                  <a:cubicBezTo>
                    <a:pt x="-2344" y="20127"/>
                    <a:pt x="-2344" y="33877"/>
                    <a:pt x="7032" y="34503"/>
                  </a:cubicBezTo>
                  <a:cubicBezTo>
                    <a:pt x="279549" y="55129"/>
                    <a:pt x="433934" y="68255"/>
                    <a:pt x="517689" y="27002"/>
                  </a:cubicBezTo>
                  <a:cubicBezTo>
                    <a:pt x="433934" y="-14250"/>
                    <a:pt x="280174" y="-1125"/>
                    <a:pt x="7032" y="19502"/>
                  </a:cubicBezTo>
                  <a:close/>
                </a:path>
              </a:pathLst>
            </a:custGeom>
            <a:solidFill>
              <a:schemeClr val="accent4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11520" bIns="1152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19" name="Google Shape;304;p17"/>
            <p:cNvSpPr/>
            <p:nvPr/>
          </p:nvSpPr>
          <p:spPr>
            <a:xfrm>
              <a:off x="8477280" y="3570480"/>
              <a:ext cx="23040" cy="222480"/>
            </a:xfrm>
            <a:custGeom>
              <a:avLst/>
              <a:gdLst>
                <a:gd name="textAreaLeft" fmla="*/ 0 w 23040"/>
                <a:gd name="textAreaRight" fmla="*/ 23400 w 23040"/>
                <a:gd name="textAreaTop" fmla="*/ 0 h 222480"/>
                <a:gd name="textAreaBottom" fmla="*/ 222840 h 222480"/>
              </a:gdLst>
              <a:ahLst/>
              <a:cxnLst/>
              <a:rect l="textAreaLeft" t="textAreaTop" r="textAreaRight" b="textAreaBottom"/>
              <a:pathLst>
                <a:path w="54004" h="517688">
                  <a:moveTo>
                    <a:pt x="34503" y="7032"/>
                  </a:moveTo>
                  <a:cubicBezTo>
                    <a:pt x="33878" y="-2344"/>
                    <a:pt x="20127" y="-2344"/>
                    <a:pt x="19502" y="7032"/>
                  </a:cubicBezTo>
                  <a:cubicBezTo>
                    <a:pt x="-1125" y="279549"/>
                    <a:pt x="-14250" y="433933"/>
                    <a:pt x="27002" y="517689"/>
                  </a:cubicBezTo>
                  <a:cubicBezTo>
                    <a:pt x="68255" y="433933"/>
                    <a:pt x="55129" y="279549"/>
                    <a:pt x="34503" y="7032"/>
                  </a:cubicBezTo>
                  <a:close/>
                </a:path>
              </a:pathLst>
            </a:custGeom>
            <a:solidFill>
              <a:schemeClr val="accent4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20" name="Google Shape;305;p17"/>
            <p:cNvSpPr/>
            <p:nvPr/>
          </p:nvSpPr>
          <p:spPr>
            <a:xfrm>
              <a:off x="8507880" y="3642840"/>
              <a:ext cx="158040" cy="158040"/>
            </a:xfrm>
            <a:custGeom>
              <a:avLst/>
              <a:gdLst>
                <a:gd name="textAreaLeft" fmla="*/ 0 w 158040"/>
                <a:gd name="textAreaRight" fmla="*/ 158400 w 158040"/>
                <a:gd name="textAreaTop" fmla="*/ 0 h 158040"/>
                <a:gd name="textAreaBottom" fmla="*/ 158400 h 158040"/>
              </a:gdLst>
              <a:ahLst/>
              <a:cxnLst/>
              <a:rect l="textAreaLeft" t="textAreaTop" r="textAreaRight" b="textAreaBottom"/>
              <a:pathLst>
                <a:path w="368244" h="367995">
                  <a:moveTo>
                    <a:pt x="366273" y="12348"/>
                  </a:moveTo>
                  <a:cubicBezTo>
                    <a:pt x="372523" y="5472"/>
                    <a:pt x="362523" y="-3903"/>
                    <a:pt x="355647" y="1722"/>
                  </a:cubicBezTo>
                  <a:cubicBezTo>
                    <a:pt x="148759" y="179858"/>
                    <a:pt x="30002" y="279240"/>
                    <a:pt x="0" y="367995"/>
                  </a:cubicBezTo>
                  <a:cubicBezTo>
                    <a:pt x="88755" y="337368"/>
                    <a:pt x="188137" y="219236"/>
                    <a:pt x="366273" y="12348"/>
                  </a:cubicBezTo>
                  <a:close/>
                </a:path>
              </a:pathLst>
            </a:custGeom>
            <a:solidFill>
              <a:schemeClr val="accent4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21" name="Google Shape;306;p17"/>
            <p:cNvSpPr/>
            <p:nvPr/>
          </p:nvSpPr>
          <p:spPr>
            <a:xfrm>
              <a:off x="8461800" y="3793320"/>
              <a:ext cx="54000" cy="54000"/>
            </a:xfrm>
            <a:custGeom>
              <a:avLst/>
              <a:gdLst>
                <a:gd name="textAreaLeft" fmla="*/ 0 w 54000"/>
                <a:gd name="textAreaRight" fmla="*/ 54360 w 54000"/>
                <a:gd name="textAreaTop" fmla="*/ 0 h 54000"/>
                <a:gd name="textAreaBottom" fmla="*/ 54360 h 54000"/>
              </a:gdLst>
              <a:ahLst/>
              <a:cxnLst/>
              <a:rect l="textAreaLeft" t="textAreaTop" r="textAreaRight" b="textAreaBottom"/>
              <a:pathLst>
                <a:path w="126258" h="126258">
                  <a:moveTo>
                    <a:pt x="108132" y="18126"/>
                  </a:moveTo>
                  <a:cubicBezTo>
                    <a:pt x="98131" y="21251"/>
                    <a:pt x="88756" y="23751"/>
                    <a:pt x="78755" y="25002"/>
                  </a:cubicBezTo>
                  <a:cubicBezTo>
                    <a:pt x="73130" y="17501"/>
                    <a:pt x="67504" y="9376"/>
                    <a:pt x="63129" y="0"/>
                  </a:cubicBezTo>
                  <a:cubicBezTo>
                    <a:pt x="58753" y="9376"/>
                    <a:pt x="53753" y="17501"/>
                    <a:pt x="47503" y="25002"/>
                  </a:cubicBezTo>
                  <a:cubicBezTo>
                    <a:pt x="38127" y="23751"/>
                    <a:pt x="28127" y="21251"/>
                    <a:pt x="18126" y="18126"/>
                  </a:cubicBezTo>
                  <a:cubicBezTo>
                    <a:pt x="21251" y="28127"/>
                    <a:pt x="23751" y="37502"/>
                    <a:pt x="25002" y="47503"/>
                  </a:cubicBezTo>
                  <a:cubicBezTo>
                    <a:pt x="17501" y="53128"/>
                    <a:pt x="9376" y="58754"/>
                    <a:pt x="0" y="63129"/>
                  </a:cubicBezTo>
                  <a:cubicBezTo>
                    <a:pt x="9376" y="67504"/>
                    <a:pt x="17501" y="72504"/>
                    <a:pt x="25002" y="78755"/>
                  </a:cubicBezTo>
                  <a:cubicBezTo>
                    <a:pt x="23751" y="88130"/>
                    <a:pt x="21251" y="98131"/>
                    <a:pt x="18126" y="108132"/>
                  </a:cubicBezTo>
                  <a:cubicBezTo>
                    <a:pt x="28127" y="105007"/>
                    <a:pt x="37502" y="102507"/>
                    <a:pt x="47503" y="101256"/>
                  </a:cubicBezTo>
                  <a:cubicBezTo>
                    <a:pt x="53128" y="108757"/>
                    <a:pt x="58753" y="116882"/>
                    <a:pt x="63129" y="126258"/>
                  </a:cubicBezTo>
                  <a:cubicBezTo>
                    <a:pt x="67504" y="116882"/>
                    <a:pt x="72504" y="108757"/>
                    <a:pt x="78755" y="101256"/>
                  </a:cubicBezTo>
                  <a:cubicBezTo>
                    <a:pt x="88130" y="102507"/>
                    <a:pt x="98131" y="105007"/>
                    <a:pt x="108132" y="108132"/>
                  </a:cubicBezTo>
                  <a:cubicBezTo>
                    <a:pt x="105007" y="98131"/>
                    <a:pt x="102506" y="88756"/>
                    <a:pt x="101256" y="78755"/>
                  </a:cubicBezTo>
                  <a:cubicBezTo>
                    <a:pt x="108757" y="73130"/>
                    <a:pt x="116882" y="67504"/>
                    <a:pt x="126258" y="63129"/>
                  </a:cubicBezTo>
                  <a:cubicBezTo>
                    <a:pt x="116882" y="58754"/>
                    <a:pt x="108757" y="53753"/>
                    <a:pt x="101256" y="47503"/>
                  </a:cubicBezTo>
                  <a:cubicBezTo>
                    <a:pt x="101881" y="37502"/>
                    <a:pt x="104382" y="27502"/>
                    <a:pt x="108132" y="18126"/>
                  </a:cubicBezTo>
                  <a:close/>
                </a:path>
              </a:pathLst>
            </a:custGeom>
            <a:solidFill>
              <a:schemeClr val="accent4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27000" bIns="2700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22" name="Google Shape;307;p17"/>
            <p:cNvSpPr/>
            <p:nvPr/>
          </p:nvSpPr>
          <p:spPr>
            <a:xfrm>
              <a:off x="8507880" y="3839400"/>
              <a:ext cx="158040" cy="158040"/>
            </a:xfrm>
            <a:custGeom>
              <a:avLst/>
              <a:gdLst>
                <a:gd name="textAreaLeft" fmla="*/ 0 w 158040"/>
                <a:gd name="textAreaRight" fmla="*/ 158400 w 158040"/>
                <a:gd name="textAreaTop" fmla="*/ 0 h 158040"/>
                <a:gd name="textAreaBottom" fmla="*/ 158400 h 158040"/>
              </a:gdLst>
              <a:ahLst/>
              <a:cxnLst/>
              <a:rect l="textAreaLeft" t="textAreaTop" r="textAreaRight" b="textAreaBottom"/>
              <a:pathLst>
                <a:path w="367994" h="368245">
                  <a:moveTo>
                    <a:pt x="355647" y="366273"/>
                  </a:moveTo>
                  <a:cubicBezTo>
                    <a:pt x="362523" y="372524"/>
                    <a:pt x="371898" y="362523"/>
                    <a:pt x="366273" y="355648"/>
                  </a:cubicBezTo>
                  <a:cubicBezTo>
                    <a:pt x="188137" y="148760"/>
                    <a:pt x="88755" y="30002"/>
                    <a:pt x="0" y="0"/>
                  </a:cubicBezTo>
                  <a:cubicBezTo>
                    <a:pt x="30627" y="88131"/>
                    <a:pt x="148759" y="188137"/>
                    <a:pt x="355647" y="366273"/>
                  </a:cubicBezTo>
                  <a:close/>
                </a:path>
              </a:pathLst>
            </a:custGeom>
            <a:solidFill>
              <a:schemeClr val="accent4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23" name="Google Shape;308;p17"/>
            <p:cNvSpPr/>
            <p:nvPr/>
          </p:nvSpPr>
          <p:spPr>
            <a:xfrm>
              <a:off x="8311320" y="3839400"/>
              <a:ext cx="158040" cy="158040"/>
            </a:xfrm>
            <a:custGeom>
              <a:avLst/>
              <a:gdLst>
                <a:gd name="textAreaLeft" fmla="*/ 0 w 158040"/>
                <a:gd name="textAreaRight" fmla="*/ 158400 w 158040"/>
                <a:gd name="textAreaTop" fmla="*/ 0 h 158040"/>
                <a:gd name="textAreaBottom" fmla="*/ 158400 h 158040"/>
              </a:gdLst>
              <a:ahLst/>
              <a:cxnLst/>
              <a:rect l="textAreaLeft" t="textAreaTop" r="textAreaRight" b="textAreaBottom"/>
              <a:pathLst>
                <a:path w="368245" h="367995">
                  <a:moveTo>
                    <a:pt x="1972" y="355648"/>
                  </a:moveTo>
                  <a:cubicBezTo>
                    <a:pt x="-4278" y="362523"/>
                    <a:pt x="5722" y="371898"/>
                    <a:pt x="12598" y="366273"/>
                  </a:cubicBezTo>
                  <a:cubicBezTo>
                    <a:pt x="219486" y="188137"/>
                    <a:pt x="338243" y="88756"/>
                    <a:pt x="368245" y="0"/>
                  </a:cubicBezTo>
                  <a:cubicBezTo>
                    <a:pt x="280114" y="30002"/>
                    <a:pt x="180108" y="148760"/>
                    <a:pt x="1972" y="355648"/>
                  </a:cubicBezTo>
                  <a:close/>
                </a:path>
              </a:pathLst>
            </a:custGeom>
            <a:solidFill>
              <a:schemeClr val="accent4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24" name="Google Shape;309;p17"/>
            <p:cNvSpPr/>
            <p:nvPr/>
          </p:nvSpPr>
          <p:spPr>
            <a:xfrm>
              <a:off x="8311320" y="3642480"/>
              <a:ext cx="158040" cy="158040"/>
            </a:xfrm>
            <a:custGeom>
              <a:avLst/>
              <a:gdLst>
                <a:gd name="textAreaLeft" fmla="*/ 0 w 158040"/>
                <a:gd name="textAreaRight" fmla="*/ 158400 w 158040"/>
                <a:gd name="textAreaTop" fmla="*/ 0 h 158040"/>
                <a:gd name="textAreaBottom" fmla="*/ 158400 h 158040"/>
              </a:gdLst>
              <a:ahLst/>
              <a:cxnLst/>
              <a:rect l="textAreaLeft" t="textAreaTop" r="textAreaRight" b="textAreaBottom"/>
              <a:pathLst>
                <a:path w="367995" h="368245">
                  <a:moveTo>
                    <a:pt x="12348" y="1972"/>
                  </a:moveTo>
                  <a:cubicBezTo>
                    <a:pt x="5472" y="-4278"/>
                    <a:pt x="-3903" y="5722"/>
                    <a:pt x="1722" y="12598"/>
                  </a:cubicBezTo>
                  <a:cubicBezTo>
                    <a:pt x="179858" y="219486"/>
                    <a:pt x="279240" y="338243"/>
                    <a:pt x="367995" y="368245"/>
                  </a:cubicBezTo>
                  <a:cubicBezTo>
                    <a:pt x="337993" y="279490"/>
                    <a:pt x="219861" y="180108"/>
                    <a:pt x="12348" y="1972"/>
                  </a:cubicBezTo>
                  <a:close/>
                </a:path>
              </a:pathLst>
            </a:custGeom>
            <a:solidFill>
              <a:schemeClr val="accent4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</p:grpSp>
      <p:grpSp>
        <p:nvGrpSpPr>
          <p:cNvPr id="125" name="Google Shape;310;p17"/>
          <p:cNvGrpSpPr/>
          <p:nvPr/>
        </p:nvGrpSpPr>
        <p:grpSpPr>
          <a:xfrm>
            <a:off x="543960" y="436320"/>
            <a:ext cx="498960" cy="498960"/>
            <a:chOff x="543960" y="436320"/>
            <a:chExt cx="498960" cy="498960"/>
          </a:xfrm>
        </p:grpSpPr>
        <p:sp>
          <p:nvSpPr>
            <p:cNvPr id="126" name="Google Shape;311;p17"/>
            <p:cNvSpPr/>
            <p:nvPr/>
          </p:nvSpPr>
          <p:spPr>
            <a:xfrm>
              <a:off x="820440" y="674280"/>
              <a:ext cx="222480" cy="23040"/>
            </a:xfrm>
            <a:custGeom>
              <a:avLst/>
              <a:gdLst>
                <a:gd name="textAreaLeft" fmla="*/ 0 w 222480"/>
                <a:gd name="textAreaRight" fmla="*/ 222840 w 222480"/>
                <a:gd name="textAreaTop" fmla="*/ 0 h 23040"/>
                <a:gd name="textAreaBottom" fmla="*/ 23400 h 23040"/>
              </a:gdLst>
              <a:ahLst/>
              <a:cxnLst/>
              <a:rect l="textAreaLeft" t="textAreaTop" r="textAreaRight" b="textAreaBottom"/>
              <a:pathLst>
                <a:path w="517688" h="54004">
                  <a:moveTo>
                    <a:pt x="510657" y="19502"/>
                  </a:moveTo>
                  <a:cubicBezTo>
                    <a:pt x="238140" y="-1125"/>
                    <a:pt x="83755" y="-14250"/>
                    <a:pt x="0" y="27002"/>
                  </a:cubicBezTo>
                  <a:cubicBezTo>
                    <a:pt x="83755" y="68255"/>
                    <a:pt x="238140" y="55129"/>
                    <a:pt x="510657" y="34503"/>
                  </a:cubicBezTo>
                  <a:cubicBezTo>
                    <a:pt x="520033" y="33877"/>
                    <a:pt x="520033" y="20127"/>
                    <a:pt x="510657" y="19502"/>
                  </a:cubicBezTo>
                  <a:close/>
                </a:path>
              </a:pathLst>
            </a:custGeom>
            <a:solidFill>
              <a:schemeClr val="accent4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11520" bIns="1152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27" name="Google Shape;312;p17"/>
            <p:cNvSpPr/>
            <p:nvPr/>
          </p:nvSpPr>
          <p:spPr>
            <a:xfrm>
              <a:off x="782280" y="712800"/>
              <a:ext cx="22680" cy="222480"/>
            </a:xfrm>
            <a:custGeom>
              <a:avLst/>
              <a:gdLst>
                <a:gd name="textAreaLeft" fmla="*/ 0 w 22680"/>
                <a:gd name="textAreaRight" fmla="*/ 23040 w 22680"/>
                <a:gd name="textAreaTop" fmla="*/ 0 h 222480"/>
                <a:gd name="textAreaBottom" fmla="*/ 222840 h 222480"/>
              </a:gdLst>
              <a:ahLst/>
              <a:cxnLst/>
              <a:rect l="textAreaLeft" t="textAreaTop" r="textAreaRight" b="textAreaBottom"/>
              <a:pathLst>
                <a:path w="53781" h="517688">
                  <a:moveTo>
                    <a:pt x="19279" y="510657"/>
                  </a:moveTo>
                  <a:cubicBezTo>
                    <a:pt x="19904" y="520033"/>
                    <a:pt x="33655" y="520033"/>
                    <a:pt x="34280" y="510657"/>
                  </a:cubicBezTo>
                  <a:cubicBezTo>
                    <a:pt x="54906" y="238140"/>
                    <a:pt x="68032" y="83755"/>
                    <a:pt x="26779" y="0"/>
                  </a:cubicBezTo>
                  <a:cubicBezTo>
                    <a:pt x="-14473" y="83755"/>
                    <a:pt x="-722" y="238140"/>
                    <a:pt x="19279" y="510657"/>
                  </a:cubicBezTo>
                  <a:close/>
                </a:path>
              </a:pathLst>
            </a:custGeom>
            <a:solidFill>
              <a:schemeClr val="accent4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28" name="Google Shape;313;p17"/>
            <p:cNvSpPr/>
            <p:nvPr/>
          </p:nvSpPr>
          <p:spPr>
            <a:xfrm>
              <a:off x="543960" y="674280"/>
              <a:ext cx="222480" cy="23040"/>
            </a:xfrm>
            <a:custGeom>
              <a:avLst/>
              <a:gdLst>
                <a:gd name="textAreaLeft" fmla="*/ 0 w 222480"/>
                <a:gd name="textAreaRight" fmla="*/ 222840 w 222480"/>
                <a:gd name="textAreaTop" fmla="*/ 0 h 23040"/>
                <a:gd name="textAreaBottom" fmla="*/ 23400 h 23040"/>
              </a:gdLst>
              <a:ahLst/>
              <a:cxnLst/>
              <a:rect l="textAreaLeft" t="textAreaTop" r="textAreaRight" b="textAreaBottom"/>
              <a:pathLst>
                <a:path w="517688" h="54004">
                  <a:moveTo>
                    <a:pt x="7032" y="19502"/>
                  </a:moveTo>
                  <a:cubicBezTo>
                    <a:pt x="-2344" y="20127"/>
                    <a:pt x="-2344" y="33877"/>
                    <a:pt x="7032" y="34503"/>
                  </a:cubicBezTo>
                  <a:cubicBezTo>
                    <a:pt x="279549" y="55129"/>
                    <a:pt x="433934" y="68255"/>
                    <a:pt x="517689" y="27002"/>
                  </a:cubicBezTo>
                  <a:cubicBezTo>
                    <a:pt x="433934" y="-14250"/>
                    <a:pt x="280174" y="-1125"/>
                    <a:pt x="7032" y="19502"/>
                  </a:cubicBezTo>
                  <a:close/>
                </a:path>
              </a:pathLst>
            </a:custGeom>
            <a:solidFill>
              <a:schemeClr val="accent4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11520" bIns="1152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29" name="Google Shape;314;p17"/>
            <p:cNvSpPr/>
            <p:nvPr/>
          </p:nvSpPr>
          <p:spPr>
            <a:xfrm>
              <a:off x="781920" y="436320"/>
              <a:ext cx="23040" cy="222480"/>
            </a:xfrm>
            <a:custGeom>
              <a:avLst/>
              <a:gdLst>
                <a:gd name="textAreaLeft" fmla="*/ 0 w 23040"/>
                <a:gd name="textAreaRight" fmla="*/ 23400 w 23040"/>
                <a:gd name="textAreaTop" fmla="*/ 0 h 222480"/>
                <a:gd name="textAreaBottom" fmla="*/ 222840 h 222480"/>
              </a:gdLst>
              <a:ahLst/>
              <a:cxnLst/>
              <a:rect l="textAreaLeft" t="textAreaTop" r="textAreaRight" b="textAreaBottom"/>
              <a:pathLst>
                <a:path w="54004" h="517688">
                  <a:moveTo>
                    <a:pt x="34503" y="7032"/>
                  </a:moveTo>
                  <a:cubicBezTo>
                    <a:pt x="33878" y="-2344"/>
                    <a:pt x="20127" y="-2344"/>
                    <a:pt x="19502" y="7032"/>
                  </a:cubicBezTo>
                  <a:cubicBezTo>
                    <a:pt x="-1125" y="279549"/>
                    <a:pt x="-14250" y="433933"/>
                    <a:pt x="27002" y="517689"/>
                  </a:cubicBezTo>
                  <a:cubicBezTo>
                    <a:pt x="68255" y="433933"/>
                    <a:pt x="55129" y="279549"/>
                    <a:pt x="34503" y="7032"/>
                  </a:cubicBezTo>
                  <a:close/>
                </a:path>
              </a:pathLst>
            </a:custGeom>
            <a:solidFill>
              <a:schemeClr val="accent4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30" name="Google Shape;315;p17"/>
            <p:cNvSpPr/>
            <p:nvPr/>
          </p:nvSpPr>
          <p:spPr>
            <a:xfrm>
              <a:off x="812880" y="508320"/>
              <a:ext cx="158040" cy="158040"/>
            </a:xfrm>
            <a:custGeom>
              <a:avLst/>
              <a:gdLst>
                <a:gd name="textAreaLeft" fmla="*/ 0 w 158040"/>
                <a:gd name="textAreaRight" fmla="*/ 158400 w 158040"/>
                <a:gd name="textAreaTop" fmla="*/ 0 h 158040"/>
                <a:gd name="textAreaBottom" fmla="*/ 158400 h 158040"/>
              </a:gdLst>
              <a:ahLst/>
              <a:cxnLst/>
              <a:rect l="textAreaLeft" t="textAreaTop" r="textAreaRight" b="textAreaBottom"/>
              <a:pathLst>
                <a:path w="368244" h="367995">
                  <a:moveTo>
                    <a:pt x="366273" y="12348"/>
                  </a:moveTo>
                  <a:cubicBezTo>
                    <a:pt x="372523" y="5472"/>
                    <a:pt x="362523" y="-3903"/>
                    <a:pt x="355647" y="1722"/>
                  </a:cubicBezTo>
                  <a:cubicBezTo>
                    <a:pt x="148759" y="179858"/>
                    <a:pt x="30002" y="279240"/>
                    <a:pt x="0" y="367995"/>
                  </a:cubicBezTo>
                  <a:cubicBezTo>
                    <a:pt x="88755" y="337368"/>
                    <a:pt x="188137" y="219236"/>
                    <a:pt x="366273" y="12348"/>
                  </a:cubicBezTo>
                  <a:close/>
                </a:path>
              </a:pathLst>
            </a:custGeom>
            <a:solidFill>
              <a:schemeClr val="accent4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31" name="Google Shape;316;p17"/>
            <p:cNvSpPr/>
            <p:nvPr/>
          </p:nvSpPr>
          <p:spPr>
            <a:xfrm>
              <a:off x="766440" y="659160"/>
              <a:ext cx="54000" cy="54000"/>
            </a:xfrm>
            <a:custGeom>
              <a:avLst/>
              <a:gdLst>
                <a:gd name="textAreaLeft" fmla="*/ 0 w 54000"/>
                <a:gd name="textAreaRight" fmla="*/ 54360 w 54000"/>
                <a:gd name="textAreaTop" fmla="*/ 0 h 54000"/>
                <a:gd name="textAreaBottom" fmla="*/ 54360 h 54000"/>
              </a:gdLst>
              <a:ahLst/>
              <a:cxnLst/>
              <a:rect l="textAreaLeft" t="textAreaTop" r="textAreaRight" b="textAreaBottom"/>
              <a:pathLst>
                <a:path w="126258" h="126258">
                  <a:moveTo>
                    <a:pt x="108132" y="18126"/>
                  </a:moveTo>
                  <a:cubicBezTo>
                    <a:pt x="98131" y="21251"/>
                    <a:pt x="88756" y="23751"/>
                    <a:pt x="78755" y="25002"/>
                  </a:cubicBezTo>
                  <a:cubicBezTo>
                    <a:pt x="73130" y="17501"/>
                    <a:pt x="67504" y="9376"/>
                    <a:pt x="63129" y="0"/>
                  </a:cubicBezTo>
                  <a:cubicBezTo>
                    <a:pt x="58753" y="9376"/>
                    <a:pt x="53753" y="17501"/>
                    <a:pt x="47503" y="25002"/>
                  </a:cubicBezTo>
                  <a:cubicBezTo>
                    <a:pt x="38127" y="23751"/>
                    <a:pt x="28127" y="21251"/>
                    <a:pt x="18126" y="18126"/>
                  </a:cubicBezTo>
                  <a:cubicBezTo>
                    <a:pt x="21251" y="28127"/>
                    <a:pt x="23751" y="37502"/>
                    <a:pt x="25002" y="47503"/>
                  </a:cubicBezTo>
                  <a:cubicBezTo>
                    <a:pt x="17501" y="53128"/>
                    <a:pt x="9376" y="58754"/>
                    <a:pt x="0" y="63129"/>
                  </a:cubicBezTo>
                  <a:cubicBezTo>
                    <a:pt x="9376" y="67504"/>
                    <a:pt x="17501" y="72504"/>
                    <a:pt x="25002" y="78755"/>
                  </a:cubicBezTo>
                  <a:cubicBezTo>
                    <a:pt x="23751" y="88130"/>
                    <a:pt x="21251" y="98131"/>
                    <a:pt x="18126" y="108132"/>
                  </a:cubicBezTo>
                  <a:cubicBezTo>
                    <a:pt x="28127" y="105007"/>
                    <a:pt x="37502" y="102507"/>
                    <a:pt x="47503" y="101256"/>
                  </a:cubicBezTo>
                  <a:cubicBezTo>
                    <a:pt x="53128" y="108757"/>
                    <a:pt x="58753" y="116882"/>
                    <a:pt x="63129" y="126258"/>
                  </a:cubicBezTo>
                  <a:cubicBezTo>
                    <a:pt x="67504" y="116882"/>
                    <a:pt x="72504" y="108757"/>
                    <a:pt x="78755" y="101256"/>
                  </a:cubicBezTo>
                  <a:cubicBezTo>
                    <a:pt x="88130" y="102507"/>
                    <a:pt x="98131" y="105007"/>
                    <a:pt x="108132" y="108132"/>
                  </a:cubicBezTo>
                  <a:cubicBezTo>
                    <a:pt x="105007" y="98131"/>
                    <a:pt x="102506" y="88756"/>
                    <a:pt x="101256" y="78755"/>
                  </a:cubicBezTo>
                  <a:cubicBezTo>
                    <a:pt x="108757" y="73130"/>
                    <a:pt x="116882" y="67504"/>
                    <a:pt x="126258" y="63129"/>
                  </a:cubicBezTo>
                  <a:cubicBezTo>
                    <a:pt x="116882" y="58754"/>
                    <a:pt x="108757" y="53753"/>
                    <a:pt x="101256" y="47503"/>
                  </a:cubicBezTo>
                  <a:cubicBezTo>
                    <a:pt x="101881" y="37502"/>
                    <a:pt x="104382" y="27502"/>
                    <a:pt x="108132" y="18126"/>
                  </a:cubicBezTo>
                  <a:close/>
                </a:path>
              </a:pathLst>
            </a:custGeom>
            <a:solidFill>
              <a:schemeClr val="accent4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27000" bIns="2700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32" name="Google Shape;317;p17"/>
            <p:cNvSpPr/>
            <p:nvPr/>
          </p:nvSpPr>
          <p:spPr>
            <a:xfrm>
              <a:off x="812880" y="705240"/>
              <a:ext cx="158040" cy="158040"/>
            </a:xfrm>
            <a:custGeom>
              <a:avLst/>
              <a:gdLst>
                <a:gd name="textAreaLeft" fmla="*/ 0 w 158040"/>
                <a:gd name="textAreaRight" fmla="*/ 158400 w 158040"/>
                <a:gd name="textAreaTop" fmla="*/ 0 h 158040"/>
                <a:gd name="textAreaBottom" fmla="*/ 158400 h 158040"/>
              </a:gdLst>
              <a:ahLst/>
              <a:cxnLst/>
              <a:rect l="textAreaLeft" t="textAreaTop" r="textAreaRight" b="textAreaBottom"/>
              <a:pathLst>
                <a:path w="367994" h="368245">
                  <a:moveTo>
                    <a:pt x="355647" y="366273"/>
                  </a:moveTo>
                  <a:cubicBezTo>
                    <a:pt x="362523" y="372524"/>
                    <a:pt x="371898" y="362523"/>
                    <a:pt x="366273" y="355648"/>
                  </a:cubicBezTo>
                  <a:cubicBezTo>
                    <a:pt x="188137" y="148760"/>
                    <a:pt x="88755" y="30002"/>
                    <a:pt x="0" y="0"/>
                  </a:cubicBezTo>
                  <a:cubicBezTo>
                    <a:pt x="30627" y="88131"/>
                    <a:pt x="148759" y="188137"/>
                    <a:pt x="355647" y="366273"/>
                  </a:cubicBezTo>
                  <a:close/>
                </a:path>
              </a:pathLst>
            </a:custGeom>
            <a:solidFill>
              <a:schemeClr val="accent4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33" name="Google Shape;318;p17"/>
            <p:cNvSpPr/>
            <p:nvPr/>
          </p:nvSpPr>
          <p:spPr>
            <a:xfrm>
              <a:off x="615960" y="705240"/>
              <a:ext cx="158040" cy="158040"/>
            </a:xfrm>
            <a:custGeom>
              <a:avLst/>
              <a:gdLst>
                <a:gd name="textAreaLeft" fmla="*/ 0 w 158040"/>
                <a:gd name="textAreaRight" fmla="*/ 158400 w 158040"/>
                <a:gd name="textAreaTop" fmla="*/ 0 h 158040"/>
                <a:gd name="textAreaBottom" fmla="*/ 158400 h 158040"/>
              </a:gdLst>
              <a:ahLst/>
              <a:cxnLst/>
              <a:rect l="textAreaLeft" t="textAreaTop" r="textAreaRight" b="textAreaBottom"/>
              <a:pathLst>
                <a:path w="368245" h="367995">
                  <a:moveTo>
                    <a:pt x="1972" y="355648"/>
                  </a:moveTo>
                  <a:cubicBezTo>
                    <a:pt x="-4278" y="362523"/>
                    <a:pt x="5722" y="371898"/>
                    <a:pt x="12598" y="366273"/>
                  </a:cubicBezTo>
                  <a:cubicBezTo>
                    <a:pt x="219486" y="188137"/>
                    <a:pt x="338243" y="88756"/>
                    <a:pt x="368245" y="0"/>
                  </a:cubicBezTo>
                  <a:cubicBezTo>
                    <a:pt x="280114" y="30002"/>
                    <a:pt x="180108" y="148760"/>
                    <a:pt x="1972" y="355648"/>
                  </a:cubicBezTo>
                  <a:close/>
                </a:path>
              </a:pathLst>
            </a:custGeom>
            <a:solidFill>
              <a:schemeClr val="accent4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34" name="Google Shape;319;p17"/>
            <p:cNvSpPr/>
            <p:nvPr/>
          </p:nvSpPr>
          <p:spPr>
            <a:xfrm>
              <a:off x="615960" y="508320"/>
              <a:ext cx="158040" cy="158040"/>
            </a:xfrm>
            <a:custGeom>
              <a:avLst/>
              <a:gdLst>
                <a:gd name="textAreaLeft" fmla="*/ 0 w 158040"/>
                <a:gd name="textAreaRight" fmla="*/ 158400 w 158040"/>
                <a:gd name="textAreaTop" fmla="*/ 0 h 158040"/>
                <a:gd name="textAreaBottom" fmla="*/ 158400 h 158040"/>
              </a:gdLst>
              <a:ahLst/>
              <a:cxnLst/>
              <a:rect l="textAreaLeft" t="textAreaTop" r="textAreaRight" b="textAreaBottom"/>
              <a:pathLst>
                <a:path w="367995" h="368245">
                  <a:moveTo>
                    <a:pt x="12348" y="1972"/>
                  </a:moveTo>
                  <a:cubicBezTo>
                    <a:pt x="5472" y="-4278"/>
                    <a:pt x="-3903" y="5722"/>
                    <a:pt x="1722" y="12598"/>
                  </a:cubicBezTo>
                  <a:cubicBezTo>
                    <a:pt x="179858" y="219486"/>
                    <a:pt x="279240" y="338243"/>
                    <a:pt x="367995" y="368245"/>
                  </a:cubicBezTo>
                  <a:cubicBezTo>
                    <a:pt x="337993" y="279490"/>
                    <a:pt x="219861" y="180108"/>
                    <a:pt x="12348" y="1972"/>
                  </a:cubicBezTo>
                  <a:close/>
                </a:path>
              </a:pathLst>
            </a:custGeom>
            <a:solidFill>
              <a:schemeClr val="accent4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</p:grpSp>
    </p:spTree>
  </p:cSld>
</p:sldLayout>
</file>

<file path=ppt/slideLayouts/slideLayout1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CUSTOM"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5" name="Google Shape;321;p18" descr=""/>
          <p:cNvPicPr/>
          <p:nvPr/>
        </p:nvPicPr>
        <p:blipFill>
          <a:blip r:embed="rId2">
            <a:alphaModFix amt="30000"/>
          </a:blip>
          <a:stretch/>
        </p:blipFill>
        <p:spPr>
          <a:xfrm rot="10800000">
            <a:off x="360" y="-3600"/>
            <a:ext cx="9143640" cy="515088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36" name="PlaceHolder 1"/>
          <p:cNvSpPr>
            <a:spLocks noGrp="1"/>
          </p:cNvSpPr>
          <p:nvPr>
            <p:ph type="title"/>
          </p:nvPr>
        </p:nvSpPr>
        <p:spPr>
          <a:xfrm>
            <a:off x="4400280" y="1183320"/>
            <a:ext cx="3746520" cy="17690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b">
            <a:noAutofit/>
          </a:bodyPr>
          <a:p>
            <a:pPr indent="0">
              <a:buNone/>
            </a:pPr>
            <a:r>
              <a:rPr b="0" lang="fr-FR" sz="3500" strike="noStrike" u="none">
                <a:solidFill>
                  <a:schemeClr val="dk1"/>
                </a:solidFill>
                <a:effectLst/>
                <a:uFillTx/>
                <a:latin typeface="Arial"/>
              </a:rPr>
              <a:t>Click to edit the title text format</a:t>
            </a:r>
            <a:endParaRPr b="0" lang="fr-FR" sz="3500" strike="noStrike" u="non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137" name="PlaceHolder 2"/>
          <p:cNvSpPr>
            <a:spLocks noGrp="1"/>
          </p:cNvSpPr>
          <p:nvPr>
            <p:ph type="body"/>
          </p:nvPr>
        </p:nvSpPr>
        <p:spPr>
          <a:xfrm>
            <a:off x="996840" y="1040400"/>
            <a:ext cx="2686320" cy="2971080"/>
          </a:xfrm>
          <a:prstGeom prst="rect">
            <a:avLst/>
          </a:prstGeom>
          <a:noFill/>
          <a:ln w="19080">
            <a:solidFill>
              <a:schemeClr val="dk1"/>
            </a:solidFill>
            <a:miter/>
          </a:ln>
        </p:spPr>
        <p:txBody>
          <a:bodyPr lIns="90000" rIns="90000" tIns="45000" bIns="45000" anchor="t">
            <a:normAutofit fontScale="25000" lnSpcReduction="19999"/>
          </a:bodyPr>
          <a:p>
            <a:pPr marL="432000" indent="-324000">
              <a:spcBef>
                <a:spcPts val="1417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fr-FR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  <a:endParaRPr b="0" lang="fr-FR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b="0" lang="fr-FR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  <a:endParaRPr b="0" lang="fr-FR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fr-FR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  <a:endParaRPr b="0" lang="fr-FR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b="0" lang="fr-FR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  <a:endParaRPr b="0" lang="fr-FR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fr-FR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  <a:endParaRPr b="0" lang="fr-FR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fr-FR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  <a:endParaRPr b="0" lang="fr-FR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fr-FR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  <a:endParaRPr b="0" lang="fr-FR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grpSp>
        <p:nvGrpSpPr>
          <p:cNvPr id="138" name="Google Shape;325;p18"/>
          <p:cNvGrpSpPr/>
          <p:nvPr/>
        </p:nvGrpSpPr>
        <p:grpSpPr>
          <a:xfrm>
            <a:off x="8287200" y="2836800"/>
            <a:ext cx="1964880" cy="1964880"/>
            <a:chOff x="8287200" y="2836800"/>
            <a:chExt cx="1964880" cy="1964880"/>
          </a:xfrm>
        </p:grpSpPr>
        <p:sp>
          <p:nvSpPr>
            <p:cNvPr id="139" name="Google Shape;326;p18"/>
            <p:cNvSpPr/>
            <p:nvPr/>
          </p:nvSpPr>
          <p:spPr>
            <a:xfrm rot="1588200">
              <a:off x="8295840" y="3521160"/>
              <a:ext cx="942480" cy="94680"/>
            </a:xfrm>
            <a:custGeom>
              <a:avLst/>
              <a:gdLst>
                <a:gd name="textAreaLeft" fmla="*/ 0 w 942480"/>
                <a:gd name="textAreaRight" fmla="*/ 942840 w 942480"/>
                <a:gd name="textAreaTop" fmla="*/ 0 h 94680"/>
                <a:gd name="textAreaBottom" fmla="*/ 95040 h 94680"/>
              </a:gdLst>
              <a:ahLst/>
              <a:cxnLst/>
              <a:rect l="textAreaLeft" t="textAreaTop" r="textAreaRight" b="textAreaBottom"/>
              <a:pathLst>
                <a:path w="1575723" h="158763">
                  <a:moveTo>
                    <a:pt x="1099444" y="158764"/>
                  </a:moveTo>
                  <a:cubicBezTo>
                    <a:pt x="888806" y="158764"/>
                    <a:pt x="617539" y="138137"/>
                    <a:pt x="266891" y="111886"/>
                  </a:cubicBezTo>
                  <a:cubicBezTo>
                    <a:pt x="186262" y="105635"/>
                    <a:pt x="101881" y="99385"/>
                    <a:pt x="12501" y="93135"/>
                  </a:cubicBezTo>
                  <a:cubicBezTo>
                    <a:pt x="5000" y="92510"/>
                    <a:pt x="0" y="86884"/>
                    <a:pt x="0" y="79384"/>
                  </a:cubicBezTo>
                  <a:cubicBezTo>
                    <a:pt x="0" y="71883"/>
                    <a:pt x="5000" y="66258"/>
                    <a:pt x="12501" y="65633"/>
                  </a:cubicBezTo>
                  <a:cubicBezTo>
                    <a:pt x="101256" y="59382"/>
                    <a:pt x="186262" y="52507"/>
                    <a:pt x="266891" y="46882"/>
                  </a:cubicBezTo>
                  <a:cubicBezTo>
                    <a:pt x="961936" y="-5622"/>
                    <a:pt x="1344459" y="-34374"/>
                    <a:pt x="1562598" y="73133"/>
                  </a:cubicBezTo>
                  <a:lnTo>
                    <a:pt x="1575724" y="79384"/>
                  </a:lnTo>
                  <a:lnTo>
                    <a:pt x="1562598" y="85634"/>
                  </a:lnTo>
                  <a:cubicBezTo>
                    <a:pt x="1454466" y="138762"/>
                    <a:pt x="1306332" y="158764"/>
                    <a:pt x="1099444" y="158764"/>
                  </a:cubicBezTo>
                  <a:close/>
                  <a:moveTo>
                    <a:pt x="23751" y="79384"/>
                  </a:moveTo>
                  <a:cubicBezTo>
                    <a:pt x="108757" y="85634"/>
                    <a:pt x="190012" y="91884"/>
                    <a:pt x="268142" y="97510"/>
                  </a:cubicBezTo>
                  <a:cubicBezTo>
                    <a:pt x="946310" y="148763"/>
                    <a:pt x="1326333" y="177515"/>
                    <a:pt x="1543222" y="79384"/>
                  </a:cubicBezTo>
                  <a:cubicBezTo>
                    <a:pt x="1326333" y="-18748"/>
                    <a:pt x="946935" y="10004"/>
                    <a:pt x="268767" y="61258"/>
                  </a:cubicBezTo>
                  <a:cubicBezTo>
                    <a:pt x="190637" y="66883"/>
                    <a:pt x="109382" y="73133"/>
                    <a:pt x="23751" y="79384"/>
                  </a:cubicBezTo>
                  <a:close/>
                </a:path>
              </a:pathLst>
            </a:custGeom>
            <a:solidFill>
              <a:schemeClr val="accent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40" name="Google Shape;327;p18"/>
            <p:cNvSpPr/>
            <p:nvPr/>
          </p:nvSpPr>
          <p:spPr>
            <a:xfrm rot="1588200">
              <a:off x="9472320" y="2844720"/>
              <a:ext cx="94680" cy="942480"/>
            </a:xfrm>
            <a:custGeom>
              <a:avLst/>
              <a:gdLst>
                <a:gd name="textAreaLeft" fmla="*/ 0 w 94680"/>
                <a:gd name="textAreaRight" fmla="*/ 95040 w 94680"/>
                <a:gd name="textAreaTop" fmla="*/ 0 h 942480"/>
                <a:gd name="textAreaBottom" fmla="*/ 942840 h 942480"/>
              </a:gdLst>
              <a:ahLst/>
              <a:cxnLst/>
              <a:rect l="textAreaLeft" t="textAreaTop" r="textAreaRight" b="textAreaBottom"/>
              <a:pathLst>
                <a:path w="158767" h="1575723">
                  <a:moveTo>
                    <a:pt x="79383" y="1575724"/>
                  </a:moveTo>
                  <a:lnTo>
                    <a:pt x="73133" y="1562598"/>
                  </a:lnTo>
                  <a:cubicBezTo>
                    <a:pt x="-34373" y="1344459"/>
                    <a:pt x="-5622" y="961935"/>
                    <a:pt x="46882" y="266892"/>
                  </a:cubicBezTo>
                  <a:cubicBezTo>
                    <a:pt x="53132" y="186262"/>
                    <a:pt x="59382" y="101256"/>
                    <a:pt x="65633" y="12501"/>
                  </a:cubicBezTo>
                  <a:lnTo>
                    <a:pt x="65633" y="12501"/>
                  </a:lnTo>
                  <a:cubicBezTo>
                    <a:pt x="66258" y="5000"/>
                    <a:pt x="71883" y="0"/>
                    <a:pt x="79383" y="0"/>
                  </a:cubicBezTo>
                  <a:cubicBezTo>
                    <a:pt x="79383" y="0"/>
                    <a:pt x="79383" y="0"/>
                    <a:pt x="79383" y="0"/>
                  </a:cubicBezTo>
                  <a:cubicBezTo>
                    <a:pt x="86884" y="0"/>
                    <a:pt x="92509" y="5000"/>
                    <a:pt x="93135" y="12501"/>
                  </a:cubicBezTo>
                  <a:cubicBezTo>
                    <a:pt x="99385" y="101881"/>
                    <a:pt x="106260" y="186262"/>
                    <a:pt x="111886" y="266892"/>
                  </a:cubicBezTo>
                  <a:cubicBezTo>
                    <a:pt x="164389" y="961935"/>
                    <a:pt x="193141" y="1344459"/>
                    <a:pt x="85634" y="1561973"/>
                  </a:cubicBezTo>
                  <a:lnTo>
                    <a:pt x="79383" y="1575724"/>
                  </a:lnTo>
                  <a:close/>
                  <a:moveTo>
                    <a:pt x="79383" y="24377"/>
                  </a:moveTo>
                  <a:cubicBezTo>
                    <a:pt x="73133" y="110007"/>
                    <a:pt x="66883" y="191262"/>
                    <a:pt x="61257" y="268767"/>
                  </a:cubicBezTo>
                  <a:cubicBezTo>
                    <a:pt x="10004" y="946934"/>
                    <a:pt x="-18747" y="1326333"/>
                    <a:pt x="79383" y="1543222"/>
                  </a:cubicBezTo>
                  <a:cubicBezTo>
                    <a:pt x="177515" y="1326333"/>
                    <a:pt x="148763" y="946934"/>
                    <a:pt x="97510" y="268767"/>
                  </a:cubicBezTo>
                  <a:cubicBezTo>
                    <a:pt x="91884" y="191262"/>
                    <a:pt x="85634" y="109382"/>
                    <a:pt x="79383" y="24377"/>
                  </a:cubicBezTo>
                  <a:close/>
                </a:path>
              </a:pathLst>
            </a:custGeom>
            <a:solidFill>
              <a:schemeClr val="accent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41" name="Google Shape;328;p18"/>
            <p:cNvSpPr/>
            <p:nvPr/>
          </p:nvSpPr>
          <p:spPr>
            <a:xfrm rot="1588200">
              <a:off x="8971560" y="3850200"/>
              <a:ext cx="94680" cy="942480"/>
            </a:xfrm>
            <a:custGeom>
              <a:avLst/>
              <a:gdLst>
                <a:gd name="textAreaLeft" fmla="*/ 0 w 94680"/>
                <a:gd name="textAreaRight" fmla="*/ 95040 w 94680"/>
                <a:gd name="textAreaTop" fmla="*/ 0 h 942480"/>
                <a:gd name="textAreaBottom" fmla="*/ 942840 h 942480"/>
              </a:gdLst>
              <a:ahLst/>
              <a:cxnLst/>
              <a:rect l="textAreaLeft" t="textAreaTop" r="textAreaRight" b="textAreaBottom"/>
              <a:pathLst>
                <a:path w="158767" h="1575724">
                  <a:moveTo>
                    <a:pt x="79383" y="1575724"/>
                  </a:moveTo>
                  <a:cubicBezTo>
                    <a:pt x="71883" y="1575724"/>
                    <a:pt x="66258" y="1570724"/>
                    <a:pt x="65633" y="1563223"/>
                  </a:cubicBezTo>
                  <a:cubicBezTo>
                    <a:pt x="59382" y="1474468"/>
                    <a:pt x="52507" y="1389462"/>
                    <a:pt x="46882" y="1308832"/>
                  </a:cubicBezTo>
                  <a:cubicBezTo>
                    <a:pt x="-5622" y="613788"/>
                    <a:pt x="-34373" y="231265"/>
                    <a:pt x="73133" y="13126"/>
                  </a:cubicBezTo>
                  <a:lnTo>
                    <a:pt x="79383" y="0"/>
                  </a:lnTo>
                  <a:lnTo>
                    <a:pt x="85634" y="13126"/>
                  </a:lnTo>
                  <a:cubicBezTo>
                    <a:pt x="193141" y="231265"/>
                    <a:pt x="164389" y="613788"/>
                    <a:pt x="111886" y="1308207"/>
                  </a:cubicBezTo>
                  <a:cubicBezTo>
                    <a:pt x="105636" y="1388837"/>
                    <a:pt x="99385" y="1473843"/>
                    <a:pt x="93135" y="1563223"/>
                  </a:cubicBezTo>
                  <a:cubicBezTo>
                    <a:pt x="92509" y="1570724"/>
                    <a:pt x="86884" y="1575724"/>
                    <a:pt x="79383" y="1575724"/>
                  </a:cubicBezTo>
                  <a:cubicBezTo>
                    <a:pt x="79383" y="1575724"/>
                    <a:pt x="79383" y="1575724"/>
                    <a:pt x="79383" y="1575724"/>
                  </a:cubicBezTo>
                  <a:close/>
                  <a:moveTo>
                    <a:pt x="79383" y="33127"/>
                  </a:moveTo>
                  <a:cubicBezTo>
                    <a:pt x="-18747" y="250016"/>
                    <a:pt x="10004" y="630040"/>
                    <a:pt x="61257" y="1307582"/>
                  </a:cubicBezTo>
                  <a:cubicBezTo>
                    <a:pt x="66883" y="1385087"/>
                    <a:pt x="73133" y="1466342"/>
                    <a:pt x="79383" y="1551973"/>
                  </a:cubicBezTo>
                  <a:cubicBezTo>
                    <a:pt x="85634" y="1466342"/>
                    <a:pt x="91884" y="1385087"/>
                    <a:pt x="97510" y="1307582"/>
                  </a:cubicBezTo>
                  <a:cubicBezTo>
                    <a:pt x="148763" y="629414"/>
                    <a:pt x="177515" y="250016"/>
                    <a:pt x="79383" y="33127"/>
                  </a:cubicBezTo>
                  <a:close/>
                </a:path>
              </a:pathLst>
            </a:custGeom>
            <a:solidFill>
              <a:schemeClr val="accent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42" name="Google Shape;329;p18"/>
            <p:cNvSpPr/>
            <p:nvPr/>
          </p:nvSpPr>
          <p:spPr>
            <a:xfrm rot="1588200">
              <a:off x="9301320" y="4021920"/>
              <a:ext cx="942480" cy="94680"/>
            </a:xfrm>
            <a:custGeom>
              <a:avLst/>
              <a:gdLst>
                <a:gd name="textAreaLeft" fmla="*/ 0 w 942480"/>
                <a:gd name="textAreaRight" fmla="*/ 942840 w 942480"/>
                <a:gd name="textAreaTop" fmla="*/ 0 h 94680"/>
                <a:gd name="textAreaBottom" fmla="*/ 95040 h 94680"/>
              </a:gdLst>
              <a:ahLst/>
              <a:cxnLst/>
              <a:rect l="textAreaLeft" t="textAreaTop" r="textAreaRight" b="textAreaBottom"/>
              <a:pathLst>
                <a:path w="1575723" h="158763">
                  <a:moveTo>
                    <a:pt x="476280" y="158764"/>
                  </a:moveTo>
                  <a:cubicBezTo>
                    <a:pt x="269392" y="158764"/>
                    <a:pt x="120632" y="138762"/>
                    <a:pt x="13126" y="85634"/>
                  </a:cubicBezTo>
                  <a:lnTo>
                    <a:pt x="0" y="79384"/>
                  </a:lnTo>
                  <a:lnTo>
                    <a:pt x="13126" y="73133"/>
                  </a:lnTo>
                  <a:cubicBezTo>
                    <a:pt x="231265" y="-34374"/>
                    <a:pt x="613788" y="-5622"/>
                    <a:pt x="1308832" y="46882"/>
                  </a:cubicBezTo>
                  <a:cubicBezTo>
                    <a:pt x="1389462" y="53132"/>
                    <a:pt x="1474467" y="59382"/>
                    <a:pt x="1563223" y="65633"/>
                  </a:cubicBezTo>
                  <a:cubicBezTo>
                    <a:pt x="1570723" y="66258"/>
                    <a:pt x="1575724" y="71883"/>
                    <a:pt x="1575724" y="79384"/>
                  </a:cubicBezTo>
                  <a:cubicBezTo>
                    <a:pt x="1575724" y="86884"/>
                    <a:pt x="1570723" y="92510"/>
                    <a:pt x="1563223" y="93135"/>
                  </a:cubicBezTo>
                  <a:cubicBezTo>
                    <a:pt x="1474467" y="99385"/>
                    <a:pt x="1389462" y="106260"/>
                    <a:pt x="1308832" y="111886"/>
                  </a:cubicBezTo>
                  <a:cubicBezTo>
                    <a:pt x="958185" y="138137"/>
                    <a:pt x="686918" y="158764"/>
                    <a:pt x="476280" y="158764"/>
                  </a:cubicBezTo>
                  <a:close/>
                  <a:moveTo>
                    <a:pt x="33127" y="79384"/>
                  </a:moveTo>
                  <a:cubicBezTo>
                    <a:pt x="250016" y="177515"/>
                    <a:pt x="630039" y="148763"/>
                    <a:pt x="1308207" y="97510"/>
                  </a:cubicBezTo>
                  <a:cubicBezTo>
                    <a:pt x="1385712" y="91884"/>
                    <a:pt x="1466967" y="85634"/>
                    <a:pt x="1552597" y="79384"/>
                  </a:cubicBezTo>
                  <a:cubicBezTo>
                    <a:pt x="1466967" y="73133"/>
                    <a:pt x="1385712" y="66883"/>
                    <a:pt x="1308207" y="61258"/>
                  </a:cubicBezTo>
                  <a:cubicBezTo>
                    <a:pt x="629414" y="10004"/>
                    <a:pt x="249390" y="-18748"/>
                    <a:pt x="33127" y="79384"/>
                  </a:cubicBezTo>
                  <a:close/>
                </a:path>
              </a:pathLst>
            </a:custGeom>
            <a:solidFill>
              <a:schemeClr val="accent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43" name="Google Shape;330;p18"/>
            <p:cNvSpPr/>
            <p:nvPr/>
          </p:nvSpPr>
          <p:spPr>
            <a:xfrm rot="1588200">
              <a:off x="8400960" y="3664080"/>
              <a:ext cx="668520" cy="668160"/>
            </a:xfrm>
            <a:custGeom>
              <a:avLst/>
              <a:gdLst>
                <a:gd name="textAreaLeft" fmla="*/ 0 w 668520"/>
                <a:gd name="textAreaRight" fmla="*/ 668880 w 668520"/>
                <a:gd name="textAreaTop" fmla="*/ 0 h 668160"/>
                <a:gd name="textAreaBottom" fmla="*/ 668520 h 668160"/>
              </a:gdLst>
              <a:ahLst/>
              <a:cxnLst/>
              <a:rect l="textAreaLeft" t="textAreaTop" r="textAreaRight" b="textAreaBottom"/>
              <a:pathLst>
                <a:path w="1117897" h="1117570">
                  <a:moveTo>
                    <a:pt x="13453" y="1117570"/>
                  </a:moveTo>
                  <a:cubicBezTo>
                    <a:pt x="10328" y="1117570"/>
                    <a:pt x="6578" y="1116320"/>
                    <a:pt x="4077" y="1113195"/>
                  </a:cubicBezTo>
                  <a:cubicBezTo>
                    <a:pt x="-923" y="1108195"/>
                    <a:pt x="-1548" y="1100069"/>
                    <a:pt x="3452" y="1095069"/>
                  </a:cubicBezTo>
                  <a:cubicBezTo>
                    <a:pt x="61581" y="1027565"/>
                    <a:pt x="117210" y="963185"/>
                    <a:pt x="169713" y="901932"/>
                  </a:cubicBezTo>
                  <a:cubicBezTo>
                    <a:pt x="624116" y="373773"/>
                    <a:pt x="874132" y="82505"/>
                    <a:pt x="1104147" y="4375"/>
                  </a:cubicBezTo>
                  <a:lnTo>
                    <a:pt x="1117897" y="0"/>
                  </a:lnTo>
                  <a:lnTo>
                    <a:pt x="1113522" y="13751"/>
                  </a:lnTo>
                  <a:cubicBezTo>
                    <a:pt x="1035392" y="243765"/>
                    <a:pt x="744124" y="493781"/>
                    <a:pt x="215966" y="948184"/>
                  </a:cubicBezTo>
                  <a:cubicBezTo>
                    <a:pt x="154712" y="1000688"/>
                    <a:pt x="90333" y="1056316"/>
                    <a:pt x="22204" y="1115070"/>
                  </a:cubicBezTo>
                  <a:lnTo>
                    <a:pt x="22204" y="1115070"/>
                  </a:lnTo>
                  <a:cubicBezTo>
                    <a:pt x="19703" y="1116320"/>
                    <a:pt x="16578" y="1117570"/>
                    <a:pt x="13453" y="1117570"/>
                  </a:cubicBezTo>
                  <a:close/>
                  <a:moveTo>
                    <a:pt x="1094771" y="22501"/>
                  </a:moveTo>
                  <a:cubicBezTo>
                    <a:pt x="872257" y="106257"/>
                    <a:pt x="624116" y="395025"/>
                    <a:pt x="180963" y="910682"/>
                  </a:cubicBezTo>
                  <a:cubicBezTo>
                    <a:pt x="130335" y="970061"/>
                    <a:pt x="77207" y="1031940"/>
                    <a:pt x="20953" y="1096319"/>
                  </a:cubicBezTo>
                  <a:cubicBezTo>
                    <a:pt x="85958" y="1040065"/>
                    <a:pt x="147836" y="986937"/>
                    <a:pt x="206590" y="936309"/>
                  </a:cubicBezTo>
                  <a:cubicBezTo>
                    <a:pt x="722247" y="493156"/>
                    <a:pt x="1011016" y="245015"/>
                    <a:pt x="1094771" y="22501"/>
                  </a:cubicBezTo>
                  <a:close/>
                </a:path>
              </a:pathLst>
            </a:custGeom>
            <a:solidFill>
              <a:schemeClr val="accent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44" name="Google Shape;331;p18"/>
            <p:cNvSpPr/>
            <p:nvPr/>
          </p:nvSpPr>
          <p:spPr>
            <a:xfrm rot="1588200">
              <a:off x="9114480" y="4019400"/>
              <a:ext cx="668520" cy="668160"/>
            </a:xfrm>
            <a:custGeom>
              <a:avLst/>
              <a:gdLst>
                <a:gd name="textAreaLeft" fmla="*/ 0 w 668520"/>
                <a:gd name="textAreaRight" fmla="*/ 668880 w 668520"/>
                <a:gd name="textAreaTop" fmla="*/ 0 h 668160"/>
                <a:gd name="textAreaBottom" fmla="*/ 668520 h 668160"/>
              </a:gdLst>
              <a:ahLst/>
              <a:cxnLst/>
              <a:rect l="textAreaLeft" t="textAreaTop" r="textAreaRight" b="textAreaBottom"/>
              <a:pathLst>
                <a:path w="1117897" h="1117570">
                  <a:moveTo>
                    <a:pt x="1103819" y="1117570"/>
                  </a:moveTo>
                  <a:cubicBezTo>
                    <a:pt x="1100694" y="1117570"/>
                    <a:pt x="1097569" y="1116320"/>
                    <a:pt x="1095069" y="1114445"/>
                  </a:cubicBezTo>
                  <a:cubicBezTo>
                    <a:pt x="1027564" y="1056316"/>
                    <a:pt x="963185" y="1000688"/>
                    <a:pt x="901931" y="948184"/>
                  </a:cubicBezTo>
                  <a:cubicBezTo>
                    <a:pt x="373148" y="493781"/>
                    <a:pt x="82505" y="243765"/>
                    <a:pt x="4375" y="13751"/>
                  </a:cubicBezTo>
                  <a:lnTo>
                    <a:pt x="0" y="0"/>
                  </a:lnTo>
                  <a:lnTo>
                    <a:pt x="13751" y="4375"/>
                  </a:lnTo>
                  <a:cubicBezTo>
                    <a:pt x="243765" y="82505"/>
                    <a:pt x="493781" y="373773"/>
                    <a:pt x="948184" y="901932"/>
                  </a:cubicBezTo>
                  <a:cubicBezTo>
                    <a:pt x="1000688" y="963185"/>
                    <a:pt x="1056316" y="1027565"/>
                    <a:pt x="1114445" y="1095069"/>
                  </a:cubicBezTo>
                  <a:lnTo>
                    <a:pt x="1114445" y="1095069"/>
                  </a:lnTo>
                  <a:cubicBezTo>
                    <a:pt x="1119445" y="1100694"/>
                    <a:pt x="1118820" y="1108195"/>
                    <a:pt x="1113820" y="1113820"/>
                  </a:cubicBezTo>
                  <a:cubicBezTo>
                    <a:pt x="1110695" y="1116320"/>
                    <a:pt x="1107569" y="1117570"/>
                    <a:pt x="1103819" y="1117570"/>
                  </a:cubicBezTo>
                  <a:close/>
                  <a:moveTo>
                    <a:pt x="22501" y="22501"/>
                  </a:moveTo>
                  <a:cubicBezTo>
                    <a:pt x="106257" y="245015"/>
                    <a:pt x="395025" y="493156"/>
                    <a:pt x="910682" y="936934"/>
                  </a:cubicBezTo>
                  <a:cubicBezTo>
                    <a:pt x="969436" y="987562"/>
                    <a:pt x="1031940" y="1040690"/>
                    <a:pt x="1096318" y="1096944"/>
                  </a:cubicBezTo>
                  <a:cubicBezTo>
                    <a:pt x="1040690" y="1031940"/>
                    <a:pt x="986936" y="970061"/>
                    <a:pt x="936308" y="911307"/>
                  </a:cubicBezTo>
                  <a:cubicBezTo>
                    <a:pt x="493781" y="395025"/>
                    <a:pt x="245640" y="106257"/>
                    <a:pt x="22501" y="22501"/>
                  </a:cubicBezTo>
                  <a:close/>
                </a:path>
              </a:pathLst>
            </a:custGeom>
            <a:solidFill>
              <a:schemeClr val="accent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45" name="Google Shape;332;p18"/>
            <p:cNvSpPr/>
            <p:nvPr/>
          </p:nvSpPr>
          <p:spPr>
            <a:xfrm rot="1588200">
              <a:off x="9469440" y="3305160"/>
              <a:ext cx="668520" cy="668880"/>
            </a:xfrm>
            <a:custGeom>
              <a:avLst/>
              <a:gdLst>
                <a:gd name="textAreaLeft" fmla="*/ 0 w 668520"/>
                <a:gd name="textAreaRight" fmla="*/ 668880 w 668520"/>
                <a:gd name="textAreaTop" fmla="*/ 0 h 668880"/>
                <a:gd name="textAreaBottom" fmla="*/ 669240 h 668880"/>
              </a:gdLst>
              <a:ahLst/>
              <a:cxnLst/>
              <a:rect l="textAreaLeft" t="textAreaTop" r="textAreaRight" b="textAreaBottom"/>
              <a:pathLst>
                <a:path w="1117897" h="1118522">
                  <a:moveTo>
                    <a:pt x="0" y="1118522"/>
                  </a:moveTo>
                  <a:lnTo>
                    <a:pt x="4376" y="1104772"/>
                  </a:lnTo>
                  <a:cubicBezTo>
                    <a:pt x="82506" y="874757"/>
                    <a:pt x="373774" y="624741"/>
                    <a:pt x="901932" y="170338"/>
                  </a:cubicBezTo>
                  <a:cubicBezTo>
                    <a:pt x="963186" y="117835"/>
                    <a:pt x="1027565" y="62206"/>
                    <a:pt x="1095694" y="3452"/>
                  </a:cubicBezTo>
                  <a:cubicBezTo>
                    <a:pt x="1101320" y="-1548"/>
                    <a:pt x="1108820" y="-923"/>
                    <a:pt x="1113821" y="4077"/>
                  </a:cubicBezTo>
                  <a:cubicBezTo>
                    <a:pt x="1118820" y="9078"/>
                    <a:pt x="1119446" y="17203"/>
                    <a:pt x="1114445" y="22204"/>
                  </a:cubicBezTo>
                  <a:lnTo>
                    <a:pt x="1114445" y="22204"/>
                  </a:lnTo>
                  <a:cubicBezTo>
                    <a:pt x="1056316" y="89708"/>
                    <a:pt x="1000689" y="154087"/>
                    <a:pt x="948185" y="215341"/>
                  </a:cubicBezTo>
                  <a:cubicBezTo>
                    <a:pt x="493781" y="743499"/>
                    <a:pt x="243765" y="1034767"/>
                    <a:pt x="13751" y="1112897"/>
                  </a:cubicBezTo>
                  <a:lnTo>
                    <a:pt x="0" y="1118522"/>
                  </a:lnTo>
                  <a:close/>
                  <a:moveTo>
                    <a:pt x="1103820" y="13453"/>
                  </a:moveTo>
                  <a:cubicBezTo>
                    <a:pt x="1036940" y="72832"/>
                    <a:pt x="972562" y="128460"/>
                    <a:pt x="911308" y="180963"/>
                  </a:cubicBezTo>
                  <a:cubicBezTo>
                    <a:pt x="395650" y="624116"/>
                    <a:pt x="106882" y="872257"/>
                    <a:pt x="23127" y="1094771"/>
                  </a:cubicBezTo>
                  <a:cubicBezTo>
                    <a:pt x="245641" y="1011016"/>
                    <a:pt x="493781" y="722248"/>
                    <a:pt x="937559" y="206590"/>
                  </a:cubicBezTo>
                  <a:cubicBezTo>
                    <a:pt x="990062" y="145336"/>
                    <a:pt x="1045691" y="80957"/>
                    <a:pt x="1103820" y="13453"/>
                  </a:cubicBezTo>
                  <a:lnTo>
                    <a:pt x="1109445" y="18453"/>
                  </a:lnTo>
                  <a:lnTo>
                    <a:pt x="1103820" y="13453"/>
                  </a:lnTo>
                  <a:lnTo>
                    <a:pt x="1109445" y="18453"/>
                  </a:lnTo>
                  <a:lnTo>
                    <a:pt x="1103820" y="13453"/>
                  </a:lnTo>
                  <a:close/>
                </a:path>
              </a:pathLst>
            </a:custGeom>
            <a:solidFill>
              <a:schemeClr val="accent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46" name="Google Shape;333;p18"/>
            <p:cNvSpPr/>
            <p:nvPr/>
          </p:nvSpPr>
          <p:spPr>
            <a:xfrm rot="1588200">
              <a:off x="8755920" y="2950560"/>
              <a:ext cx="668880" cy="668520"/>
            </a:xfrm>
            <a:custGeom>
              <a:avLst/>
              <a:gdLst>
                <a:gd name="textAreaLeft" fmla="*/ 0 w 668880"/>
                <a:gd name="textAreaRight" fmla="*/ 669240 w 668880"/>
                <a:gd name="textAreaTop" fmla="*/ 0 h 668520"/>
                <a:gd name="textAreaBottom" fmla="*/ 668880 h 668520"/>
              </a:gdLst>
              <a:ahLst/>
              <a:cxnLst/>
              <a:rect l="textAreaLeft" t="textAreaTop" r="textAreaRight" b="textAreaBottom"/>
              <a:pathLst>
                <a:path w="1118522" h="1117897">
                  <a:moveTo>
                    <a:pt x="1118522" y="1117897"/>
                  </a:moveTo>
                  <a:lnTo>
                    <a:pt x="1104772" y="1113522"/>
                  </a:lnTo>
                  <a:cubicBezTo>
                    <a:pt x="874757" y="1035392"/>
                    <a:pt x="624741" y="744124"/>
                    <a:pt x="170338" y="215966"/>
                  </a:cubicBezTo>
                  <a:cubicBezTo>
                    <a:pt x="117834" y="154712"/>
                    <a:pt x="62206" y="90333"/>
                    <a:pt x="3452" y="22204"/>
                  </a:cubicBezTo>
                  <a:lnTo>
                    <a:pt x="3452" y="22204"/>
                  </a:lnTo>
                  <a:cubicBezTo>
                    <a:pt x="-1548" y="16578"/>
                    <a:pt x="-923" y="9078"/>
                    <a:pt x="4077" y="4077"/>
                  </a:cubicBezTo>
                  <a:cubicBezTo>
                    <a:pt x="9077" y="-923"/>
                    <a:pt x="17203" y="-1548"/>
                    <a:pt x="22828" y="3452"/>
                  </a:cubicBezTo>
                  <a:cubicBezTo>
                    <a:pt x="90333" y="61581"/>
                    <a:pt x="154712" y="117209"/>
                    <a:pt x="216591" y="170338"/>
                  </a:cubicBezTo>
                  <a:cubicBezTo>
                    <a:pt x="744749" y="624741"/>
                    <a:pt x="1036017" y="874757"/>
                    <a:pt x="1114147" y="1104771"/>
                  </a:cubicBezTo>
                  <a:lnTo>
                    <a:pt x="1118522" y="1117897"/>
                  </a:lnTo>
                  <a:close/>
                  <a:moveTo>
                    <a:pt x="20953" y="20953"/>
                  </a:moveTo>
                  <a:cubicBezTo>
                    <a:pt x="77207" y="85958"/>
                    <a:pt x="130335" y="147836"/>
                    <a:pt x="180963" y="206590"/>
                  </a:cubicBezTo>
                  <a:cubicBezTo>
                    <a:pt x="624116" y="722248"/>
                    <a:pt x="872257" y="1011016"/>
                    <a:pt x="1094771" y="1094771"/>
                  </a:cubicBezTo>
                  <a:cubicBezTo>
                    <a:pt x="1011016" y="872257"/>
                    <a:pt x="722247" y="624116"/>
                    <a:pt x="206590" y="180963"/>
                  </a:cubicBezTo>
                  <a:cubicBezTo>
                    <a:pt x="147836" y="129710"/>
                    <a:pt x="85958" y="76582"/>
                    <a:pt x="20953" y="20953"/>
                  </a:cubicBezTo>
                  <a:close/>
                </a:path>
              </a:pathLst>
            </a:custGeom>
            <a:solidFill>
              <a:schemeClr val="accent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47" name="Google Shape;334;p18"/>
            <p:cNvSpPr/>
            <p:nvPr/>
          </p:nvSpPr>
          <p:spPr>
            <a:xfrm rot="1588200">
              <a:off x="8499960" y="3262680"/>
              <a:ext cx="828360" cy="327960"/>
            </a:xfrm>
            <a:custGeom>
              <a:avLst/>
              <a:gdLst>
                <a:gd name="textAreaLeft" fmla="*/ 0 w 828360"/>
                <a:gd name="textAreaRight" fmla="*/ 828720 w 828360"/>
                <a:gd name="textAreaTop" fmla="*/ 0 h 327960"/>
                <a:gd name="textAreaBottom" fmla="*/ 328320 h 327960"/>
              </a:gdLst>
              <a:ahLst/>
              <a:cxnLst/>
              <a:rect l="textAreaLeft" t="textAreaTop" r="textAreaRight" b="textAreaBottom"/>
              <a:pathLst>
                <a:path w="1385324" h="548695">
                  <a:moveTo>
                    <a:pt x="1330322" y="548695"/>
                  </a:moveTo>
                  <a:cubicBezTo>
                    <a:pt x="1104057" y="548695"/>
                    <a:pt x="782787" y="394936"/>
                    <a:pt x="224627" y="128669"/>
                  </a:cubicBezTo>
                  <a:cubicBezTo>
                    <a:pt x="155873" y="96167"/>
                    <a:pt x="83993" y="61165"/>
                    <a:pt x="7739" y="25538"/>
                  </a:cubicBezTo>
                  <a:cubicBezTo>
                    <a:pt x="1488" y="22412"/>
                    <a:pt x="-1637" y="15537"/>
                    <a:pt x="863" y="8661"/>
                  </a:cubicBezTo>
                  <a:cubicBezTo>
                    <a:pt x="3363" y="1786"/>
                    <a:pt x="10239" y="-1339"/>
                    <a:pt x="17114" y="536"/>
                  </a:cubicBezTo>
                  <a:cubicBezTo>
                    <a:pt x="97119" y="24912"/>
                    <a:pt x="173999" y="48664"/>
                    <a:pt x="247129" y="70540"/>
                  </a:cubicBezTo>
                  <a:cubicBezTo>
                    <a:pt x="874668" y="261177"/>
                    <a:pt x="1220940" y="366184"/>
                    <a:pt x="1375325" y="534945"/>
                  </a:cubicBezTo>
                  <a:lnTo>
                    <a:pt x="1385325" y="545570"/>
                  </a:lnTo>
                  <a:lnTo>
                    <a:pt x="1370950" y="546820"/>
                  </a:lnTo>
                  <a:cubicBezTo>
                    <a:pt x="1357823" y="548070"/>
                    <a:pt x="1344073" y="548695"/>
                    <a:pt x="1330322" y="548695"/>
                  </a:cubicBezTo>
                  <a:close/>
                  <a:moveTo>
                    <a:pt x="27740" y="18662"/>
                  </a:moveTo>
                  <a:cubicBezTo>
                    <a:pt x="98369" y="52414"/>
                    <a:pt x="165873" y="84291"/>
                    <a:pt x="230878" y="115543"/>
                  </a:cubicBezTo>
                  <a:cubicBezTo>
                    <a:pt x="807789" y="391185"/>
                    <a:pt x="1131559" y="545570"/>
                    <a:pt x="1354698" y="533694"/>
                  </a:cubicBezTo>
                  <a:cubicBezTo>
                    <a:pt x="1197813" y="374309"/>
                    <a:pt x="854666" y="269928"/>
                    <a:pt x="243379" y="84291"/>
                  </a:cubicBezTo>
                  <a:cubicBezTo>
                    <a:pt x="174624" y="63665"/>
                    <a:pt x="102745" y="41788"/>
                    <a:pt x="27740" y="18662"/>
                  </a:cubicBezTo>
                  <a:close/>
                  <a:moveTo>
                    <a:pt x="13989" y="12412"/>
                  </a:moveTo>
                  <a:lnTo>
                    <a:pt x="10864" y="18662"/>
                  </a:lnTo>
                  <a:lnTo>
                    <a:pt x="13989" y="12412"/>
                  </a:lnTo>
                  <a:close/>
                </a:path>
              </a:pathLst>
            </a:custGeom>
            <a:solidFill>
              <a:schemeClr val="accent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48" name="Google Shape;335;p18"/>
            <p:cNvSpPr/>
            <p:nvPr/>
          </p:nvSpPr>
          <p:spPr>
            <a:xfrm rot="1588200">
              <a:off x="9498240" y="3049560"/>
              <a:ext cx="327960" cy="828000"/>
            </a:xfrm>
            <a:custGeom>
              <a:avLst/>
              <a:gdLst>
                <a:gd name="textAreaLeft" fmla="*/ 0 w 327960"/>
                <a:gd name="textAreaRight" fmla="*/ 328320 w 327960"/>
                <a:gd name="textAreaTop" fmla="*/ 0 h 828000"/>
                <a:gd name="textAreaBottom" fmla="*/ 828360 h 828000"/>
              </a:gdLst>
              <a:ahLst/>
              <a:cxnLst/>
              <a:rect l="textAreaLeft" t="textAreaTop" r="textAreaRight" b="textAreaBottom"/>
              <a:pathLst>
                <a:path w="548537" h="1384699">
                  <a:moveTo>
                    <a:pt x="2968" y="1384700"/>
                  </a:moveTo>
                  <a:lnTo>
                    <a:pt x="1717" y="1370324"/>
                  </a:lnTo>
                  <a:cubicBezTo>
                    <a:pt x="-18284" y="1142185"/>
                    <a:pt x="137351" y="816539"/>
                    <a:pt x="419869" y="224627"/>
                  </a:cubicBezTo>
                  <a:cubicBezTo>
                    <a:pt x="452996" y="155873"/>
                    <a:pt x="487373" y="83368"/>
                    <a:pt x="523000" y="7739"/>
                  </a:cubicBezTo>
                  <a:lnTo>
                    <a:pt x="523000" y="7739"/>
                  </a:lnTo>
                  <a:cubicBezTo>
                    <a:pt x="526125" y="1488"/>
                    <a:pt x="533001" y="-1637"/>
                    <a:pt x="539876" y="863"/>
                  </a:cubicBezTo>
                  <a:cubicBezTo>
                    <a:pt x="546752" y="3363"/>
                    <a:pt x="549877" y="10239"/>
                    <a:pt x="548002" y="17114"/>
                  </a:cubicBezTo>
                  <a:cubicBezTo>
                    <a:pt x="523625" y="97744"/>
                    <a:pt x="499874" y="173999"/>
                    <a:pt x="477998" y="247129"/>
                  </a:cubicBezTo>
                  <a:cubicBezTo>
                    <a:pt x="287361" y="874668"/>
                    <a:pt x="182354" y="1220315"/>
                    <a:pt x="13593" y="1375324"/>
                  </a:cubicBezTo>
                  <a:lnTo>
                    <a:pt x="2968" y="1384700"/>
                  </a:lnTo>
                  <a:close/>
                  <a:moveTo>
                    <a:pt x="529876" y="27740"/>
                  </a:moveTo>
                  <a:cubicBezTo>
                    <a:pt x="496123" y="98369"/>
                    <a:pt x="463622" y="166498"/>
                    <a:pt x="432994" y="230878"/>
                  </a:cubicBezTo>
                  <a:cubicBezTo>
                    <a:pt x="157352" y="807789"/>
                    <a:pt x="2968" y="1130934"/>
                    <a:pt x="14843" y="1354073"/>
                  </a:cubicBezTo>
                  <a:cubicBezTo>
                    <a:pt x="174228" y="1197188"/>
                    <a:pt x="278610" y="854042"/>
                    <a:pt x="464246" y="242753"/>
                  </a:cubicBezTo>
                  <a:cubicBezTo>
                    <a:pt x="484873" y="174624"/>
                    <a:pt x="506749" y="102745"/>
                    <a:pt x="529876" y="27740"/>
                  </a:cubicBezTo>
                  <a:close/>
                  <a:moveTo>
                    <a:pt x="536126" y="13989"/>
                  </a:moveTo>
                  <a:lnTo>
                    <a:pt x="536126" y="13989"/>
                  </a:lnTo>
                  <a:lnTo>
                    <a:pt x="529876" y="10864"/>
                  </a:lnTo>
                  <a:lnTo>
                    <a:pt x="536126" y="13989"/>
                  </a:lnTo>
                  <a:close/>
                </a:path>
              </a:pathLst>
            </a:custGeom>
            <a:solidFill>
              <a:schemeClr val="accent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49" name="Google Shape;336;p18"/>
            <p:cNvSpPr/>
            <p:nvPr/>
          </p:nvSpPr>
          <p:spPr>
            <a:xfrm rot="1588200">
              <a:off x="8713080" y="3759480"/>
              <a:ext cx="327960" cy="828720"/>
            </a:xfrm>
            <a:custGeom>
              <a:avLst/>
              <a:gdLst>
                <a:gd name="textAreaLeft" fmla="*/ 0 w 327960"/>
                <a:gd name="textAreaRight" fmla="*/ 328320 w 327960"/>
                <a:gd name="textAreaTop" fmla="*/ 0 h 828720"/>
                <a:gd name="textAreaBottom" fmla="*/ 829080 h 828720"/>
              </a:gdLst>
              <a:ahLst/>
              <a:cxnLst/>
              <a:rect l="textAreaLeft" t="textAreaTop" r="textAreaRight" b="textAreaBottom"/>
              <a:pathLst>
                <a:path w="548537" h="1385711">
                  <a:moveTo>
                    <a:pt x="13662" y="1385712"/>
                  </a:moveTo>
                  <a:cubicBezTo>
                    <a:pt x="11787" y="1385712"/>
                    <a:pt x="10537" y="1385712"/>
                    <a:pt x="8662" y="1384462"/>
                  </a:cubicBezTo>
                  <a:cubicBezTo>
                    <a:pt x="1786" y="1381962"/>
                    <a:pt x="-1339" y="1375087"/>
                    <a:pt x="536" y="1368211"/>
                  </a:cubicBezTo>
                  <a:lnTo>
                    <a:pt x="536" y="1368211"/>
                  </a:lnTo>
                  <a:cubicBezTo>
                    <a:pt x="24912" y="1287581"/>
                    <a:pt x="48664" y="1211326"/>
                    <a:pt x="70541" y="1138197"/>
                  </a:cubicBezTo>
                  <a:cubicBezTo>
                    <a:pt x="261178" y="510657"/>
                    <a:pt x="366184" y="165010"/>
                    <a:pt x="534944" y="10001"/>
                  </a:cubicBezTo>
                  <a:lnTo>
                    <a:pt x="545570" y="0"/>
                  </a:lnTo>
                  <a:lnTo>
                    <a:pt x="546820" y="14376"/>
                  </a:lnTo>
                  <a:cubicBezTo>
                    <a:pt x="566822" y="242515"/>
                    <a:pt x="411187" y="568161"/>
                    <a:pt x="128669" y="1160698"/>
                  </a:cubicBezTo>
                  <a:cubicBezTo>
                    <a:pt x="96167" y="1229452"/>
                    <a:pt x="61165" y="1301332"/>
                    <a:pt x="25537" y="1377587"/>
                  </a:cubicBezTo>
                  <a:cubicBezTo>
                    <a:pt x="23038" y="1383212"/>
                    <a:pt x="18662" y="1385712"/>
                    <a:pt x="13662" y="1385712"/>
                  </a:cubicBezTo>
                  <a:close/>
                  <a:moveTo>
                    <a:pt x="8037" y="1370711"/>
                  </a:moveTo>
                  <a:lnTo>
                    <a:pt x="14912" y="1372586"/>
                  </a:lnTo>
                  <a:cubicBezTo>
                    <a:pt x="14912" y="1372586"/>
                    <a:pt x="14912" y="1372586"/>
                    <a:pt x="14912" y="1372586"/>
                  </a:cubicBezTo>
                  <a:lnTo>
                    <a:pt x="8037" y="1370711"/>
                  </a:lnTo>
                  <a:close/>
                  <a:moveTo>
                    <a:pt x="534319" y="31877"/>
                  </a:moveTo>
                  <a:cubicBezTo>
                    <a:pt x="374934" y="188762"/>
                    <a:pt x="270553" y="531908"/>
                    <a:pt x="84916" y="1143197"/>
                  </a:cubicBezTo>
                  <a:cubicBezTo>
                    <a:pt x="63665" y="1213826"/>
                    <a:pt x="41163" y="1287581"/>
                    <a:pt x="17412" y="1364461"/>
                  </a:cubicBezTo>
                  <a:cubicBezTo>
                    <a:pt x="51164" y="1291956"/>
                    <a:pt x="84291" y="1221952"/>
                    <a:pt x="116168" y="1155073"/>
                  </a:cubicBezTo>
                  <a:cubicBezTo>
                    <a:pt x="391185" y="578786"/>
                    <a:pt x="545570" y="255016"/>
                    <a:pt x="534319" y="31877"/>
                  </a:cubicBezTo>
                  <a:close/>
                </a:path>
              </a:pathLst>
            </a:custGeom>
            <a:solidFill>
              <a:schemeClr val="accent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50" name="Google Shape;337;p18"/>
            <p:cNvSpPr/>
            <p:nvPr/>
          </p:nvSpPr>
          <p:spPr>
            <a:xfrm rot="1588200">
              <a:off x="9210960" y="4047480"/>
              <a:ext cx="828000" cy="327960"/>
            </a:xfrm>
            <a:custGeom>
              <a:avLst/>
              <a:gdLst>
                <a:gd name="textAreaLeft" fmla="*/ 0 w 828000"/>
                <a:gd name="textAreaRight" fmla="*/ 828360 w 828000"/>
                <a:gd name="textAreaTop" fmla="*/ 0 h 327960"/>
                <a:gd name="textAreaBottom" fmla="*/ 328320 h 327960"/>
              </a:gdLst>
              <a:ahLst/>
              <a:cxnLst/>
              <a:rect l="textAreaLeft" t="textAreaTop" r="textAreaRight" b="textAreaBottom"/>
              <a:pathLst>
                <a:path w="1384700" h="548626">
                  <a:moveTo>
                    <a:pt x="1371961" y="548627"/>
                  </a:moveTo>
                  <a:cubicBezTo>
                    <a:pt x="1370711" y="548627"/>
                    <a:pt x="1369462" y="548627"/>
                    <a:pt x="1368211" y="548002"/>
                  </a:cubicBezTo>
                  <a:cubicBezTo>
                    <a:pt x="1287581" y="523625"/>
                    <a:pt x="1211326" y="499874"/>
                    <a:pt x="1138197" y="477997"/>
                  </a:cubicBezTo>
                  <a:cubicBezTo>
                    <a:pt x="510658" y="287360"/>
                    <a:pt x="165011" y="182354"/>
                    <a:pt x="10001" y="13593"/>
                  </a:cubicBezTo>
                  <a:lnTo>
                    <a:pt x="0" y="2968"/>
                  </a:lnTo>
                  <a:lnTo>
                    <a:pt x="14376" y="1717"/>
                  </a:lnTo>
                  <a:cubicBezTo>
                    <a:pt x="241891" y="-18284"/>
                    <a:pt x="568161" y="137351"/>
                    <a:pt x="1160074" y="419869"/>
                  </a:cubicBezTo>
                  <a:cubicBezTo>
                    <a:pt x="1228828" y="452996"/>
                    <a:pt x="1300707" y="487373"/>
                    <a:pt x="1376962" y="523000"/>
                  </a:cubicBezTo>
                  <a:lnTo>
                    <a:pt x="1376962" y="523000"/>
                  </a:lnTo>
                  <a:cubicBezTo>
                    <a:pt x="1383212" y="526125"/>
                    <a:pt x="1386337" y="533001"/>
                    <a:pt x="1383837" y="539876"/>
                  </a:cubicBezTo>
                  <a:cubicBezTo>
                    <a:pt x="1381963" y="545502"/>
                    <a:pt x="1376962" y="548627"/>
                    <a:pt x="1371961" y="548627"/>
                  </a:cubicBezTo>
                  <a:close/>
                  <a:moveTo>
                    <a:pt x="1371336" y="536126"/>
                  </a:moveTo>
                  <a:lnTo>
                    <a:pt x="1371336" y="536126"/>
                  </a:lnTo>
                  <a:lnTo>
                    <a:pt x="1374462" y="529876"/>
                  </a:lnTo>
                  <a:lnTo>
                    <a:pt x="1371336" y="536126"/>
                  </a:lnTo>
                  <a:close/>
                  <a:moveTo>
                    <a:pt x="30627" y="14843"/>
                  </a:moveTo>
                  <a:cubicBezTo>
                    <a:pt x="187512" y="174228"/>
                    <a:pt x="530659" y="278610"/>
                    <a:pt x="1141947" y="464246"/>
                  </a:cubicBezTo>
                  <a:cubicBezTo>
                    <a:pt x="1210702" y="484873"/>
                    <a:pt x="1282581" y="506749"/>
                    <a:pt x="1357586" y="529876"/>
                  </a:cubicBezTo>
                  <a:cubicBezTo>
                    <a:pt x="1286956" y="496124"/>
                    <a:pt x="1218827" y="463621"/>
                    <a:pt x="1154448" y="432995"/>
                  </a:cubicBezTo>
                  <a:cubicBezTo>
                    <a:pt x="577536" y="157352"/>
                    <a:pt x="253767" y="2968"/>
                    <a:pt x="30627" y="14843"/>
                  </a:cubicBezTo>
                  <a:close/>
                </a:path>
              </a:pathLst>
            </a:custGeom>
            <a:solidFill>
              <a:schemeClr val="accent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51" name="Google Shape;338;p18"/>
            <p:cNvSpPr/>
            <p:nvPr/>
          </p:nvSpPr>
          <p:spPr>
            <a:xfrm rot="1588200">
              <a:off x="8333640" y="3614400"/>
              <a:ext cx="813240" cy="363240"/>
            </a:xfrm>
            <a:custGeom>
              <a:avLst/>
              <a:gdLst>
                <a:gd name="textAreaLeft" fmla="*/ 0 w 813240"/>
                <a:gd name="textAreaRight" fmla="*/ 813600 w 813240"/>
                <a:gd name="textAreaTop" fmla="*/ 0 h 363240"/>
                <a:gd name="textAreaBottom" fmla="*/ 363600 h 363240"/>
              </a:gdLst>
              <a:ahLst/>
              <a:cxnLst/>
              <a:rect l="textAreaLeft" t="textAreaTop" r="textAreaRight" b="textAreaBottom"/>
              <a:pathLst>
                <a:path w="1359555" h="607906">
                  <a:moveTo>
                    <a:pt x="13221" y="607907"/>
                  </a:moveTo>
                  <a:cubicBezTo>
                    <a:pt x="8221" y="607907"/>
                    <a:pt x="3845" y="604781"/>
                    <a:pt x="1345" y="599781"/>
                  </a:cubicBezTo>
                  <a:cubicBezTo>
                    <a:pt x="-1780" y="593530"/>
                    <a:pt x="720" y="586030"/>
                    <a:pt x="6971" y="582905"/>
                  </a:cubicBezTo>
                  <a:cubicBezTo>
                    <a:pt x="81350" y="543527"/>
                    <a:pt x="151980" y="506025"/>
                    <a:pt x="218859" y="469773"/>
                  </a:cubicBezTo>
                  <a:cubicBezTo>
                    <a:pt x="797645" y="161003"/>
                    <a:pt x="1116415" y="-9007"/>
                    <a:pt x="1345180" y="368"/>
                  </a:cubicBezTo>
                  <a:lnTo>
                    <a:pt x="1359556" y="993"/>
                  </a:lnTo>
                  <a:lnTo>
                    <a:pt x="1350180" y="12244"/>
                  </a:lnTo>
                  <a:cubicBezTo>
                    <a:pt x="1203296" y="187880"/>
                    <a:pt x="862650" y="307888"/>
                    <a:pt x="244486" y="526651"/>
                  </a:cubicBezTo>
                  <a:cubicBezTo>
                    <a:pt x="172606" y="552278"/>
                    <a:pt x="96976" y="578530"/>
                    <a:pt x="17596" y="606656"/>
                  </a:cubicBezTo>
                  <a:lnTo>
                    <a:pt x="17596" y="606656"/>
                  </a:lnTo>
                  <a:cubicBezTo>
                    <a:pt x="15721" y="607281"/>
                    <a:pt x="14471" y="607907"/>
                    <a:pt x="13221" y="607907"/>
                  </a:cubicBezTo>
                  <a:close/>
                  <a:moveTo>
                    <a:pt x="12596" y="593530"/>
                  </a:moveTo>
                  <a:lnTo>
                    <a:pt x="12596" y="593530"/>
                  </a:lnTo>
                  <a:lnTo>
                    <a:pt x="12596" y="593530"/>
                  </a:lnTo>
                  <a:lnTo>
                    <a:pt x="12596" y="593530"/>
                  </a:lnTo>
                  <a:close/>
                  <a:moveTo>
                    <a:pt x="1325804" y="14119"/>
                  </a:moveTo>
                  <a:cubicBezTo>
                    <a:pt x="1102040" y="14119"/>
                    <a:pt x="786395" y="182880"/>
                    <a:pt x="225734" y="482274"/>
                  </a:cubicBezTo>
                  <a:cubicBezTo>
                    <a:pt x="162606" y="516026"/>
                    <a:pt x="96352" y="551028"/>
                    <a:pt x="26972" y="587905"/>
                  </a:cubicBezTo>
                  <a:cubicBezTo>
                    <a:pt x="100727" y="561653"/>
                    <a:pt x="171981" y="536652"/>
                    <a:pt x="239485" y="512900"/>
                  </a:cubicBezTo>
                  <a:cubicBezTo>
                    <a:pt x="842023" y="299762"/>
                    <a:pt x="1179544" y="180379"/>
                    <a:pt x="1329554" y="14119"/>
                  </a:cubicBezTo>
                  <a:cubicBezTo>
                    <a:pt x="1328304" y="14119"/>
                    <a:pt x="1327054" y="14119"/>
                    <a:pt x="1325804" y="14119"/>
                  </a:cubicBezTo>
                  <a:close/>
                </a:path>
              </a:pathLst>
            </a:custGeom>
            <a:solidFill>
              <a:schemeClr val="accent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52" name="Google Shape;339;p18"/>
            <p:cNvSpPr/>
            <p:nvPr/>
          </p:nvSpPr>
          <p:spPr>
            <a:xfrm rot="1588200">
              <a:off x="9064800" y="3941640"/>
              <a:ext cx="363240" cy="812880"/>
            </a:xfrm>
            <a:custGeom>
              <a:avLst/>
              <a:gdLst>
                <a:gd name="textAreaLeft" fmla="*/ 0 w 363240"/>
                <a:gd name="textAreaRight" fmla="*/ 363600 w 363240"/>
                <a:gd name="textAreaTop" fmla="*/ 0 h 812880"/>
                <a:gd name="textAreaBottom" fmla="*/ 813240 h 812880"/>
              </a:gdLst>
              <a:ahLst/>
              <a:cxnLst/>
              <a:rect l="textAreaLeft" t="textAreaTop" r="textAreaRight" b="textAreaBottom"/>
              <a:pathLst>
                <a:path w="607567" h="1359460">
                  <a:moveTo>
                    <a:pt x="594203" y="1359460"/>
                  </a:moveTo>
                  <a:cubicBezTo>
                    <a:pt x="589204" y="1359460"/>
                    <a:pt x="584828" y="1356960"/>
                    <a:pt x="582953" y="1352585"/>
                  </a:cubicBezTo>
                  <a:cubicBezTo>
                    <a:pt x="543575" y="1278205"/>
                    <a:pt x="506073" y="1208201"/>
                    <a:pt x="469821" y="1140697"/>
                  </a:cubicBezTo>
                  <a:cubicBezTo>
                    <a:pt x="161052" y="561910"/>
                    <a:pt x="-9584" y="243140"/>
                    <a:pt x="416" y="14376"/>
                  </a:cubicBezTo>
                  <a:lnTo>
                    <a:pt x="1042" y="0"/>
                  </a:lnTo>
                  <a:lnTo>
                    <a:pt x="12292" y="9376"/>
                  </a:lnTo>
                  <a:cubicBezTo>
                    <a:pt x="187928" y="156260"/>
                    <a:pt x="307936" y="496906"/>
                    <a:pt x="526700" y="1115070"/>
                  </a:cubicBezTo>
                  <a:cubicBezTo>
                    <a:pt x="552326" y="1186949"/>
                    <a:pt x="578578" y="1262579"/>
                    <a:pt x="606704" y="1341334"/>
                  </a:cubicBezTo>
                  <a:lnTo>
                    <a:pt x="606704" y="1341334"/>
                  </a:lnTo>
                  <a:cubicBezTo>
                    <a:pt x="609205" y="1348210"/>
                    <a:pt x="606079" y="1355085"/>
                    <a:pt x="599829" y="1357585"/>
                  </a:cubicBezTo>
                  <a:cubicBezTo>
                    <a:pt x="597329" y="1358835"/>
                    <a:pt x="595454" y="1359460"/>
                    <a:pt x="594203" y="1359460"/>
                  </a:cubicBezTo>
                  <a:close/>
                  <a:moveTo>
                    <a:pt x="592954" y="1346334"/>
                  </a:moveTo>
                  <a:lnTo>
                    <a:pt x="592954" y="1346334"/>
                  </a:lnTo>
                  <a:lnTo>
                    <a:pt x="592954" y="1346334"/>
                  </a:lnTo>
                  <a:lnTo>
                    <a:pt x="592954" y="1346334"/>
                  </a:lnTo>
                  <a:close/>
                  <a:moveTo>
                    <a:pt x="14167" y="30002"/>
                  </a:moveTo>
                  <a:cubicBezTo>
                    <a:pt x="12292" y="253766"/>
                    <a:pt x="181053" y="570036"/>
                    <a:pt x="482322" y="1133821"/>
                  </a:cubicBezTo>
                  <a:cubicBezTo>
                    <a:pt x="516074" y="1196950"/>
                    <a:pt x="551076" y="1263204"/>
                    <a:pt x="587953" y="1331959"/>
                  </a:cubicBezTo>
                  <a:cubicBezTo>
                    <a:pt x="561702" y="1258204"/>
                    <a:pt x="536700" y="1186949"/>
                    <a:pt x="512948" y="1119445"/>
                  </a:cubicBezTo>
                  <a:cubicBezTo>
                    <a:pt x="299810" y="517532"/>
                    <a:pt x="180428" y="179386"/>
                    <a:pt x="14167" y="30002"/>
                  </a:cubicBezTo>
                  <a:close/>
                </a:path>
              </a:pathLst>
            </a:custGeom>
            <a:solidFill>
              <a:schemeClr val="accent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53" name="Google Shape;340;p18"/>
            <p:cNvSpPr/>
            <p:nvPr/>
          </p:nvSpPr>
          <p:spPr>
            <a:xfrm rot="1588200">
              <a:off x="9392400" y="3660480"/>
              <a:ext cx="813240" cy="363240"/>
            </a:xfrm>
            <a:custGeom>
              <a:avLst/>
              <a:gdLst>
                <a:gd name="textAreaLeft" fmla="*/ 0 w 813240"/>
                <a:gd name="textAreaRight" fmla="*/ 813600 w 813240"/>
                <a:gd name="textAreaTop" fmla="*/ 0 h 363240"/>
                <a:gd name="textAreaBottom" fmla="*/ 363600 h 363240"/>
              </a:gdLst>
              <a:ahLst/>
              <a:cxnLst/>
              <a:rect l="textAreaLeft" t="textAreaTop" r="textAreaRight" b="textAreaBottom"/>
              <a:pathLst>
                <a:path w="1359555" h="607776">
                  <a:moveTo>
                    <a:pt x="33127" y="607776"/>
                  </a:moveTo>
                  <a:cubicBezTo>
                    <a:pt x="26876" y="607776"/>
                    <a:pt x="20626" y="607776"/>
                    <a:pt x="14375" y="607151"/>
                  </a:cubicBezTo>
                  <a:lnTo>
                    <a:pt x="0" y="606526"/>
                  </a:lnTo>
                  <a:lnTo>
                    <a:pt x="9376" y="595275"/>
                  </a:lnTo>
                  <a:cubicBezTo>
                    <a:pt x="156260" y="419639"/>
                    <a:pt x="496906" y="299632"/>
                    <a:pt x="1115695" y="80868"/>
                  </a:cubicBezTo>
                  <a:cubicBezTo>
                    <a:pt x="1187575" y="55241"/>
                    <a:pt x="1263204" y="28990"/>
                    <a:pt x="1341959" y="863"/>
                  </a:cubicBezTo>
                  <a:lnTo>
                    <a:pt x="1341959" y="863"/>
                  </a:lnTo>
                  <a:cubicBezTo>
                    <a:pt x="1348834" y="-1637"/>
                    <a:pt x="1355710" y="1488"/>
                    <a:pt x="1358210" y="7739"/>
                  </a:cubicBezTo>
                  <a:cubicBezTo>
                    <a:pt x="1361335" y="13989"/>
                    <a:pt x="1358836" y="21489"/>
                    <a:pt x="1352585" y="24615"/>
                  </a:cubicBezTo>
                  <a:cubicBezTo>
                    <a:pt x="1278205" y="63992"/>
                    <a:pt x="1207576" y="101494"/>
                    <a:pt x="1140697" y="137747"/>
                  </a:cubicBezTo>
                  <a:cubicBezTo>
                    <a:pt x="576911" y="438391"/>
                    <a:pt x="260016" y="607776"/>
                    <a:pt x="33127" y="607776"/>
                  </a:cubicBezTo>
                  <a:close/>
                  <a:moveTo>
                    <a:pt x="29377" y="593400"/>
                  </a:moveTo>
                  <a:cubicBezTo>
                    <a:pt x="30627" y="593400"/>
                    <a:pt x="31877" y="593400"/>
                    <a:pt x="32502" y="593400"/>
                  </a:cubicBezTo>
                  <a:cubicBezTo>
                    <a:pt x="256266" y="593400"/>
                    <a:pt x="571911" y="424640"/>
                    <a:pt x="1132571" y="125246"/>
                  </a:cubicBezTo>
                  <a:cubicBezTo>
                    <a:pt x="1195700" y="91494"/>
                    <a:pt x="1261955" y="56492"/>
                    <a:pt x="1331334" y="19614"/>
                  </a:cubicBezTo>
                  <a:cubicBezTo>
                    <a:pt x="1257579" y="45866"/>
                    <a:pt x="1186950" y="70867"/>
                    <a:pt x="1119445" y="94619"/>
                  </a:cubicBezTo>
                  <a:cubicBezTo>
                    <a:pt x="516907" y="307132"/>
                    <a:pt x="179386" y="426515"/>
                    <a:pt x="29377" y="593400"/>
                  </a:cubicBezTo>
                  <a:close/>
                  <a:moveTo>
                    <a:pt x="1346335" y="13989"/>
                  </a:moveTo>
                  <a:lnTo>
                    <a:pt x="1346335" y="13989"/>
                  </a:lnTo>
                  <a:lnTo>
                    <a:pt x="1343834" y="7113"/>
                  </a:lnTo>
                  <a:lnTo>
                    <a:pt x="1346335" y="13989"/>
                  </a:lnTo>
                  <a:close/>
                </a:path>
              </a:pathLst>
            </a:custGeom>
            <a:solidFill>
              <a:schemeClr val="accent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54" name="Google Shape;341;p18"/>
            <p:cNvSpPr/>
            <p:nvPr/>
          </p:nvSpPr>
          <p:spPr>
            <a:xfrm rot="1588200">
              <a:off x="9110880" y="2882880"/>
              <a:ext cx="363240" cy="813240"/>
            </a:xfrm>
            <a:custGeom>
              <a:avLst/>
              <a:gdLst>
                <a:gd name="textAreaLeft" fmla="*/ 0 w 363240"/>
                <a:gd name="textAreaRight" fmla="*/ 363600 w 363240"/>
                <a:gd name="textAreaTop" fmla="*/ 0 h 813240"/>
                <a:gd name="textAreaBottom" fmla="*/ 813600 h 813240"/>
              </a:gdLst>
              <a:ahLst/>
              <a:cxnLst/>
              <a:rect l="textAreaLeft" t="textAreaTop" r="textAreaRight" b="textAreaBottom"/>
              <a:pathLst>
                <a:path w="607567" h="1359555">
                  <a:moveTo>
                    <a:pt x="606526" y="1359556"/>
                  </a:moveTo>
                  <a:lnTo>
                    <a:pt x="595275" y="1350180"/>
                  </a:lnTo>
                  <a:cubicBezTo>
                    <a:pt x="419639" y="1203296"/>
                    <a:pt x="299632" y="862650"/>
                    <a:pt x="80869" y="243861"/>
                  </a:cubicBezTo>
                  <a:cubicBezTo>
                    <a:pt x="55242" y="171981"/>
                    <a:pt x="28990" y="96351"/>
                    <a:pt x="863" y="17596"/>
                  </a:cubicBezTo>
                  <a:lnTo>
                    <a:pt x="863" y="17596"/>
                  </a:lnTo>
                  <a:cubicBezTo>
                    <a:pt x="-1637" y="10721"/>
                    <a:pt x="1488" y="3846"/>
                    <a:pt x="7738" y="1345"/>
                  </a:cubicBezTo>
                  <a:cubicBezTo>
                    <a:pt x="13989" y="-1780"/>
                    <a:pt x="21490" y="720"/>
                    <a:pt x="24615" y="6971"/>
                  </a:cubicBezTo>
                  <a:cubicBezTo>
                    <a:pt x="63992" y="81350"/>
                    <a:pt x="101494" y="151980"/>
                    <a:pt x="137747" y="218859"/>
                  </a:cubicBezTo>
                  <a:cubicBezTo>
                    <a:pt x="446516" y="797645"/>
                    <a:pt x="617152" y="1116415"/>
                    <a:pt x="607151" y="1344555"/>
                  </a:cubicBezTo>
                  <a:lnTo>
                    <a:pt x="606526" y="1359556"/>
                  </a:lnTo>
                  <a:close/>
                  <a:moveTo>
                    <a:pt x="19614" y="27597"/>
                  </a:moveTo>
                  <a:cubicBezTo>
                    <a:pt x="45866" y="101352"/>
                    <a:pt x="70868" y="171981"/>
                    <a:pt x="94619" y="239485"/>
                  </a:cubicBezTo>
                  <a:cubicBezTo>
                    <a:pt x="307757" y="842023"/>
                    <a:pt x="427140" y="1180170"/>
                    <a:pt x="593401" y="1329554"/>
                  </a:cubicBezTo>
                  <a:cubicBezTo>
                    <a:pt x="595275" y="1105790"/>
                    <a:pt x="426515" y="789520"/>
                    <a:pt x="125246" y="225735"/>
                  </a:cubicBezTo>
                  <a:cubicBezTo>
                    <a:pt x="91494" y="162606"/>
                    <a:pt x="56492" y="96976"/>
                    <a:pt x="19614" y="27597"/>
                  </a:cubicBezTo>
                  <a:close/>
                  <a:moveTo>
                    <a:pt x="14614" y="13221"/>
                  </a:moveTo>
                  <a:lnTo>
                    <a:pt x="7738" y="15721"/>
                  </a:lnTo>
                  <a:lnTo>
                    <a:pt x="14614" y="13221"/>
                  </a:lnTo>
                  <a:close/>
                </a:path>
              </a:pathLst>
            </a:custGeom>
            <a:solidFill>
              <a:schemeClr val="accent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</p:grpSp>
      <p:sp>
        <p:nvSpPr>
          <p:cNvPr id="155" name="Google Shape;342;p18"/>
          <p:cNvSpPr/>
          <p:nvPr/>
        </p:nvSpPr>
        <p:spPr>
          <a:xfrm>
            <a:off x="87480" y="4319640"/>
            <a:ext cx="1573920" cy="1550520"/>
          </a:xfrm>
          <a:custGeom>
            <a:avLst/>
            <a:gdLst>
              <a:gd name="textAreaLeft" fmla="*/ 0 w 1573920"/>
              <a:gd name="textAreaRight" fmla="*/ 1574280 w 1573920"/>
              <a:gd name="textAreaTop" fmla="*/ 0 h 1550520"/>
              <a:gd name="textAreaBottom" fmla="*/ 1550880 h 1550520"/>
            </a:gdLst>
            <a:ahLst/>
            <a:cxnLst/>
            <a:rect l="textAreaLeft" t="textAreaTop" r="textAreaRight" b="textAreaBottom"/>
            <a:pathLst>
              <a:path w="1973873" h="1944496">
                <a:moveTo>
                  <a:pt x="1330709" y="1944497"/>
                </a:moveTo>
                <a:lnTo>
                  <a:pt x="987562" y="1251328"/>
                </a:lnTo>
                <a:lnTo>
                  <a:pt x="644416" y="1944497"/>
                </a:lnTo>
                <a:lnTo>
                  <a:pt x="827552" y="1193200"/>
                </a:lnTo>
                <a:lnTo>
                  <a:pt x="119382" y="1503844"/>
                </a:lnTo>
                <a:lnTo>
                  <a:pt x="741922" y="1045691"/>
                </a:lnTo>
                <a:lnTo>
                  <a:pt x="0" y="828177"/>
                </a:lnTo>
                <a:lnTo>
                  <a:pt x="771298" y="877555"/>
                </a:lnTo>
                <a:lnTo>
                  <a:pt x="342521" y="234390"/>
                </a:lnTo>
                <a:lnTo>
                  <a:pt x="901932" y="768173"/>
                </a:lnTo>
                <a:lnTo>
                  <a:pt x="986937" y="0"/>
                </a:lnTo>
                <a:lnTo>
                  <a:pt x="1071942" y="768173"/>
                </a:lnTo>
                <a:lnTo>
                  <a:pt x="1631353" y="234390"/>
                </a:lnTo>
                <a:lnTo>
                  <a:pt x="1202576" y="877555"/>
                </a:lnTo>
                <a:lnTo>
                  <a:pt x="1973874" y="828177"/>
                </a:lnTo>
                <a:lnTo>
                  <a:pt x="1231953" y="1045691"/>
                </a:lnTo>
                <a:lnTo>
                  <a:pt x="1854491" y="1503844"/>
                </a:lnTo>
                <a:lnTo>
                  <a:pt x="1146322" y="1193200"/>
                </a:lnTo>
                <a:lnTo>
                  <a:pt x="1330709" y="1944497"/>
                </a:lnTo>
                <a:close/>
                <a:moveTo>
                  <a:pt x="987562" y="1234453"/>
                </a:moveTo>
                <a:lnTo>
                  <a:pt x="1306957" y="1879493"/>
                </a:lnTo>
                <a:lnTo>
                  <a:pt x="1136946" y="1180074"/>
                </a:lnTo>
                <a:lnTo>
                  <a:pt x="1795738" y="1468842"/>
                </a:lnTo>
                <a:lnTo>
                  <a:pt x="1216327" y="1042565"/>
                </a:lnTo>
                <a:lnTo>
                  <a:pt x="1223827" y="1040690"/>
                </a:lnTo>
                <a:lnTo>
                  <a:pt x="1906995" y="840678"/>
                </a:lnTo>
                <a:lnTo>
                  <a:pt x="1188825" y="886931"/>
                </a:lnTo>
                <a:lnTo>
                  <a:pt x="1587600" y="288143"/>
                </a:lnTo>
                <a:lnTo>
                  <a:pt x="1066942" y="785049"/>
                </a:lnTo>
                <a:lnTo>
                  <a:pt x="987562" y="69379"/>
                </a:lnTo>
                <a:lnTo>
                  <a:pt x="908182" y="784424"/>
                </a:lnTo>
                <a:lnTo>
                  <a:pt x="387524" y="287518"/>
                </a:lnTo>
                <a:lnTo>
                  <a:pt x="786299" y="886306"/>
                </a:lnTo>
                <a:lnTo>
                  <a:pt x="778799" y="885680"/>
                </a:lnTo>
                <a:lnTo>
                  <a:pt x="68754" y="840053"/>
                </a:lnTo>
                <a:lnTo>
                  <a:pt x="758798" y="1042565"/>
                </a:lnTo>
                <a:lnTo>
                  <a:pt x="752547" y="1046941"/>
                </a:lnTo>
                <a:lnTo>
                  <a:pt x="179386" y="1468842"/>
                </a:lnTo>
                <a:lnTo>
                  <a:pt x="838178" y="1180074"/>
                </a:lnTo>
                <a:lnTo>
                  <a:pt x="668167" y="1879493"/>
                </a:lnTo>
                <a:lnTo>
                  <a:pt x="987562" y="1234453"/>
                </a:lnTo>
                <a:close/>
              </a:path>
            </a:pathLst>
          </a:custGeom>
          <a:solidFill>
            <a:schemeClr val="dk1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endParaRPr b="0" lang="en-US" sz="1800" strike="noStrike" u="none">
              <a:solidFill>
                <a:srgbClr val="000000"/>
              </a:solidFill>
              <a:effectLst/>
              <a:uFillTx/>
              <a:latin typeface="OpenSymbol"/>
            </a:endParaRPr>
          </a:p>
        </p:txBody>
      </p:sp>
      <p:grpSp>
        <p:nvGrpSpPr>
          <p:cNvPr id="156" name="Google Shape;343;p18"/>
          <p:cNvGrpSpPr/>
          <p:nvPr/>
        </p:nvGrpSpPr>
        <p:grpSpPr>
          <a:xfrm>
            <a:off x="333000" y="205200"/>
            <a:ext cx="498960" cy="499320"/>
            <a:chOff x="333000" y="205200"/>
            <a:chExt cx="498960" cy="499320"/>
          </a:xfrm>
        </p:grpSpPr>
        <p:sp>
          <p:nvSpPr>
            <p:cNvPr id="157" name="Google Shape;344;p18"/>
            <p:cNvSpPr/>
            <p:nvPr/>
          </p:nvSpPr>
          <p:spPr>
            <a:xfrm>
              <a:off x="609480" y="443520"/>
              <a:ext cx="222480" cy="23040"/>
            </a:xfrm>
            <a:custGeom>
              <a:avLst/>
              <a:gdLst>
                <a:gd name="textAreaLeft" fmla="*/ 0 w 222480"/>
                <a:gd name="textAreaRight" fmla="*/ 222840 w 222480"/>
                <a:gd name="textAreaTop" fmla="*/ 0 h 23040"/>
                <a:gd name="textAreaBottom" fmla="*/ 23400 h 23040"/>
              </a:gdLst>
              <a:ahLst/>
              <a:cxnLst/>
              <a:rect l="textAreaLeft" t="textAreaTop" r="textAreaRight" b="textAreaBottom"/>
              <a:pathLst>
                <a:path w="517688" h="54004">
                  <a:moveTo>
                    <a:pt x="510657" y="19502"/>
                  </a:moveTo>
                  <a:cubicBezTo>
                    <a:pt x="238140" y="-1125"/>
                    <a:pt x="83755" y="-14250"/>
                    <a:pt x="0" y="27002"/>
                  </a:cubicBezTo>
                  <a:cubicBezTo>
                    <a:pt x="83755" y="68255"/>
                    <a:pt x="238140" y="55129"/>
                    <a:pt x="510657" y="34503"/>
                  </a:cubicBezTo>
                  <a:cubicBezTo>
                    <a:pt x="520033" y="33877"/>
                    <a:pt x="520033" y="20127"/>
                    <a:pt x="510657" y="19502"/>
                  </a:cubicBezTo>
                  <a:close/>
                </a:path>
              </a:pathLst>
            </a:custGeom>
            <a:solidFill>
              <a:schemeClr val="accent4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11520" bIns="1152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58" name="Google Shape;345;p18"/>
            <p:cNvSpPr/>
            <p:nvPr/>
          </p:nvSpPr>
          <p:spPr>
            <a:xfrm>
              <a:off x="571320" y="482040"/>
              <a:ext cx="22680" cy="222480"/>
            </a:xfrm>
            <a:custGeom>
              <a:avLst/>
              <a:gdLst>
                <a:gd name="textAreaLeft" fmla="*/ 0 w 22680"/>
                <a:gd name="textAreaRight" fmla="*/ 23040 w 22680"/>
                <a:gd name="textAreaTop" fmla="*/ 0 h 222480"/>
                <a:gd name="textAreaBottom" fmla="*/ 222840 h 222480"/>
              </a:gdLst>
              <a:ahLst/>
              <a:cxnLst/>
              <a:rect l="textAreaLeft" t="textAreaTop" r="textAreaRight" b="textAreaBottom"/>
              <a:pathLst>
                <a:path w="53781" h="517688">
                  <a:moveTo>
                    <a:pt x="19279" y="510657"/>
                  </a:moveTo>
                  <a:cubicBezTo>
                    <a:pt x="19904" y="520033"/>
                    <a:pt x="33655" y="520033"/>
                    <a:pt x="34280" y="510657"/>
                  </a:cubicBezTo>
                  <a:cubicBezTo>
                    <a:pt x="54906" y="238140"/>
                    <a:pt x="68032" y="83755"/>
                    <a:pt x="26779" y="0"/>
                  </a:cubicBezTo>
                  <a:cubicBezTo>
                    <a:pt x="-14473" y="83755"/>
                    <a:pt x="-722" y="238140"/>
                    <a:pt x="19279" y="510657"/>
                  </a:cubicBezTo>
                  <a:close/>
                </a:path>
              </a:pathLst>
            </a:custGeom>
            <a:solidFill>
              <a:schemeClr val="accent4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59" name="Google Shape;346;p18"/>
            <p:cNvSpPr/>
            <p:nvPr/>
          </p:nvSpPr>
          <p:spPr>
            <a:xfrm>
              <a:off x="333000" y="443520"/>
              <a:ext cx="222480" cy="23040"/>
            </a:xfrm>
            <a:custGeom>
              <a:avLst/>
              <a:gdLst>
                <a:gd name="textAreaLeft" fmla="*/ 0 w 222480"/>
                <a:gd name="textAreaRight" fmla="*/ 222840 w 222480"/>
                <a:gd name="textAreaTop" fmla="*/ 0 h 23040"/>
                <a:gd name="textAreaBottom" fmla="*/ 23400 h 23040"/>
              </a:gdLst>
              <a:ahLst/>
              <a:cxnLst/>
              <a:rect l="textAreaLeft" t="textAreaTop" r="textAreaRight" b="textAreaBottom"/>
              <a:pathLst>
                <a:path w="517688" h="54004">
                  <a:moveTo>
                    <a:pt x="7032" y="19502"/>
                  </a:moveTo>
                  <a:cubicBezTo>
                    <a:pt x="-2344" y="20127"/>
                    <a:pt x="-2344" y="33877"/>
                    <a:pt x="7032" y="34503"/>
                  </a:cubicBezTo>
                  <a:cubicBezTo>
                    <a:pt x="279549" y="55129"/>
                    <a:pt x="433934" y="68255"/>
                    <a:pt x="517689" y="27002"/>
                  </a:cubicBezTo>
                  <a:cubicBezTo>
                    <a:pt x="433934" y="-14250"/>
                    <a:pt x="280174" y="-1125"/>
                    <a:pt x="7032" y="19502"/>
                  </a:cubicBezTo>
                  <a:close/>
                </a:path>
              </a:pathLst>
            </a:custGeom>
            <a:solidFill>
              <a:schemeClr val="accent4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11520" bIns="1152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60" name="Google Shape;347;p18"/>
            <p:cNvSpPr/>
            <p:nvPr/>
          </p:nvSpPr>
          <p:spPr>
            <a:xfrm>
              <a:off x="570960" y="205200"/>
              <a:ext cx="23040" cy="222480"/>
            </a:xfrm>
            <a:custGeom>
              <a:avLst/>
              <a:gdLst>
                <a:gd name="textAreaLeft" fmla="*/ 0 w 23040"/>
                <a:gd name="textAreaRight" fmla="*/ 23400 w 23040"/>
                <a:gd name="textAreaTop" fmla="*/ 0 h 222480"/>
                <a:gd name="textAreaBottom" fmla="*/ 222840 h 222480"/>
              </a:gdLst>
              <a:ahLst/>
              <a:cxnLst/>
              <a:rect l="textAreaLeft" t="textAreaTop" r="textAreaRight" b="textAreaBottom"/>
              <a:pathLst>
                <a:path w="54004" h="517688">
                  <a:moveTo>
                    <a:pt x="34503" y="7032"/>
                  </a:moveTo>
                  <a:cubicBezTo>
                    <a:pt x="33878" y="-2344"/>
                    <a:pt x="20127" y="-2344"/>
                    <a:pt x="19502" y="7032"/>
                  </a:cubicBezTo>
                  <a:cubicBezTo>
                    <a:pt x="-1125" y="279549"/>
                    <a:pt x="-14250" y="433933"/>
                    <a:pt x="27002" y="517689"/>
                  </a:cubicBezTo>
                  <a:cubicBezTo>
                    <a:pt x="68255" y="433933"/>
                    <a:pt x="55129" y="279549"/>
                    <a:pt x="34503" y="7032"/>
                  </a:cubicBezTo>
                  <a:close/>
                </a:path>
              </a:pathLst>
            </a:custGeom>
            <a:solidFill>
              <a:schemeClr val="accent4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61" name="Google Shape;348;p18"/>
            <p:cNvSpPr/>
            <p:nvPr/>
          </p:nvSpPr>
          <p:spPr>
            <a:xfrm>
              <a:off x="601920" y="277560"/>
              <a:ext cx="158040" cy="158040"/>
            </a:xfrm>
            <a:custGeom>
              <a:avLst/>
              <a:gdLst>
                <a:gd name="textAreaLeft" fmla="*/ 0 w 158040"/>
                <a:gd name="textAreaRight" fmla="*/ 158400 w 158040"/>
                <a:gd name="textAreaTop" fmla="*/ 0 h 158040"/>
                <a:gd name="textAreaBottom" fmla="*/ 158400 h 158040"/>
              </a:gdLst>
              <a:ahLst/>
              <a:cxnLst/>
              <a:rect l="textAreaLeft" t="textAreaTop" r="textAreaRight" b="textAreaBottom"/>
              <a:pathLst>
                <a:path w="368244" h="367995">
                  <a:moveTo>
                    <a:pt x="366273" y="12348"/>
                  </a:moveTo>
                  <a:cubicBezTo>
                    <a:pt x="372523" y="5472"/>
                    <a:pt x="362523" y="-3903"/>
                    <a:pt x="355647" y="1722"/>
                  </a:cubicBezTo>
                  <a:cubicBezTo>
                    <a:pt x="148759" y="179858"/>
                    <a:pt x="30002" y="279240"/>
                    <a:pt x="0" y="367995"/>
                  </a:cubicBezTo>
                  <a:cubicBezTo>
                    <a:pt x="88755" y="337368"/>
                    <a:pt x="188137" y="219236"/>
                    <a:pt x="366273" y="12348"/>
                  </a:cubicBezTo>
                  <a:close/>
                </a:path>
              </a:pathLst>
            </a:custGeom>
            <a:solidFill>
              <a:schemeClr val="accent4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62" name="Google Shape;349;p18"/>
            <p:cNvSpPr/>
            <p:nvPr/>
          </p:nvSpPr>
          <p:spPr>
            <a:xfrm>
              <a:off x="555480" y="428040"/>
              <a:ext cx="54000" cy="54000"/>
            </a:xfrm>
            <a:custGeom>
              <a:avLst/>
              <a:gdLst>
                <a:gd name="textAreaLeft" fmla="*/ 0 w 54000"/>
                <a:gd name="textAreaRight" fmla="*/ 54360 w 54000"/>
                <a:gd name="textAreaTop" fmla="*/ 0 h 54000"/>
                <a:gd name="textAreaBottom" fmla="*/ 54360 h 54000"/>
              </a:gdLst>
              <a:ahLst/>
              <a:cxnLst/>
              <a:rect l="textAreaLeft" t="textAreaTop" r="textAreaRight" b="textAreaBottom"/>
              <a:pathLst>
                <a:path w="126258" h="126258">
                  <a:moveTo>
                    <a:pt x="108132" y="18126"/>
                  </a:moveTo>
                  <a:cubicBezTo>
                    <a:pt x="98131" y="21251"/>
                    <a:pt x="88756" y="23751"/>
                    <a:pt x="78755" y="25002"/>
                  </a:cubicBezTo>
                  <a:cubicBezTo>
                    <a:pt x="73130" y="17501"/>
                    <a:pt x="67504" y="9376"/>
                    <a:pt x="63129" y="0"/>
                  </a:cubicBezTo>
                  <a:cubicBezTo>
                    <a:pt x="58753" y="9376"/>
                    <a:pt x="53753" y="17501"/>
                    <a:pt x="47503" y="25002"/>
                  </a:cubicBezTo>
                  <a:cubicBezTo>
                    <a:pt x="38127" y="23751"/>
                    <a:pt x="28127" y="21251"/>
                    <a:pt x="18126" y="18126"/>
                  </a:cubicBezTo>
                  <a:cubicBezTo>
                    <a:pt x="21251" y="28127"/>
                    <a:pt x="23751" y="37502"/>
                    <a:pt x="25002" y="47503"/>
                  </a:cubicBezTo>
                  <a:cubicBezTo>
                    <a:pt x="17501" y="53128"/>
                    <a:pt x="9376" y="58754"/>
                    <a:pt x="0" y="63129"/>
                  </a:cubicBezTo>
                  <a:cubicBezTo>
                    <a:pt x="9376" y="67504"/>
                    <a:pt x="17501" y="72504"/>
                    <a:pt x="25002" y="78755"/>
                  </a:cubicBezTo>
                  <a:cubicBezTo>
                    <a:pt x="23751" y="88130"/>
                    <a:pt x="21251" y="98131"/>
                    <a:pt x="18126" y="108132"/>
                  </a:cubicBezTo>
                  <a:cubicBezTo>
                    <a:pt x="28127" y="105007"/>
                    <a:pt x="37502" y="102507"/>
                    <a:pt x="47503" y="101256"/>
                  </a:cubicBezTo>
                  <a:cubicBezTo>
                    <a:pt x="53128" y="108757"/>
                    <a:pt x="58753" y="116882"/>
                    <a:pt x="63129" y="126258"/>
                  </a:cubicBezTo>
                  <a:cubicBezTo>
                    <a:pt x="67504" y="116882"/>
                    <a:pt x="72504" y="108757"/>
                    <a:pt x="78755" y="101256"/>
                  </a:cubicBezTo>
                  <a:cubicBezTo>
                    <a:pt x="88130" y="102507"/>
                    <a:pt x="98131" y="105007"/>
                    <a:pt x="108132" y="108132"/>
                  </a:cubicBezTo>
                  <a:cubicBezTo>
                    <a:pt x="105007" y="98131"/>
                    <a:pt x="102506" y="88756"/>
                    <a:pt x="101256" y="78755"/>
                  </a:cubicBezTo>
                  <a:cubicBezTo>
                    <a:pt x="108757" y="73130"/>
                    <a:pt x="116882" y="67504"/>
                    <a:pt x="126258" y="63129"/>
                  </a:cubicBezTo>
                  <a:cubicBezTo>
                    <a:pt x="116882" y="58754"/>
                    <a:pt x="108757" y="53753"/>
                    <a:pt x="101256" y="47503"/>
                  </a:cubicBezTo>
                  <a:cubicBezTo>
                    <a:pt x="101881" y="37502"/>
                    <a:pt x="104382" y="27502"/>
                    <a:pt x="108132" y="18126"/>
                  </a:cubicBezTo>
                  <a:close/>
                </a:path>
              </a:pathLst>
            </a:custGeom>
            <a:solidFill>
              <a:schemeClr val="accent4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27000" bIns="2700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63" name="Google Shape;350;p18"/>
            <p:cNvSpPr/>
            <p:nvPr/>
          </p:nvSpPr>
          <p:spPr>
            <a:xfrm>
              <a:off x="601920" y="474120"/>
              <a:ext cx="158040" cy="158040"/>
            </a:xfrm>
            <a:custGeom>
              <a:avLst/>
              <a:gdLst>
                <a:gd name="textAreaLeft" fmla="*/ 0 w 158040"/>
                <a:gd name="textAreaRight" fmla="*/ 158400 w 158040"/>
                <a:gd name="textAreaTop" fmla="*/ 0 h 158040"/>
                <a:gd name="textAreaBottom" fmla="*/ 158400 h 158040"/>
              </a:gdLst>
              <a:ahLst/>
              <a:cxnLst/>
              <a:rect l="textAreaLeft" t="textAreaTop" r="textAreaRight" b="textAreaBottom"/>
              <a:pathLst>
                <a:path w="367994" h="368245">
                  <a:moveTo>
                    <a:pt x="355647" y="366273"/>
                  </a:moveTo>
                  <a:cubicBezTo>
                    <a:pt x="362523" y="372524"/>
                    <a:pt x="371898" y="362523"/>
                    <a:pt x="366273" y="355648"/>
                  </a:cubicBezTo>
                  <a:cubicBezTo>
                    <a:pt x="188137" y="148760"/>
                    <a:pt x="88755" y="30002"/>
                    <a:pt x="0" y="0"/>
                  </a:cubicBezTo>
                  <a:cubicBezTo>
                    <a:pt x="30627" y="88131"/>
                    <a:pt x="148759" y="188137"/>
                    <a:pt x="355647" y="366273"/>
                  </a:cubicBezTo>
                  <a:close/>
                </a:path>
              </a:pathLst>
            </a:custGeom>
            <a:solidFill>
              <a:schemeClr val="accent4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64" name="Google Shape;351;p18"/>
            <p:cNvSpPr/>
            <p:nvPr/>
          </p:nvSpPr>
          <p:spPr>
            <a:xfrm>
              <a:off x="405000" y="474120"/>
              <a:ext cx="158040" cy="158040"/>
            </a:xfrm>
            <a:custGeom>
              <a:avLst/>
              <a:gdLst>
                <a:gd name="textAreaLeft" fmla="*/ 0 w 158040"/>
                <a:gd name="textAreaRight" fmla="*/ 158400 w 158040"/>
                <a:gd name="textAreaTop" fmla="*/ 0 h 158040"/>
                <a:gd name="textAreaBottom" fmla="*/ 158400 h 158040"/>
              </a:gdLst>
              <a:ahLst/>
              <a:cxnLst/>
              <a:rect l="textAreaLeft" t="textAreaTop" r="textAreaRight" b="textAreaBottom"/>
              <a:pathLst>
                <a:path w="368245" h="367995">
                  <a:moveTo>
                    <a:pt x="1972" y="355648"/>
                  </a:moveTo>
                  <a:cubicBezTo>
                    <a:pt x="-4278" y="362523"/>
                    <a:pt x="5722" y="371898"/>
                    <a:pt x="12598" y="366273"/>
                  </a:cubicBezTo>
                  <a:cubicBezTo>
                    <a:pt x="219486" y="188137"/>
                    <a:pt x="338243" y="88756"/>
                    <a:pt x="368245" y="0"/>
                  </a:cubicBezTo>
                  <a:cubicBezTo>
                    <a:pt x="280114" y="30002"/>
                    <a:pt x="180108" y="148760"/>
                    <a:pt x="1972" y="355648"/>
                  </a:cubicBezTo>
                  <a:close/>
                </a:path>
              </a:pathLst>
            </a:custGeom>
            <a:solidFill>
              <a:schemeClr val="accent4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65" name="Google Shape;352;p18"/>
            <p:cNvSpPr/>
            <p:nvPr/>
          </p:nvSpPr>
          <p:spPr>
            <a:xfrm>
              <a:off x="405000" y="277560"/>
              <a:ext cx="158040" cy="158040"/>
            </a:xfrm>
            <a:custGeom>
              <a:avLst/>
              <a:gdLst>
                <a:gd name="textAreaLeft" fmla="*/ 0 w 158040"/>
                <a:gd name="textAreaRight" fmla="*/ 158400 w 158040"/>
                <a:gd name="textAreaTop" fmla="*/ 0 h 158040"/>
                <a:gd name="textAreaBottom" fmla="*/ 158400 h 158040"/>
              </a:gdLst>
              <a:ahLst/>
              <a:cxnLst/>
              <a:rect l="textAreaLeft" t="textAreaTop" r="textAreaRight" b="textAreaBottom"/>
              <a:pathLst>
                <a:path w="367995" h="368245">
                  <a:moveTo>
                    <a:pt x="12348" y="1972"/>
                  </a:moveTo>
                  <a:cubicBezTo>
                    <a:pt x="5472" y="-4278"/>
                    <a:pt x="-3903" y="5722"/>
                    <a:pt x="1722" y="12598"/>
                  </a:cubicBezTo>
                  <a:cubicBezTo>
                    <a:pt x="179858" y="219486"/>
                    <a:pt x="279240" y="338243"/>
                    <a:pt x="367995" y="368245"/>
                  </a:cubicBezTo>
                  <a:cubicBezTo>
                    <a:pt x="337993" y="279490"/>
                    <a:pt x="219861" y="180108"/>
                    <a:pt x="12348" y="1972"/>
                  </a:cubicBezTo>
                  <a:close/>
                </a:path>
              </a:pathLst>
            </a:custGeom>
            <a:solidFill>
              <a:schemeClr val="accent4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</p:grpSp>
    </p:spTree>
  </p:cSld>
</p:sldLayout>
</file>

<file path=ppt/slideLayouts/slideLayout1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CUSTOM_4"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6" name="Google Shape;354;p19" descr=""/>
          <p:cNvPicPr/>
          <p:nvPr/>
        </p:nvPicPr>
        <p:blipFill>
          <a:blip r:embed="rId2">
            <a:alphaModFix amt="30000"/>
          </a:blip>
          <a:stretch/>
        </p:blipFill>
        <p:spPr>
          <a:xfrm flipH="1" rot="10800000">
            <a:off x="0" y="-3600"/>
            <a:ext cx="9143640" cy="515088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67" name="PlaceHolder 1"/>
          <p:cNvSpPr>
            <a:spLocks noGrp="1"/>
          </p:cNvSpPr>
          <p:nvPr>
            <p:ph type="title"/>
          </p:nvPr>
        </p:nvSpPr>
        <p:spPr>
          <a:xfrm>
            <a:off x="720000" y="1498680"/>
            <a:ext cx="3373560" cy="12351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b">
            <a:noAutofit/>
          </a:bodyPr>
          <a:p>
            <a:pPr indent="0">
              <a:buNone/>
            </a:pPr>
            <a:r>
              <a:rPr b="0" lang="fr-FR" sz="3500" strike="noStrike" u="none">
                <a:solidFill>
                  <a:schemeClr val="dk1"/>
                </a:solidFill>
                <a:effectLst/>
                <a:uFillTx/>
                <a:latin typeface="Arial"/>
              </a:rPr>
              <a:t>Click to edit the title text format</a:t>
            </a:r>
            <a:endParaRPr b="0" lang="fr-FR" sz="3500" strike="noStrike" u="non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grpSp>
        <p:nvGrpSpPr>
          <p:cNvPr id="168" name="Google Shape;357;p19"/>
          <p:cNvGrpSpPr/>
          <p:nvPr/>
        </p:nvGrpSpPr>
        <p:grpSpPr>
          <a:xfrm>
            <a:off x="-889920" y="-292320"/>
            <a:ext cx="1835280" cy="1835280"/>
            <a:chOff x="-889920" y="-292320"/>
            <a:chExt cx="1835280" cy="1835280"/>
          </a:xfrm>
        </p:grpSpPr>
        <p:sp>
          <p:nvSpPr>
            <p:cNvPr id="169" name="Google Shape;358;p19"/>
            <p:cNvSpPr/>
            <p:nvPr/>
          </p:nvSpPr>
          <p:spPr>
            <a:xfrm rot="1588200">
              <a:off x="-881640" y="347040"/>
              <a:ext cx="880200" cy="88200"/>
            </a:xfrm>
            <a:custGeom>
              <a:avLst/>
              <a:gdLst>
                <a:gd name="textAreaLeft" fmla="*/ 0 w 880200"/>
                <a:gd name="textAreaRight" fmla="*/ 880560 w 880200"/>
                <a:gd name="textAreaTop" fmla="*/ 0 h 88200"/>
                <a:gd name="textAreaBottom" fmla="*/ 88560 h 88200"/>
              </a:gdLst>
              <a:ahLst/>
              <a:cxnLst/>
              <a:rect l="textAreaLeft" t="textAreaTop" r="textAreaRight" b="textAreaBottom"/>
              <a:pathLst>
                <a:path w="1575723" h="158763">
                  <a:moveTo>
                    <a:pt x="1099444" y="158764"/>
                  </a:moveTo>
                  <a:cubicBezTo>
                    <a:pt x="888806" y="158764"/>
                    <a:pt x="617539" y="138137"/>
                    <a:pt x="266891" y="111886"/>
                  </a:cubicBezTo>
                  <a:cubicBezTo>
                    <a:pt x="186262" y="105635"/>
                    <a:pt x="101881" y="99385"/>
                    <a:pt x="12501" y="93135"/>
                  </a:cubicBezTo>
                  <a:cubicBezTo>
                    <a:pt x="5000" y="92510"/>
                    <a:pt x="0" y="86884"/>
                    <a:pt x="0" y="79384"/>
                  </a:cubicBezTo>
                  <a:cubicBezTo>
                    <a:pt x="0" y="71883"/>
                    <a:pt x="5000" y="66258"/>
                    <a:pt x="12501" y="65633"/>
                  </a:cubicBezTo>
                  <a:cubicBezTo>
                    <a:pt x="101256" y="59382"/>
                    <a:pt x="186262" y="52507"/>
                    <a:pt x="266891" y="46882"/>
                  </a:cubicBezTo>
                  <a:cubicBezTo>
                    <a:pt x="961936" y="-5622"/>
                    <a:pt x="1344459" y="-34374"/>
                    <a:pt x="1562598" y="73133"/>
                  </a:cubicBezTo>
                  <a:lnTo>
                    <a:pt x="1575724" y="79384"/>
                  </a:lnTo>
                  <a:lnTo>
                    <a:pt x="1562598" y="85634"/>
                  </a:lnTo>
                  <a:cubicBezTo>
                    <a:pt x="1454466" y="138762"/>
                    <a:pt x="1306332" y="158764"/>
                    <a:pt x="1099444" y="158764"/>
                  </a:cubicBezTo>
                  <a:close/>
                  <a:moveTo>
                    <a:pt x="23751" y="79384"/>
                  </a:moveTo>
                  <a:cubicBezTo>
                    <a:pt x="108757" y="85634"/>
                    <a:pt x="190012" y="91884"/>
                    <a:pt x="268142" y="97510"/>
                  </a:cubicBezTo>
                  <a:cubicBezTo>
                    <a:pt x="946310" y="148763"/>
                    <a:pt x="1326333" y="177515"/>
                    <a:pt x="1543222" y="79384"/>
                  </a:cubicBezTo>
                  <a:cubicBezTo>
                    <a:pt x="1326333" y="-18748"/>
                    <a:pt x="946935" y="10004"/>
                    <a:pt x="268767" y="61258"/>
                  </a:cubicBezTo>
                  <a:cubicBezTo>
                    <a:pt x="190637" y="66883"/>
                    <a:pt x="109382" y="73133"/>
                    <a:pt x="23751" y="79384"/>
                  </a:cubicBezTo>
                  <a:close/>
                </a:path>
              </a:pathLst>
            </a:custGeom>
            <a:solidFill>
              <a:srgbClr val="efefef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44280" bIns="4428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70" name="Google Shape;359;p19"/>
            <p:cNvSpPr/>
            <p:nvPr/>
          </p:nvSpPr>
          <p:spPr>
            <a:xfrm rot="1588200">
              <a:off x="217440" y="-284760"/>
              <a:ext cx="88200" cy="880200"/>
            </a:xfrm>
            <a:custGeom>
              <a:avLst/>
              <a:gdLst>
                <a:gd name="textAreaLeft" fmla="*/ 0 w 88200"/>
                <a:gd name="textAreaRight" fmla="*/ 88560 w 88200"/>
                <a:gd name="textAreaTop" fmla="*/ 0 h 880200"/>
                <a:gd name="textAreaBottom" fmla="*/ 880560 h 880200"/>
              </a:gdLst>
              <a:ahLst/>
              <a:cxnLst/>
              <a:rect l="textAreaLeft" t="textAreaTop" r="textAreaRight" b="textAreaBottom"/>
              <a:pathLst>
                <a:path w="158767" h="1575723">
                  <a:moveTo>
                    <a:pt x="79383" y="1575724"/>
                  </a:moveTo>
                  <a:lnTo>
                    <a:pt x="73133" y="1562598"/>
                  </a:lnTo>
                  <a:cubicBezTo>
                    <a:pt x="-34373" y="1344459"/>
                    <a:pt x="-5622" y="961935"/>
                    <a:pt x="46882" y="266892"/>
                  </a:cubicBezTo>
                  <a:cubicBezTo>
                    <a:pt x="53132" y="186262"/>
                    <a:pt x="59382" y="101256"/>
                    <a:pt x="65633" y="12501"/>
                  </a:cubicBezTo>
                  <a:lnTo>
                    <a:pt x="65633" y="12501"/>
                  </a:lnTo>
                  <a:cubicBezTo>
                    <a:pt x="66258" y="5000"/>
                    <a:pt x="71883" y="0"/>
                    <a:pt x="79383" y="0"/>
                  </a:cubicBezTo>
                  <a:cubicBezTo>
                    <a:pt x="79383" y="0"/>
                    <a:pt x="79383" y="0"/>
                    <a:pt x="79383" y="0"/>
                  </a:cubicBezTo>
                  <a:cubicBezTo>
                    <a:pt x="86884" y="0"/>
                    <a:pt x="92509" y="5000"/>
                    <a:pt x="93135" y="12501"/>
                  </a:cubicBezTo>
                  <a:cubicBezTo>
                    <a:pt x="99385" y="101881"/>
                    <a:pt x="106260" y="186262"/>
                    <a:pt x="111886" y="266892"/>
                  </a:cubicBezTo>
                  <a:cubicBezTo>
                    <a:pt x="164389" y="961935"/>
                    <a:pt x="193141" y="1344459"/>
                    <a:pt x="85634" y="1561973"/>
                  </a:cubicBezTo>
                  <a:lnTo>
                    <a:pt x="79383" y="1575724"/>
                  </a:lnTo>
                  <a:close/>
                  <a:moveTo>
                    <a:pt x="79383" y="24377"/>
                  </a:moveTo>
                  <a:cubicBezTo>
                    <a:pt x="73133" y="110007"/>
                    <a:pt x="66883" y="191262"/>
                    <a:pt x="61257" y="268767"/>
                  </a:cubicBezTo>
                  <a:cubicBezTo>
                    <a:pt x="10004" y="946934"/>
                    <a:pt x="-18747" y="1326333"/>
                    <a:pt x="79383" y="1543222"/>
                  </a:cubicBezTo>
                  <a:cubicBezTo>
                    <a:pt x="177515" y="1326333"/>
                    <a:pt x="148763" y="946934"/>
                    <a:pt x="97510" y="268767"/>
                  </a:cubicBezTo>
                  <a:cubicBezTo>
                    <a:pt x="91884" y="191262"/>
                    <a:pt x="85634" y="109382"/>
                    <a:pt x="79383" y="24377"/>
                  </a:cubicBezTo>
                  <a:close/>
                </a:path>
              </a:pathLst>
            </a:custGeom>
            <a:solidFill>
              <a:srgbClr val="efefef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71" name="Google Shape;360;p19"/>
            <p:cNvSpPr/>
            <p:nvPr/>
          </p:nvSpPr>
          <p:spPr>
            <a:xfrm rot="1588200">
              <a:off x="-249840" y="654480"/>
              <a:ext cx="88200" cy="880200"/>
            </a:xfrm>
            <a:custGeom>
              <a:avLst/>
              <a:gdLst>
                <a:gd name="textAreaLeft" fmla="*/ 0 w 88200"/>
                <a:gd name="textAreaRight" fmla="*/ 88560 w 88200"/>
                <a:gd name="textAreaTop" fmla="*/ 0 h 880200"/>
                <a:gd name="textAreaBottom" fmla="*/ 880560 h 880200"/>
              </a:gdLst>
              <a:ahLst/>
              <a:cxnLst/>
              <a:rect l="textAreaLeft" t="textAreaTop" r="textAreaRight" b="textAreaBottom"/>
              <a:pathLst>
                <a:path w="158767" h="1575724">
                  <a:moveTo>
                    <a:pt x="79383" y="1575724"/>
                  </a:moveTo>
                  <a:cubicBezTo>
                    <a:pt x="71883" y="1575724"/>
                    <a:pt x="66258" y="1570724"/>
                    <a:pt x="65633" y="1563223"/>
                  </a:cubicBezTo>
                  <a:cubicBezTo>
                    <a:pt x="59382" y="1474468"/>
                    <a:pt x="52507" y="1389462"/>
                    <a:pt x="46882" y="1308832"/>
                  </a:cubicBezTo>
                  <a:cubicBezTo>
                    <a:pt x="-5622" y="613788"/>
                    <a:pt x="-34373" y="231265"/>
                    <a:pt x="73133" y="13126"/>
                  </a:cubicBezTo>
                  <a:lnTo>
                    <a:pt x="79383" y="0"/>
                  </a:lnTo>
                  <a:lnTo>
                    <a:pt x="85634" y="13126"/>
                  </a:lnTo>
                  <a:cubicBezTo>
                    <a:pt x="193141" y="231265"/>
                    <a:pt x="164389" y="613788"/>
                    <a:pt x="111886" y="1308207"/>
                  </a:cubicBezTo>
                  <a:cubicBezTo>
                    <a:pt x="105636" y="1388837"/>
                    <a:pt x="99385" y="1473843"/>
                    <a:pt x="93135" y="1563223"/>
                  </a:cubicBezTo>
                  <a:cubicBezTo>
                    <a:pt x="92509" y="1570724"/>
                    <a:pt x="86884" y="1575724"/>
                    <a:pt x="79383" y="1575724"/>
                  </a:cubicBezTo>
                  <a:cubicBezTo>
                    <a:pt x="79383" y="1575724"/>
                    <a:pt x="79383" y="1575724"/>
                    <a:pt x="79383" y="1575724"/>
                  </a:cubicBezTo>
                  <a:close/>
                  <a:moveTo>
                    <a:pt x="79383" y="33127"/>
                  </a:moveTo>
                  <a:cubicBezTo>
                    <a:pt x="-18747" y="250016"/>
                    <a:pt x="10004" y="630040"/>
                    <a:pt x="61257" y="1307582"/>
                  </a:cubicBezTo>
                  <a:cubicBezTo>
                    <a:pt x="66883" y="1385087"/>
                    <a:pt x="73133" y="1466342"/>
                    <a:pt x="79383" y="1551973"/>
                  </a:cubicBezTo>
                  <a:cubicBezTo>
                    <a:pt x="85634" y="1466342"/>
                    <a:pt x="91884" y="1385087"/>
                    <a:pt x="97510" y="1307582"/>
                  </a:cubicBezTo>
                  <a:cubicBezTo>
                    <a:pt x="148763" y="629414"/>
                    <a:pt x="177515" y="250016"/>
                    <a:pt x="79383" y="33127"/>
                  </a:cubicBezTo>
                  <a:close/>
                </a:path>
              </a:pathLst>
            </a:custGeom>
            <a:solidFill>
              <a:srgbClr val="efefef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72" name="Google Shape;361;p19"/>
            <p:cNvSpPr/>
            <p:nvPr/>
          </p:nvSpPr>
          <p:spPr>
            <a:xfrm rot="1588200">
              <a:off x="57600" y="815040"/>
              <a:ext cx="880200" cy="88200"/>
            </a:xfrm>
            <a:custGeom>
              <a:avLst/>
              <a:gdLst>
                <a:gd name="textAreaLeft" fmla="*/ 0 w 880200"/>
                <a:gd name="textAreaRight" fmla="*/ 880560 w 880200"/>
                <a:gd name="textAreaTop" fmla="*/ 0 h 88200"/>
                <a:gd name="textAreaBottom" fmla="*/ 88560 h 88200"/>
              </a:gdLst>
              <a:ahLst/>
              <a:cxnLst/>
              <a:rect l="textAreaLeft" t="textAreaTop" r="textAreaRight" b="textAreaBottom"/>
              <a:pathLst>
                <a:path w="1575723" h="158763">
                  <a:moveTo>
                    <a:pt x="476280" y="158764"/>
                  </a:moveTo>
                  <a:cubicBezTo>
                    <a:pt x="269392" y="158764"/>
                    <a:pt x="120632" y="138762"/>
                    <a:pt x="13126" y="85634"/>
                  </a:cubicBezTo>
                  <a:lnTo>
                    <a:pt x="0" y="79384"/>
                  </a:lnTo>
                  <a:lnTo>
                    <a:pt x="13126" y="73133"/>
                  </a:lnTo>
                  <a:cubicBezTo>
                    <a:pt x="231265" y="-34374"/>
                    <a:pt x="613788" y="-5622"/>
                    <a:pt x="1308832" y="46882"/>
                  </a:cubicBezTo>
                  <a:cubicBezTo>
                    <a:pt x="1389462" y="53132"/>
                    <a:pt x="1474467" y="59382"/>
                    <a:pt x="1563223" y="65633"/>
                  </a:cubicBezTo>
                  <a:cubicBezTo>
                    <a:pt x="1570723" y="66258"/>
                    <a:pt x="1575724" y="71883"/>
                    <a:pt x="1575724" y="79384"/>
                  </a:cubicBezTo>
                  <a:cubicBezTo>
                    <a:pt x="1575724" y="86884"/>
                    <a:pt x="1570723" y="92510"/>
                    <a:pt x="1563223" y="93135"/>
                  </a:cubicBezTo>
                  <a:cubicBezTo>
                    <a:pt x="1474467" y="99385"/>
                    <a:pt x="1389462" y="106260"/>
                    <a:pt x="1308832" y="111886"/>
                  </a:cubicBezTo>
                  <a:cubicBezTo>
                    <a:pt x="958185" y="138137"/>
                    <a:pt x="686918" y="158764"/>
                    <a:pt x="476280" y="158764"/>
                  </a:cubicBezTo>
                  <a:close/>
                  <a:moveTo>
                    <a:pt x="33127" y="79384"/>
                  </a:moveTo>
                  <a:cubicBezTo>
                    <a:pt x="250016" y="177515"/>
                    <a:pt x="630039" y="148763"/>
                    <a:pt x="1308207" y="97510"/>
                  </a:cubicBezTo>
                  <a:cubicBezTo>
                    <a:pt x="1385712" y="91884"/>
                    <a:pt x="1466967" y="85634"/>
                    <a:pt x="1552597" y="79384"/>
                  </a:cubicBezTo>
                  <a:cubicBezTo>
                    <a:pt x="1466967" y="73133"/>
                    <a:pt x="1385712" y="66883"/>
                    <a:pt x="1308207" y="61258"/>
                  </a:cubicBezTo>
                  <a:cubicBezTo>
                    <a:pt x="629414" y="10004"/>
                    <a:pt x="249390" y="-18748"/>
                    <a:pt x="33127" y="79384"/>
                  </a:cubicBezTo>
                  <a:close/>
                </a:path>
              </a:pathLst>
            </a:custGeom>
            <a:solidFill>
              <a:srgbClr val="efefef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44280" bIns="4428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73" name="Google Shape;362;p19"/>
            <p:cNvSpPr/>
            <p:nvPr/>
          </p:nvSpPr>
          <p:spPr>
            <a:xfrm rot="1588200">
              <a:off x="-783360" y="480240"/>
              <a:ext cx="624240" cy="624240"/>
            </a:xfrm>
            <a:custGeom>
              <a:avLst/>
              <a:gdLst>
                <a:gd name="textAreaLeft" fmla="*/ 0 w 624240"/>
                <a:gd name="textAreaRight" fmla="*/ 624600 w 624240"/>
                <a:gd name="textAreaTop" fmla="*/ 0 h 624240"/>
                <a:gd name="textAreaBottom" fmla="*/ 624600 h 624240"/>
              </a:gdLst>
              <a:ahLst/>
              <a:cxnLst/>
              <a:rect l="textAreaLeft" t="textAreaTop" r="textAreaRight" b="textAreaBottom"/>
              <a:pathLst>
                <a:path w="1117897" h="1117570">
                  <a:moveTo>
                    <a:pt x="13453" y="1117570"/>
                  </a:moveTo>
                  <a:cubicBezTo>
                    <a:pt x="10328" y="1117570"/>
                    <a:pt x="6578" y="1116320"/>
                    <a:pt x="4077" y="1113195"/>
                  </a:cubicBezTo>
                  <a:cubicBezTo>
                    <a:pt x="-923" y="1108195"/>
                    <a:pt x="-1548" y="1100069"/>
                    <a:pt x="3452" y="1095069"/>
                  </a:cubicBezTo>
                  <a:cubicBezTo>
                    <a:pt x="61581" y="1027565"/>
                    <a:pt x="117210" y="963185"/>
                    <a:pt x="169713" y="901932"/>
                  </a:cubicBezTo>
                  <a:cubicBezTo>
                    <a:pt x="624116" y="373773"/>
                    <a:pt x="874132" y="82505"/>
                    <a:pt x="1104147" y="4375"/>
                  </a:cubicBezTo>
                  <a:lnTo>
                    <a:pt x="1117897" y="0"/>
                  </a:lnTo>
                  <a:lnTo>
                    <a:pt x="1113522" y="13751"/>
                  </a:lnTo>
                  <a:cubicBezTo>
                    <a:pt x="1035392" y="243765"/>
                    <a:pt x="744124" y="493781"/>
                    <a:pt x="215966" y="948184"/>
                  </a:cubicBezTo>
                  <a:cubicBezTo>
                    <a:pt x="154712" y="1000688"/>
                    <a:pt x="90333" y="1056316"/>
                    <a:pt x="22204" y="1115070"/>
                  </a:cubicBezTo>
                  <a:lnTo>
                    <a:pt x="22204" y="1115070"/>
                  </a:lnTo>
                  <a:cubicBezTo>
                    <a:pt x="19703" y="1116320"/>
                    <a:pt x="16578" y="1117570"/>
                    <a:pt x="13453" y="1117570"/>
                  </a:cubicBezTo>
                  <a:close/>
                  <a:moveTo>
                    <a:pt x="1094771" y="22501"/>
                  </a:moveTo>
                  <a:cubicBezTo>
                    <a:pt x="872257" y="106257"/>
                    <a:pt x="624116" y="395025"/>
                    <a:pt x="180963" y="910682"/>
                  </a:cubicBezTo>
                  <a:cubicBezTo>
                    <a:pt x="130335" y="970061"/>
                    <a:pt x="77207" y="1031940"/>
                    <a:pt x="20953" y="1096319"/>
                  </a:cubicBezTo>
                  <a:cubicBezTo>
                    <a:pt x="85958" y="1040065"/>
                    <a:pt x="147836" y="986937"/>
                    <a:pt x="206590" y="936309"/>
                  </a:cubicBezTo>
                  <a:cubicBezTo>
                    <a:pt x="722247" y="493156"/>
                    <a:pt x="1011016" y="245015"/>
                    <a:pt x="1094771" y="22501"/>
                  </a:cubicBezTo>
                  <a:close/>
                </a:path>
              </a:pathLst>
            </a:custGeom>
            <a:solidFill>
              <a:srgbClr val="efefef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74" name="Google Shape;363;p19"/>
            <p:cNvSpPr/>
            <p:nvPr/>
          </p:nvSpPr>
          <p:spPr>
            <a:xfrm rot="1588200">
              <a:off x="-116640" y="812160"/>
              <a:ext cx="624240" cy="624240"/>
            </a:xfrm>
            <a:custGeom>
              <a:avLst/>
              <a:gdLst>
                <a:gd name="textAreaLeft" fmla="*/ 0 w 624240"/>
                <a:gd name="textAreaRight" fmla="*/ 624600 w 624240"/>
                <a:gd name="textAreaTop" fmla="*/ 0 h 624240"/>
                <a:gd name="textAreaBottom" fmla="*/ 624600 h 624240"/>
              </a:gdLst>
              <a:ahLst/>
              <a:cxnLst/>
              <a:rect l="textAreaLeft" t="textAreaTop" r="textAreaRight" b="textAreaBottom"/>
              <a:pathLst>
                <a:path w="1117897" h="1117570">
                  <a:moveTo>
                    <a:pt x="1103819" y="1117570"/>
                  </a:moveTo>
                  <a:cubicBezTo>
                    <a:pt x="1100694" y="1117570"/>
                    <a:pt x="1097569" y="1116320"/>
                    <a:pt x="1095069" y="1114445"/>
                  </a:cubicBezTo>
                  <a:cubicBezTo>
                    <a:pt x="1027564" y="1056316"/>
                    <a:pt x="963185" y="1000688"/>
                    <a:pt x="901931" y="948184"/>
                  </a:cubicBezTo>
                  <a:cubicBezTo>
                    <a:pt x="373148" y="493781"/>
                    <a:pt x="82505" y="243765"/>
                    <a:pt x="4375" y="13751"/>
                  </a:cubicBezTo>
                  <a:lnTo>
                    <a:pt x="0" y="0"/>
                  </a:lnTo>
                  <a:lnTo>
                    <a:pt x="13751" y="4375"/>
                  </a:lnTo>
                  <a:cubicBezTo>
                    <a:pt x="243765" y="82505"/>
                    <a:pt x="493781" y="373773"/>
                    <a:pt x="948184" y="901932"/>
                  </a:cubicBezTo>
                  <a:cubicBezTo>
                    <a:pt x="1000688" y="963185"/>
                    <a:pt x="1056316" y="1027565"/>
                    <a:pt x="1114445" y="1095069"/>
                  </a:cubicBezTo>
                  <a:lnTo>
                    <a:pt x="1114445" y="1095069"/>
                  </a:lnTo>
                  <a:cubicBezTo>
                    <a:pt x="1119445" y="1100694"/>
                    <a:pt x="1118820" y="1108195"/>
                    <a:pt x="1113820" y="1113820"/>
                  </a:cubicBezTo>
                  <a:cubicBezTo>
                    <a:pt x="1110695" y="1116320"/>
                    <a:pt x="1107569" y="1117570"/>
                    <a:pt x="1103819" y="1117570"/>
                  </a:cubicBezTo>
                  <a:close/>
                  <a:moveTo>
                    <a:pt x="22501" y="22501"/>
                  </a:moveTo>
                  <a:cubicBezTo>
                    <a:pt x="106257" y="245015"/>
                    <a:pt x="395025" y="493156"/>
                    <a:pt x="910682" y="936934"/>
                  </a:cubicBezTo>
                  <a:cubicBezTo>
                    <a:pt x="969436" y="987562"/>
                    <a:pt x="1031940" y="1040690"/>
                    <a:pt x="1096318" y="1096944"/>
                  </a:cubicBezTo>
                  <a:cubicBezTo>
                    <a:pt x="1040690" y="1031940"/>
                    <a:pt x="986936" y="970061"/>
                    <a:pt x="936308" y="911307"/>
                  </a:cubicBezTo>
                  <a:cubicBezTo>
                    <a:pt x="493781" y="395025"/>
                    <a:pt x="245640" y="106257"/>
                    <a:pt x="22501" y="22501"/>
                  </a:cubicBezTo>
                  <a:close/>
                </a:path>
              </a:pathLst>
            </a:custGeom>
            <a:solidFill>
              <a:srgbClr val="efefef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75" name="Google Shape;364;p19"/>
            <p:cNvSpPr/>
            <p:nvPr/>
          </p:nvSpPr>
          <p:spPr>
            <a:xfrm rot="1588200">
              <a:off x="214560" y="145080"/>
              <a:ext cx="624240" cy="624600"/>
            </a:xfrm>
            <a:custGeom>
              <a:avLst/>
              <a:gdLst>
                <a:gd name="textAreaLeft" fmla="*/ 0 w 624240"/>
                <a:gd name="textAreaRight" fmla="*/ 624600 w 624240"/>
                <a:gd name="textAreaTop" fmla="*/ 0 h 624600"/>
                <a:gd name="textAreaBottom" fmla="*/ 624960 h 624600"/>
              </a:gdLst>
              <a:ahLst/>
              <a:cxnLst/>
              <a:rect l="textAreaLeft" t="textAreaTop" r="textAreaRight" b="textAreaBottom"/>
              <a:pathLst>
                <a:path w="1117897" h="1118522">
                  <a:moveTo>
                    <a:pt x="0" y="1118522"/>
                  </a:moveTo>
                  <a:lnTo>
                    <a:pt x="4376" y="1104772"/>
                  </a:lnTo>
                  <a:cubicBezTo>
                    <a:pt x="82506" y="874757"/>
                    <a:pt x="373774" y="624741"/>
                    <a:pt x="901932" y="170338"/>
                  </a:cubicBezTo>
                  <a:cubicBezTo>
                    <a:pt x="963186" y="117835"/>
                    <a:pt x="1027565" y="62206"/>
                    <a:pt x="1095694" y="3452"/>
                  </a:cubicBezTo>
                  <a:cubicBezTo>
                    <a:pt x="1101320" y="-1548"/>
                    <a:pt x="1108820" y="-923"/>
                    <a:pt x="1113821" y="4077"/>
                  </a:cubicBezTo>
                  <a:cubicBezTo>
                    <a:pt x="1118820" y="9078"/>
                    <a:pt x="1119446" y="17203"/>
                    <a:pt x="1114445" y="22204"/>
                  </a:cubicBezTo>
                  <a:lnTo>
                    <a:pt x="1114445" y="22204"/>
                  </a:lnTo>
                  <a:cubicBezTo>
                    <a:pt x="1056316" y="89708"/>
                    <a:pt x="1000689" y="154087"/>
                    <a:pt x="948185" y="215341"/>
                  </a:cubicBezTo>
                  <a:cubicBezTo>
                    <a:pt x="493781" y="743499"/>
                    <a:pt x="243765" y="1034767"/>
                    <a:pt x="13751" y="1112897"/>
                  </a:cubicBezTo>
                  <a:lnTo>
                    <a:pt x="0" y="1118522"/>
                  </a:lnTo>
                  <a:close/>
                  <a:moveTo>
                    <a:pt x="1103820" y="13453"/>
                  </a:moveTo>
                  <a:cubicBezTo>
                    <a:pt x="1036940" y="72832"/>
                    <a:pt x="972562" y="128460"/>
                    <a:pt x="911308" y="180963"/>
                  </a:cubicBezTo>
                  <a:cubicBezTo>
                    <a:pt x="395650" y="624116"/>
                    <a:pt x="106882" y="872257"/>
                    <a:pt x="23127" y="1094771"/>
                  </a:cubicBezTo>
                  <a:cubicBezTo>
                    <a:pt x="245641" y="1011016"/>
                    <a:pt x="493781" y="722248"/>
                    <a:pt x="937559" y="206590"/>
                  </a:cubicBezTo>
                  <a:cubicBezTo>
                    <a:pt x="990062" y="145336"/>
                    <a:pt x="1045691" y="80957"/>
                    <a:pt x="1103820" y="13453"/>
                  </a:cubicBezTo>
                  <a:lnTo>
                    <a:pt x="1109445" y="18453"/>
                  </a:lnTo>
                  <a:lnTo>
                    <a:pt x="1103820" y="13453"/>
                  </a:lnTo>
                  <a:lnTo>
                    <a:pt x="1109445" y="18453"/>
                  </a:lnTo>
                  <a:lnTo>
                    <a:pt x="1103820" y="13453"/>
                  </a:lnTo>
                  <a:close/>
                </a:path>
              </a:pathLst>
            </a:custGeom>
            <a:solidFill>
              <a:srgbClr val="efefef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76" name="Google Shape;365;p19"/>
            <p:cNvSpPr/>
            <p:nvPr/>
          </p:nvSpPr>
          <p:spPr>
            <a:xfrm rot="1588200">
              <a:off x="-451440" y="-185760"/>
              <a:ext cx="624600" cy="624240"/>
            </a:xfrm>
            <a:custGeom>
              <a:avLst/>
              <a:gdLst>
                <a:gd name="textAreaLeft" fmla="*/ 0 w 624600"/>
                <a:gd name="textAreaRight" fmla="*/ 624960 w 624600"/>
                <a:gd name="textAreaTop" fmla="*/ 0 h 624240"/>
                <a:gd name="textAreaBottom" fmla="*/ 624600 h 624240"/>
              </a:gdLst>
              <a:ahLst/>
              <a:cxnLst/>
              <a:rect l="textAreaLeft" t="textAreaTop" r="textAreaRight" b="textAreaBottom"/>
              <a:pathLst>
                <a:path w="1118522" h="1117897">
                  <a:moveTo>
                    <a:pt x="1118522" y="1117897"/>
                  </a:moveTo>
                  <a:lnTo>
                    <a:pt x="1104772" y="1113522"/>
                  </a:lnTo>
                  <a:cubicBezTo>
                    <a:pt x="874757" y="1035392"/>
                    <a:pt x="624741" y="744124"/>
                    <a:pt x="170338" y="215966"/>
                  </a:cubicBezTo>
                  <a:cubicBezTo>
                    <a:pt x="117834" y="154712"/>
                    <a:pt x="62206" y="90333"/>
                    <a:pt x="3452" y="22204"/>
                  </a:cubicBezTo>
                  <a:lnTo>
                    <a:pt x="3452" y="22204"/>
                  </a:lnTo>
                  <a:cubicBezTo>
                    <a:pt x="-1548" y="16578"/>
                    <a:pt x="-923" y="9078"/>
                    <a:pt x="4077" y="4077"/>
                  </a:cubicBezTo>
                  <a:cubicBezTo>
                    <a:pt x="9077" y="-923"/>
                    <a:pt x="17203" y="-1548"/>
                    <a:pt x="22828" y="3452"/>
                  </a:cubicBezTo>
                  <a:cubicBezTo>
                    <a:pt x="90333" y="61581"/>
                    <a:pt x="154712" y="117209"/>
                    <a:pt x="216591" y="170338"/>
                  </a:cubicBezTo>
                  <a:cubicBezTo>
                    <a:pt x="744749" y="624741"/>
                    <a:pt x="1036017" y="874757"/>
                    <a:pt x="1114147" y="1104771"/>
                  </a:cubicBezTo>
                  <a:lnTo>
                    <a:pt x="1118522" y="1117897"/>
                  </a:lnTo>
                  <a:close/>
                  <a:moveTo>
                    <a:pt x="20953" y="20953"/>
                  </a:moveTo>
                  <a:cubicBezTo>
                    <a:pt x="77207" y="85958"/>
                    <a:pt x="130335" y="147836"/>
                    <a:pt x="180963" y="206590"/>
                  </a:cubicBezTo>
                  <a:cubicBezTo>
                    <a:pt x="624116" y="722248"/>
                    <a:pt x="872257" y="1011016"/>
                    <a:pt x="1094771" y="1094771"/>
                  </a:cubicBezTo>
                  <a:cubicBezTo>
                    <a:pt x="1011016" y="872257"/>
                    <a:pt x="722247" y="624116"/>
                    <a:pt x="206590" y="180963"/>
                  </a:cubicBezTo>
                  <a:cubicBezTo>
                    <a:pt x="147836" y="129710"/>
                    <a:pt x="85958" y="76582"/>
                    <a:pt x="20953" y="20953"/>
                  </a:cubicBezTo>
                  <a:close/>
                </a:path>
              </a:pathLst>
            </a:custGeom>
            <a:solidFill>
              <a:srgbClr val="efefef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77" name="Google Shape;366;p19"/>
            <p:cNvSpPr/>
            <p:nvPr/>
          </p:nvSpPr>
          <p:spPr>
            <a:xfrm rot="1588200">
              <a:off x="-690840" y="105480"/>
              <a:ext cx="774000" cy="306360"/>
            </a:xfrm>
            <a:custGeom>
              <a:avLst/>
              <a:gdLst>
                <a:gd name="textAreaLeft" fmla="*/ 0 w 774000"/>
                <a:gd name="textAreaRight" fmla="*/ 774360 w 774000"/>
                <a:gd name="textAreaTop" fmla="*/ 0 h 306360"/>
                <a:gd name="textAreaBottom" fmla="*/ 306720 h 306360"/>
              </a:gdLst>
              <a:ahLst/>
              <a:cxnLst/>
              <a:rect l="textAreaLeft" t="textAreaTop" r="textAreaRight" b="textAreaBottom"/>
              <a:pathLst>
                <a:path w="1385324" h="548695">
                  <a:moveTo>
                    <a:pt x="1330322" y="548695"/>
                  </a:moveTo>
                  <a:cubicBezTo>
                    <a:pt x="1104057" y="548695"/>
                    <a:pt x="782787" y="394936"/>
                    <a:pt x="224627" y="128669"/>
                  </a:cubicBezTo>
                  <a:cubicBezTo>
                    <a:pt x="155873" y="96167"/>
                    <a:pt x="83993" y="61165"/>
                    <a:pt x="7739" y="25538"/>
                  </a:cubicBezTo>
                  <a:cubicBezTo>
                    <a:pt x="1488" y="22412"/>
                    <a:pt x="-1637" y="15537"/>
                    <a:pt x="863" y="8661"/>
                  </a:cubicBezTo>
                  <a:cubicBezTo>
                    <a:pt x="3363" y="1786"/>
                    <a:pt x="10239" y="-1339"/>
                    <a:pt x="17114" y="536"/>
                  </a:cubicBezTo>
                  <a:cubicBezTo>
                    <a:pt x="97119" y="24912"/>
                    <a:pt x="173999" y="48664"/>
                    <a:pt x="247129" y="70540"/>
                  </a:cubicBezTo>
                  <a:cubicBezTo>
                    <a:pt x="874668" y="261177"/>
                    <a:pt x="1220940" y="366184"/>
                    <a:pt x="1375325" y="534945"/>
                  </a:cubicBezTo>
                  <a:lnTo>
                    <a:pt x="1385325" y="545570"/>
                  </a:lnTo>
                  <a:lnTo>
                    <a:pt x="1370950" y="546820"/>
                  </a:lnTo>
                  <a:cubicBezTo>
                    <a:pt x="1357823" y="548070"/>
                    <a:pt x="1344073" y="548695"/>
                    <a:pt x="1330322" y="548695"/>
                  </a:cubicBezTo>
                  <a:close/>
                  <a:moveTo>
                    <a:pt x="27740" y="18662"/>
                  </a:moveTo>
                  <a:cubicBezTo>
                    <a:pt x="98369" y="52414"/>
                    <a:pt x="165873" y="84291"/>
                    <a:pt x="230878" y="115543"/>
                  </a:cubicBezTo>
                  <a:cubicBezTo>
                    <a:pt x="807789" y="391185"/>
                    <a:pt x="1131559" y="545570"/>
                    <a:pt x="1354698" y="533694"/>
                  </a:cubicBezTo>
                  <a:cubicBezTo>
                    <a:pt x="1197813" y="374309"/>
                    <a:pt x="854666" y="269928"/>
                    <a:pt x="243379" y="84291"/>
                  </a:cubicBezTo>
                  <a:cubicBezTo>
                    <a:pt x="174624" y="63665"/>
                    <a:pt x="102745" y="41788"/>
                    <a:pt x="27740" y="18662"/>
                  </a:cubicBezTo>
                  <a:close/>
                  <a:moveTo>
                    <a:pt x="13989" y="12412"/>
                  </a:moveTo>
                  <a:lnTo>
                    <a:pt x="10864" y="18662"/>
                  </a:lnTo>
                  <a:lnTo>
                    <a:pt x="13989" y="12412"/>
                  </a:lnTo>
                  <a:close/>
                </a:path>
              </a:pathLst>
            </a:custGeom>
            <a:solidFill>
              <a:srgbClr val="efefef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78" name="Google Shape;367;p19"/>
            <p:cNvSpPr/>
            <p:nvPr/>
          </p:nvSpPr>
          <p:spPr>
            <a:xfrm rot="1588200">
              <a:off x="241200" y="-93240"/>
              <a:ext cx="306360" cy="773640"/>
            </a:xfrm>
            <a:custGeom>
              <a:avLst/>
              <a:gdLst>
                <a:gd name="textAreaLeft" fmla="*/ 0 w 306360"/>
                <a:gd name="textAreaRight" fmla="*/ 306720 w 306360"/>
                <a:gd name="textAreaTop" fmla="*/ 0 h 773640"/>
                <a:gd name="textAreaBottom" fmla="*/ 774000 h 773640"/>
              </a:gdLst>
              <a:ahLst/>
              <a:cxnLst/>
              <a:rect l="textAreaLeft" t="textAreaTop" r="textAreaRight" b="textAreaBottom"/>
              <a:pathLst>
                <a:path w="548537" h="1384699">
                  <a:moveTo>
                    <a:pt x="2968" y="1384700"/>
                  </a:moveTo>
                  <a:lnTo>
                    <a:pt x="1717" y="1370324"/>
                  </a:lnTo>
                  <a:cubicBezTo>
                    <a:pt x="-18284" y="1142185"/>
                    <a:pt x="137351" y="816539"/>
                    <a:pt x="419869" y="224627"/>
                  </a:cubicBezTo>
                  <a:cubicBezTo>
                    <a:pt x="452996" y="155873"/>
                    <a:pt x="487373" y="83368"/>
                    <a:pt x="523000" y="7739"/>
                  </a:cubicBezTo>
                  <a:lnTo>
                    <a:pt x="523000" y="7739"/>
                  </a:lnTo>
                  <a:cubicBezTo>
                    <a:pt x="526125" y="1488"/>
                    <a:pt x="533001" y="-1637"/>
                    <a:pt x="539876" y="863"/>
                  </a:cubicBezTo>
                  <a:cubicBezTo>
                    <a:pt x="546752" y="3363"/>
                    <a:pt x="549877" y="10239"/>
                    <a:pt x="548002" y="17114"/>
                  </a:cubicBezTo>
                  <a:cubicBezTo>
                    <a:pt x="523625" y="97744"/>
                    <a:pt x="499874" y="173999"/>
                    <a:pt x="477998" y="247129"/>
                  </a:cubicBezTo>
                  <a:cubicBezTo>
                    <a:pt x="287361" y="874668"/>
                    <a:pt x="182354" y="1220315"/>
                    <a:pt x="13593" y="1375324"/>
                  </a:cubicBezTo>
                  <a:lnTo>
                    <a:pt x="2968" y="1384700"/>
                  </a:lnTo>
                  <a:close/>
                  <a:moveTo>
                    <a:pt x="529876" y="27740"/>
                  </a:moveTo>
                  <a:cubicBezTo>
                    <a:pt x="496123" y="98369"/>
                    <a:pt x="463622" y="166498"/>
                    <a:pt x="432994" y="230878"/>
                  </a:cubicBezTo>
                  <a:cubicBezTo>
                    <a:pt x="157352" y="807789"/>
                    <a:pt x="2968" y="1130934"/>
                    <a:pt x="14843" y="1354073"/>
                  </a:cubicBezTo>
                  <a:cubicBezTo>
                    <a:pt x="174228" y="1197188"/>
                    <a:pt x="278610" y="854042"/>
                    <a:pt x="464246" y="242753"/>
                  </a:cubicBezTo>
                  <a:cubicBezTo>
                    <a:pt x="484873" y="174624"/>
                    <a:pt x="506749" y="102745"/>
                    <a:pt x="529876" y="27740"/>
                  </a:cubicBezTo>
                  <a:close/>
                  <a:moveTo>
                    <a:pt x="536126" y="13989"/>
                  </a:moveTo>
                  <a:lnTo>
                    <a:pt x="536126" y="13989"/>
                  </a:lnTo>
                  <a:lnTo>
                    <a:pt x="529876" y="10864"/>
                  </a:lnTo>
                  <a:lnTo>
                    <a:pt x="536126" y="13989"/>
                  </a:lnTo>
                  <a:close/>
                </a:path>
              </a:pathLst>
            </a:custGeom>
            <a:solidFill>
              <a:srgbClr val="efefef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79" name="Google Shape;368;p19"/>
            <p:cNvSpPr/>
            <p:nvPr/>
          </p:nvSpPr>
          <p:spPr>
            <a:xfrm rot="1588200">
              <a:off x="-491400" y="569520"/>
              <a:ext cx="306360" cy="774000"/>
            </a:xfrm>
            <a:custGeom>
              <a:avLst/>
              <a:gdLst>
                <a:gd name="textAreaLeft" fmla="*/ 0 w 306360"/>
                <a:gd name="textAreaRight" fmla="*/ 306720 w 306360"/>
                <a:gd name="textAreaTop" fmla="*/ 0 h 774000"/>
                <a:gd name="textAreaBottom" fmla="*/ 774360 h 774000"/>
              </a:gdLst>
              <a:ahLst/>
              <a:cxnLst/>
              <a:rect l="textAreaLeft" t="textAreaTop" r="textAreaRight" b="textAreaBottom"/>
              <a:pathLst>
                <a:path w="548537" h="1385711">
                  <a:moveTo>
                    <a:pt x="13662" y="1385712"/>
                  </a:moveTo>
                  <a:cubicBezTo>
                    <a:pt x="11787" y="1385712"/>
                    <a:pt x="10537" y="1385712"/>
                    <a:pt x="8662" y="1384462"/>
                  </a:cubicBezTo>
                  <a:cubicBezTo>
                    <a:pt x="1786" y="1381962"/>
                    <a:pt x="-1339" y="1375087"/>
                    <a:pt x="536" y="1368211"/>
                  </a:cubicBezTo>
                  <a:lnTo>
                    <a:pt x="536" y="1368211"/>
                  </a:lnTo>
                  <a:cubicBezTo>
                    <a:pt x="24912" y="1287581"/>
                    <a:pt x="48664" y="1211326"/>
                    <a:pt x="70541" y="1138197"/>
                  </a:cubicBezTo>
                  <a:cubicBezTo>
                    <a:pt x="261178" y="510657"/>
                    <a:pt x="366184" y="165010"/>
                    <a:pt x="534944" y="10001"/>
                  </a:cubicBezTo>
                  <a:lnTo>
                    <a:pt x="545570" y="0"/>
                  </a:lnTo>
                  <a:lnTo>
                    <a:pt x="546820" y="14376"/>
                  </a:lnTo>
                  <a:cubicBezTo>
                    <a:pt x="566822" y="242515"/>
                    <a:pt x="411187" y="568161"/>
                    <a:pt x="128669" y="1160698"/>
                  </a:cubicBezTo>
                  <a:cubicBezTo>
                    <a:pt x="96167" y="1229452"/>
                    <a:pt x="61165" y="1301332"/>
                    <a:pt x="25537" y="1377587"/>
                  </a:cubicBezTo>
                  <a:cubicBezTo>
                    <a:pt x="23038" y="1383212"/>
                    <a:pt x="18662" y="1385712"/>
                    <a:pt x="13662" y="1385712"/>
                  </a:cubicBezTo>
                  <a:close/>
                  <a:moveTo>
                    <a:pt x="8037" y="1370711"/>
                  </a:moveTo>
                  <a:lnTo>
                    <a:pt x="14912" y="1372586"/>
                  </a:lnTo>
                  <a:cubicBezTo>
                    <a:pt x="14912" y="1372586"/>
                    <a:pt x="14912" y="1372586"/>
                    <a:pt x="14912" y="1372586"/>
                  </a:cubicBezTo>
                  <a:lnTo>
                    <a:pt x="8037" y="1370711"/>
                  </a:lnTo>
                  <a:close/>
                  <a:moveTo>
                    <a:pt x="534319" y="31877"/>
                  </a:moveTo>
                  <a:cubicBezTo>
                    <a:pt x="374934" y="188762"/>
                    <a:pt x="270553" y="531908"/>
                    <a:pt x="84916" y="1143197"/>
                  </a:cubicBezTo>
                  <a:cubicBezTo>
                    <a:pt x="63665" y="1213826"/>
                    <a:pt x="41163" y="1287581"/>
                    <a:pt x="17412" y="1364461"/>
                  </a:cubicBezTo>
                  <a:cubicBezTo>
                    <a:pt x="51164" y="1291956"/>
                    <a:pt x="84291" y="1221952"/>
                    <a:pt x="116168" y="1155073"/>
                  </a:cubicBezTo>
                  <a:cubicBezTo>
                    <a:pt x="391185" y="578786"/>
                    <a:pt x="545570" y="255016"/>
                    <a:pt x="534319" y="31877"/>
                  </a:cubicBezTo>
                  <a:close/>
                </a:path>
              </a:pathLst>
            </a:custGeom>
            <a:solidFill>
              <a:srgbClr val="efefef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80" name="Google Shape;369;p19"/>
            <p:cNvSpPr/>
            <p:nvPr/>
          </p:nvSpPr>
          <p:spPr>
            <a:xfrm rot="1588200">
              <a:off x="-27000" y="838800"/>
              <a:ext cx="773640" cy="306360"/>
            </a:xfrm>
            <a:custGeom>
              <a:avLst/>
              <a:gdLst>
                <a:gd name="textAreaLeft" fmla="*/ 0 w 773640"/>
                <a:gd name="textAreaRight" fmla="*/ 774000 w 773640"/>
                <a:gd name="textAreaTop" fmla="*/ 0 h 306360"/>
                <a:gd name="textAreaBottom" fmla="*/ 306720 h 306360"/>
              </a:gdLst>
              <a:ahLst/>
              <a:cxnLst/>
              <a:rect l="textAreaLeft" t="textAreaTop" r="textAreaRight" b="textAreaBottom"/>
              <a:pathLst>
                <a:path w="1384700" h="548626">
                  <a:moveTo>
                    <a:pt x="1371961" y="548627"/>
                  </a:moveTo>
                  <a:cubicBezTo>
                    <a:pt x="1370711" y="548627"/>
                    <a:pt x="1369462" y="548627"/>
                    <a:pt x="1368211" y="548002"/>
                  </a:cubicBezTo>
                  <a:cubicBezTo>
                    <a:pt x="1287581" y="523625"/>
                    <a:pt x="1211326" y="499874"/>
                    <a:pt x="1138197" y="477997"/>
                  </a:cubicBezTo>
                  <a:cubicBezTo>
                    <a:pt x="510658" y="287360"/>
                    <a:pt x="165011" y="182354"/>
                    <a:pt x="10001" y="13593"/>
                  </a:cubicBezTo>
                  <a:lnTo>
                    <a:pt x="0" y="2968"/>
                  </a:lnTo>
                  <a:lnTo>
                    <a:pt x="14376" y="1717"/>
                  </a:lnTo>
                  <a:cubicBezTo>
                    <a:pt x="241891" y="-18284"/>
                    <a:pt x="568161" y="137351"/>
                    <a:pt x="1160074" y="419869"/>
                  </a:cubicBezTo>
                  <a:cubicBezTo>
                    <a:pt x="1228828" y="452996"/>
                    <a:pt x="1300707" y="487373"/>
                    <a:pt x="1376962" y="523000"/>
                  </a:cubicBezTo>
                  <a:lnTo>
                    <a:pt x="1376962" y="523000"/>
                  </a:lnTo>
                  <a:cubicBezTo>
                    <a:pt x="1383212" y="526125"/>
                    <a:pt x="1386337" y="533001"/>
                    <a:pt x="1383837" y="539876"/>
                  </a:cubicBezTo>
                  <a:cubicBezTo>
                    <a:pt x="1381963" y="545502"/>
                    <a:pt x="1376962" y="548627"/>
                    <a:pt x="1371961" y="548627"/>
                  </a:cubicBezTo>
                  <a:close/>
                  <a:moveTo>
                    <a:pt x="1371336" y="536126"/>
                  </a:moveTo>
                  <a:lnTo>
                    <a:pt x="1371336" y="536126"/>
                  </a:lnTo>
                  <a:lnTo>
                    <a:pt x="1374462" y="529876"/>
                  </a:lnTo>
                  <a:lnTo>
                    <a:pt x="1371336" y="536126"/>
                  </a:lnTo>
                  <a:close/>
                  <a:moveTo>
                    <a:pt x="30627" y="14843"/>
                  </a:moveTo>
                  <a:cubicBezTo>
                    <a:pt x="187512" y="174228"/>
                    <a:pt x="530659" y="278610"/>
                    <a:pt x="1141947" y="464246"/>
                  </a:cubicBezTo>
                  <a:cubicBezTo>
                    <a:pt x="1210702" y="484873"/>
                    <a:pt x="1282581" y="506749"/>
                    <a:pt x="1357586" y="529876"/>
                  </a:cubicBezTo>
                  <a:cubicBezTo>
                    <a:pt x="1286956" y="496124"/>
                    <a:pt x="1218827" y="463621"/>
                    <a:pt x="1154448" y="432995"/>
                  </a:cubicBezTo>
                  <a:cubicBezTo>
                    <a:pt x="577536" y="157352"/>
                    <a:pt x="253767" y="2968"/>
                    <a:pt x="30627" y="14843"/>
                  </a:cubicBezTo>
                  <a:close/>
                </a:path>
              </a:pathLst>
            </a:custGeom>
            <a:solidFill>
              <a:srgbClr val="efefef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81" name="Google Shape;370;p19"/>
            <p:cNvSpPr/>
            <p:nvPr/>
          </p:nvSpPr>
          <p:spPr>
            <a:xfrm rot="1588200">
              <a:off x="-845640" y="433800"/>
              <a:ext cx="759600" cy="339480"/>
            </a:xfrm>
            <a:custGeom>
              <a:avLst/>
              <a:gdLst>
                <a:gd name="textAreaLeft" fmla="*/ 0 w 759600"/>
                <a:gd name="textAreaRight" fmla="*/ 759960 w 759600"/>
                <a:gd name="textAreaTop" fmla="*/ 0 h 339480"/>
                <a:gd name="textAreaBottom" fmla="*/ 339840 h 339480"/>
              </a:gdLst>
              <a:ahLst/>
              <a:cxnLst/>
              <a:rect l="textAreaLeft" t="textAreaTop" r="textAreaRight" b="textAreaBottom"/>
              <a:pathLst>
                <a:path w="1359555" h="607906">
                  <a:moveTo>
                    <a:pt x="13221" y="607907"/>
                  </a:moveTo>
                  <a:cubicBezTo>
                    <a:pt x="8221" y="607907"/>
                    <a:pt x="3845" y="604781"/>
                    <a:pt x="1345" y="599781"/>
                  </a:cubicBezTo>
                  <a:cubicBezTo>
                    <a:pt x="-1780" y="593530"/>
                    <a:pt x="720" y="586030"/>
                    <a:pt x="6971" y="582905"/>
                  </a:cubicBezTo>
                  <a:cubicBezTo>
                    <a:pt x="81350" y="543527"/>
                    <a:pt x="151980" y="506025"/>
                    <a:pt x="218859" y="469773"/>
                  </a:cubicBezTo>
                  <a:cubicBezTo>
                    <a:pt x="797645" y="161003"/>
                    <a:pt x="1116415" y="-9007"/>
                    <a:pt x="1345180" y="368"/>
                  </a:cubicBezTo>
                  <a:lnTo>
                    <a:pt x="1359556" y="993"/>
                  </a:lnTo>
                  <a:lnTo>
                    <a:pt x="1350180" y="12244"/>
                  </a:lnTo>
                  <a:cubicBezTo>
                    <a:pt x="1203296" y="187880"/>
                    <a:pt x="862650" y="307888"/>
                    <a:pt x="244486" y="526651"/>
                  </a:cubicBezTo>
                  <a:cubicBezTo>
                    <a:pt x="172606" y="552278"/>
                    <a:pt x="96976" y="578530"/>
                    <a:pt x="17596" y="606656"/>
                  </a:cubicBezTo>
                  <a:lnTo>
                    <a:pt x="17596" y="606656"/>
                  </a:lnTo>
                  <a:cubicBezTo>
                    <a:pt x="15721" y="607281"/>
                    <a:pt x="14471" y="607907"/>
                    <a:pt x="13221" y="607907"/>
                  </a:cubicBezTo>
                  <a:close/>
                  <a:moveTo>
                    <a:pt x="12596" y="593530"/>
                  </a:moveTo>
                  <a:lnTo>
                    <a:pt x="12596" y="593530"/>
                  </a:lnTo>
                  <a:lnTo>
                    <a:pt x="12596" y="593530"/>
                  </a:lnTo>
                  <a:lnTo>
                    <a:pt x="12596" y="593530"/>
                  </a:lnTo>
                  <a:close/>
                  <a:moveTo>
                    <a:pt x="1325804" y="14119"/>
                  </a:moveTo>
                  <a:cubicBezTo>
                    <a:pt x="1102040" y="14119"/>
                    <a:pt x="786395" y="182880"/>
                    <a:pt x="225734" y="482274"/>
                  </a:cubicBezTo>
                  <a:cubicBezTo>
                    <a:pt x="162606" y="516026"/>
                    <a:pt x="96352" y="551028"/>
                    <a:pt x="26972" y="587905"/>
                  </a:cubicBezTo>
                  <a:cubicBezTo>
                    <a:pt x="100727" y="561653"/>
                    <a:pt x="171981" y="536652"/>
                    <a:pt x="239485" y="512900"/>
                  </a:cubicBezTo>
                  <a:cubicBezTo>
                    <a:pt x="842023" y="299762"/>
                    <a:pt x="1179544" y="180379"/>
                    <a:pt x="1329554" y="14119"/>
                  </a:cubicBezTo>
                  <a:cubicBezTo>
                    <a:pt x="1328304" y="14119"/>
                    <a:pt x="1327054" y="14119"/>
                    <a:pt x="1325804" y="14119"/>
                  </a:cubicBezTo>
                  <a:close/>
                </a:path>
              </a:pathLst>
            </a:custGeom>
            <a:solidFill>
              <a:srgbClr val="efefef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82" name="Google Shape;371;p19"/>
            <p:cNvSpPr/>
            <p:nvPr/>
          </p:nvSpPr>
          <p:spPr>
            <a:xfrm rot="1588200">
              <a:off x="-163080" y="739800"/>
              <a:ext cx="339120" cy="759240"/>
            </a:xfrm>
            <a:custGeom>
              <a:avLst/>
              <a:gdLst>
                <a:gd name="textAreaLeft" fmla="*/ 0 w 339120"/>
                <a:gd name="textAreaRight" fmla="*/ 339480 w 339120"/>
                <a:gd name="textAreaTop" fmla="*/ 0 h 759240"/>
                <a:gd name="textAreaBottom" fmla="*/ 759600 h 759240"/>
              </a:gdLst>
              <a:ahLst/>
              <a:cxnLst/>
              <a:rect l="textAreaLeft" t="textAreaTop" r="textAreaRight" b="textAreaBottom"/>
              <a:pathLst>
                <a:path w="607567" h="1359460">
                  <a:moveTo>
                    <a:pt x="594203" y="1359460"/>
                  </a:moveTo>
                  <a:cubicBezTo>
                    <a:pt x="589204" y="1359460"/>
                    <a:pt x="584828" y="1356960"/>
                    <a:pt x="582953" y="1352585"/>
                  </a:cubicBezTo>
                  <a:cubicBezTo>
                    <a:pt x="543575" y="1278205"/>
                    <a:pt x="506073" y="1208201"/>
                    <a:pt x="469821" y="1140697"/>
                  </a:cubicBezTo>
                  <a:cubicBezTo>
                    <a:pt x="161052" y="561910"/>
                    <a:pt x="-9584" y="243140"/>
                    <a:pt x="416" y="14376"/>
                  </a:cubicBezTo>
                  <a:lnTo>
                    <a:pt x="1042" y="0"/>
                  </a:lnTo>
                  <a:lnTo>
                    <a:pt x="12292" y="9376"/>
                  </a:lnTo>
                  <a:cubicBezTo>
                    <a:pt x="187928" y="156260"/>
                    <a:pt x="307936" y="496906"/>
                    <a:pt x="526700" y="1115070"/>
                  </a:cubicBezTo>
                  <a:cubicBezTo>
                    <a:pt x="552326" y="1186949"/>
                    <a:pt x="578578" y="1262579"/>
                    <a:pt x="606704" y="1341334"/>
                  </a:cubicBezTo>
                  <a:lnTo>
                    <a:pt x="606704" y="1341334"/>
                  </a:lnTo>
                  <a:cubicBezTo>
                    <a:pt x="609205" y="1348210"/>
                    <a:pt x="606079" y="1355085"/>
                    <a:pt x="599829" y="1357585"/>
                  </a:cubicBezTo>
                  <a:cubicBezTo>
                    <a:pt x="597329" y="1358835"/>
                    <a:pt x="595454" y="1359460"/>
                    <a:pt x="594203" y="1359460"/>
                  </a:cubicBezTo>
                  <a:close/>
                  <a:moveTo>
                    <a:pt x="592954" y="1346334"/>
                  </a:moveTo>
                  <a:lnTo>
                    <a:pt x="592954" y="1346334"/>
                  </a:lnTo>
                  <a:lnTo>
                    <a:pt x="592954" y="1346334"/>
                  </a:lnTo>
                  <a:lnTo>
                    <a:pt x="592954" y="1346334"/>
                  </a:lnTo>
                  <a:close/>
                  <a:moveTo>
                    <a:pt x="14167" y="30002"/>
                  </a:moveTo>
                  <a:cubicBezTo>
                    <a:pt x="12292" y="253766"/>
                    <a:pt x="181053" y="570036"/>
                    <a:pt x="482322" y="1133821"/>
                  </a:cubicBezTo>
                  <a:cubicBezTo>
                    <a:pt x="516074" y="1196950"/>
                    <a:pt x="551076" y="1263204"/>
                    <a:pt x="587953" y="1331959"/>
                  </a:cubicBezTo>
                  <a:cubicBezTo>
                    <a:pt x="561702" y="1258204"/>
                    <a:pt x="536700" y="1186949"/>
                    <a:pt x="512948" y="1119445"/>
                  </a:cubicBezTo>
                  <a:cubicBezTo>
                    <a:pt x="299810" y="517532"/>
                    <a:pt x="180428" y="179386"/>
                    <a:pt x="14167" y="30002"/>
                  </a:cubicBezTo>
                  <a:close/>
                </a:path>
              </a:pathLst>
            </a:custGeom>
            <a:solidFill>
              <a:srgbClr val="efefef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83" name="Google Shape;372;p19"/>
            <p:cNvSpPr/>
            <p:nvPr/>
          </p:nvSpPr>
          <p:spPr>
            <a:xfrm rot="1588200">
              <a:off x="142560" y="477000"/>
              <a:ext cx="759600" cy="339480"/>
            </a:xfrm>
            <a:custGeom>
              <a:avLst/>
              <a:gdLst>
                <a:gd name="textAreaLeft" fmla="*/ 0 w 759600"/>
                <a:gd name="textAreaRight" fmla="*/ 759960 w 759600"/>
                <a:gd name="textAreaTop" fmla="*/ 0 h 339480"/>
                <a:gd name="textAreaBottom" fmla="*/ 339840 h 339480"/>
              </a:gdLst>
              <a:ahLst/>
              <a:cxnLst/>
              <a:rect l="textAreaLeft" t="textAreaTop" r="textAreaRight" b="textAreaBottom"/>
              <a:pathLst>
                <a:path w="1359555" h="607776">
                  <a:moveTo>
                    <a:pt x="33127" y="607776"/>
                  </a:moveTo>
                  <a:cubicBezTo>
                    <a:pt x="26876" y="607776"/>
                    <a:pt x="20626" y="607776"/>
                    <a:pt x="14375" y="607151"/>
                  </a:cubicBezTo>
                  <a:lnTo>
                    <a:pt x="0" y="606526"/>
                  </a:lnTo>
                  <a:lnTo>
                    <a:pt x="9376" y="595275"/>
                  </a:lnTo>
                  <a:cubicBezTo>
                    <a:pt x="156260" y="419639"/>
                    <a:pt x="496906" y="299632"/>
                    <a:pt x="1115695" y="80868"/>
                  </a:cubicBezTo>
                  <a:cubicBezTo>
                    <a:pt x="1187575" y="55241"/>
                    <a:pt x="1263204" y="28990"/>
                    <a:pt x="1341959" y="863"/>
                  </a:cubicBezTo>
                  <a:lnTo>
                    <a:pt x="1341959" y="863"/>
                  </a:lnTo>
                  <a:cubicBezTo>
                    <a:pt x="1348834" y="-1637"/>
                    <a:pt x="1355710" y="1488"/>
                    <a:pt x="1358210" y="7739"/>
                  </a:cubicBezTo>
                  <a:cubicBezTo>
                    <a:pt x="1361335" y="13989"/>
                    <a:pt x="1358836" y="21489"/>
                    <a:pt x="1352585" y="24615"/>
                  </a:cubicBezTo>
                  <a:cubicBezTo>
                    <a:pt x="1278205" y="63992"/>
                    <a:pt x="1207576" y="101494"/>
                    <a:pt x="1140697" y="137747"/>
                  </a:cubicBezTo>
                  <a:cubicBezTo>
                    <a:pt x="576911" y="438391"/>
                    <a:pt x="260016" y="607776"/>
                    <a:pt x="33127" y="607776"/>
                  </a:cubicBezTo>
                  <a:close/>
                  <a:moveTo>
                    <a:pt x="29377" y="593400"/>
                  </a:moveTo>
                  <a:cubicBezTo>
                    <a:pt x="30627" y="593400"/>
                    <a:pt x="31877" y="593400"/>
                    <a:pt x="32502" y="593400"/>
                  </a:cubicBezTo>
                  <a:cubicBezTo>
                    <a:pt x="256266" y="593400"/>
                    <a:pt x="571911" y="424640"/>
                    <a:pt x="1132571" y="125246"/>
                  </a:cubicBezTo>
                  <a:cubicBezTo>
                    <a:pt x="1195700" y="91494"/>
                    <a:pt x="1261955" y="56492"/>
                    <a:pt x="1331334" y="19614"/>
                  </a:cubicBezTo>
                  <a:cubicBezTo>
                    <a:pt x="1257579" y="45866"/>
                    <a:pt x="1186950" y="70867"/>
                    <a:pt x="1119445" y="94619"/>
                  </a:cubicBezTo>
                  <a:cubicBezTo>
                    <a:pt x="516907" y="307132"/>
                    <a:pt x="179386" y="426515"/>
                    <a:pt x="29377" y="593400"/>
                  </a:cubicBezTo>
                  <a:close/>
                  <a:moveTo>
                    <a:pt x="1346335" y="13989"/>
                  </a:moveTo>
                  <a:lnTo>
                    <a:pt x="1346335" y="13989"/>
                  </a:lnTo>
                  <a:lnTo>
                    <a:pt x="1343834" y="7113"/>
                  </a:lnTo>
                  <a:lnTo>
                    <a:pt x="1346335" y="13989"/>
                  </a:lnTo>
                  <a:close/>
                </a:path>
              </a:pathLst>
            </a:custGeom>
            <a:solidFill>
              <a:srgbClr val="efefef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84" name="Google Shape;373;p19"/>
            <p:cNvSpPr/>
            <p:nvPr/>
          </p:nvSpPr>
          <p:spPr>
            <a:xfrm rot="1588200">
              <a:off x="-119880" y="-248760"/>
              <a:ext cx="339120" cy="759600"/>
            </a:xfrm>
            <a:custGeom>
              <a:avLst/>
              <a:gdLst>
                <a:gd name="textAreaLeft" fmla="*/ 0 w 339120"/>
                <a:gd name="textAreaRight" fmla="*/ 339480 w 339120"/>
                <a:gd name="textAreaTop" fmla="*/ 0 h 759600"/>
                <a:gd name="textAreaBottom" fmla="*/ 759960 h 759600"/>
              </a:gdLst>
              <a:ahLst/>
              <a:cxnLst/>
              <a:rect l="textAreaLeft" t="textAreaTop" r="textAreaRight" b="textAreaBottom"/>
              <a:pathLst>
                <a:path w="607567" h="1359555">
                  <a:moveTo>
                    <a:pt x="606526" y="1359556"/>
                  </a:moveTo>
                  <a:lnTo>
                    <a:pt x="595275" y="1350180"/>
                  </a:lnTo>
                  <a:cubicBezTo>
                    <a:pt x="419639" y="1203296"/>
                    <a:pt x="299632" y="862650"/>
                    <a:pt x="80869" y="243861"/>
                  </a:cubicBezTo>
                  <a:cubicBezTo>
                    <a:pt x="55242" y="171981"/>
                    <a:pt x="28990" y="96351"/>
                    <a:pt x="863" y="17596"/>
                  </a:cubicBezTo>
                  <a:lnTo>
                    <a:pt x="863" y="17596"/>
                  </a:lnTo>
                  <a:cubicBezTo>
                    <a:pt x="-1637" y="10721"/>
                    <a:pt x="1488" y="3846"/>
                    <a:pt x="7738" y="1345"/>
                  </a:cubicBezTo>
                  <a:cubicBezTo>
                    <a:pt x="13989" y="-1780"/>
                    <a:pt x="21490" y="720"/>
                    <a:pt x="24615" y="6971"/>
                  </a:cubicBezTo>
                  <a:cubicBezTo>
                    <a:pt x="63992" y="81350"/>
                    <a:pt x="101494" y="151980"/>
                    <a:pt x="137747" y="218859"/>
                  </a:cubicBezTo>
                  <a:cubicBezTo>
                    <a:pt x="446516" y="797645"/>
                    <a:pt x="617152" y="1116415"/>
                    <a:pt x="607151" y="1344555"/>
                  </a:cubicBezTo>
                  <a:lnTo>
                    <a:pt x="606526" y="1359556"/>
                  </a:lnTo>
                  <a:close/>
                  <a:moveTo>
                    <a:pt x="19614" y="27597"/>
                  </a:moveTo>
                  <a:cubicBezTo>
                    <a:pt x="45866" y="101352"/>
                    <a:pt x="70868" y="171981"/>
                    <a:pt x="94619" y="239485"/>
                  </a:cubicBezTo>
                  <a:cubicBezTo>
                    <a:pt x="307757" y="842023"/>
                    <a:pt x="427140" y="1180170"/>
                    <a:pt x="593401" y="1329554"/>
                  </a:cubicBezTo>
                  <a:cubicBezTo>
                    <a:pt x="595275" y="1105790"/>
                    <a:pt x="426515" y="789520"/>
                    <a:pt x="125246" y="225735"/>
                  </a:cubicBezTo>
                  <a:cubicBezTo>
                    <a:pt x="91494" y="162606"/>
                    <a:pt x="56492" y="96976"/>
                    <a:pt x="19614" y="27597"/>
                  </a:cubicBezTo>
                  <a:close/>
                  <a:moveTo>
                    <a:pt x="14614" y="13221"/>
                  </a:moveTo>
                  <a:lnTo>
                    <a:pt x="7738" y="15721"/>
                  </a:lnTo>
                  <a:lnTo>
                    <a:pt x="14614" y="13221"/>
                  </a:lnTo>
                  <a:close/>
                </a:path>
              </a:pathLst>
            </a:custGeom>
            <a:solidFill>
              <a:srgbClr val="efefef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</p:grpSp>
      <p:grpSp>
        <p:nvGrpSpPr>
          <p:cNvPr id="185" name="Google Shape;374;p19"/>
          <p:cNvGrpSpPr/>
          <p:nvPr/>
        </p:nvGrpSpPr>
        <p:grpSpPr>
          <a:xfrm>
            <a:off x="8181000" y="4104360"/>
            <a:ext cx="499320" cy="499320"/>
            <a:chOff x="8181000" y="4104360"/>
            <a:chExt cx="499320" cy="499320"/>
          </a:xfrm>
        </p:grpSpPr>
        <p:sp>
          <p:nvSpPr>
            <p:cNvPr id="186" name="Google Shape;375;p19"/>
            <p:cNvSpPr/>
            <p:nvPr/>
          </p:nvSpPr>
          <p:spPr>
            <a:xfrm>
              <a:off x="8457840" y="4342680"/>
              <a:ext cx="222480" cy="23040"/>
            </a:xfrm>
            <a:custGeom>
              <a:avLst/>
              <a:gdLst>
                <a:gd name="textAreaLeft" fmla="*/ 0 w 222480"/>
                <a:gd name="textAreaRight" fmla="*/ 222840 w 222480"/>
                <a:gd name="textAreaTop" fmla="*/ 0 h 23040"/>
                <a:gd name="textAreaBottom" fmla="*/ 23400 h 23040"/>
              </a:gdLst>
              <a:ahLst/>
              <a:cxnLst/>
              <a:rect l="textAreaLeft" t="textAreaTop" r="textAreaRight" b="textAreaBottom"/>
              <a:pathLst>
                <a:path w="517688" h="54004">
                  <a:moveTo>
                    <a:pt x="510657" y="19502"/>
                  </a:moveTo>
                  <a:cubicBezTo>
                    <a:pt x="238140" y="-1125"/>
                    <a:pt x="83755" y="-14250"/>
                    <a:pt x="0" y="27002"/>
                  </a:cubicBezTo>
                  <a:cubicBezTo>
                    <a:pt x="83755" y="68255"/>
                    <a:pt x="238140" y="55129"/>
                    <a:pt x="510657" y="34503"/>
                  </a:cubicBezTo>
                  <a:cubicBezTo>
                    <a:pt x="520033" y="33877"/>
                    <a:pt x="520033" y="20127"/>
                    <a:pt x="510657" y="19502"/>
                  </a:cubicBezTo>
                  <a:close/>
                </a:path>
              </a:pathLst>
            </a:custGeom>
            <a:solidFill>
              <a:schemeClr val="accent4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11520" bIns="1152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87" name="Google Shape;376;p19"/>
            <p:cNvSpPr/>
            <p:nvPr/>
          </p:nvSpPr>
          <p:spPr>
            <a:xfrm>
              <a:off x="8419320" y="4381200"/>
              <a:ext cx="22680" cy="222480"/>
            </a:xfrm>
            <a:custGeom>
              <a:avLst/>
              <a:gdLst>
                <a:gd name="textAreaLeft" fmla="*/ 0 w 22680"/>
                <a:gd name="textAreaRight" fmla="*/ 23040 w 22680"/>
                <a:gd name="textAreaTop" fmla="*/ 0 h 222480"/>
                <a:gd name="textAreaBottom" fmla="*/ 222840 h 222480"/>
              </a:gdLst>
              <a:ahLst/>
              <a:cxnLst/>
              <a:rect l="textAreaLeft" t="textAreaTop" r="textAreaRight" b="textAreaBottom"/>
              <a:pathLst>
                <a:path w="53781" h="517688">
                  <a:moveTo>
                    <a:pt x="19279" y="510657"/>
                  </a:moveTo>
                  <a:cubicBezTo>
                    <a:pt x="19904" y="520033"/>
                    <a:pt x="33655" y="520033"/>
                    <a:pt x="34280" y="510657"/>
                  </a:cubicBezTo>
                  <a:cubicBezTo>
                    <a:pt x="54906" y="238140"/>
                    <a:pt x="68032" y="83755"/>
                    <a:pt x="26779" y="0"/>
                  </a:cubicBezTo>
                  <a:cubicBezTo>
                    <a:pt x="-14473" y="83755"/>
                    <a:pt x="-722" y="238140"/>
                    <a:pt x="19279" y="510657"/>
                  </a:cubicBezTo>
                  <a:close/>
                </a:path>
              </a:pathLst>
            </a:custGeom>
            <a:solidFill>
              <a:schemeClr val="accent4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88" name="Google Shape;377;p19"/>
            <p:cNvSpPr/>
            <p:nvPr/>
          </p:nvSpPr>
          <p:spPr>
            <a:xfrm>
              <a:off x="8181000" y="4342680"/>
              <a:ext cx="222480" cy="23040"/>
            </a:xfrm>
            <a:custGeom>
              <a:avLst/>
              <a:gdLst>
                <a:gd name="textAreaLeft" fmla="*/ 0 w 222480"/>
                <a:gd name="textAreaRight" fmla="*/ 222840 w 222480"/>
                <a:gd name="textAreaTop" fmla="*/ 0 h 23040"/>
                <a:gd name="textAreaBottom" fmla="*/ 23400 h 23040"/>
              </a:gdLst>
              <a:ahLst/>
              <a:cxnLst/>
              <a:rect l="textAreaLeft" t="textAreaTop" r="textAreaRight" b="textAreaBottom"/>
              <a:pathLst>
                <a:path w="517688" h="54004">
                  <a:moveTo>
                    <a:pt x="7032" y="19502"/>
                  </a:moveTo>
                  <a:cubicBezTo>
                    <a:pt x="-2344" y="20127"/>
                    <a:pt x="-2344" y="33877"/>
                    <a:pt x="7032" y="34503"/>
                  </a:cubicBezTo>
                  <a:cubicBezTo>
                    <a:pt x="279549" y="55129"/>
                    <a:pt x="433934" y="68255"/>
                    <a:pt x="517689" y="27002"/>
                  </a:cubicBezTo>
                  <a:cubicBezTo>
                    <a:pt x="433934" y="-14250"/>
                    <a:pt x="280174" y="-1125"/>
                    <a:pt x="7032" y="19502"/>
                  </a:cubicBezTo>
                  <a:close/>
                </a:path>
              </a:pathLst>
            </a:custGeom>
            <a:solidFill>
              <a:schemeClr val="accent4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11520" bIns="1152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89" name="Google Shape;378;p19"/>
            <p:cNvSpPr/>
            <p:nvPr/>
          </p:nvSpPr>
          <p:spPr>
            <a:xfrm>
              <a:off x="8419320" y="4104360"/>
              <a:ext cx="23040" cy="222480"/>
            </a:xfrm>
            <a:custGeom>
              <a:avLst/>
              <a:gdLst>
                <a:gd name="textAreaLeft" fmla="*/ 0 w 23040"/>
                <a:gd name="textAreaRight" fmla="*/ 23400 w 23040"/>
                <a:gd name="textAreaTop" fmla="*/ 0 h 222480"/>
                <a:gd name="textAreaBottom" fmla="*/ 222840 h 222480"/>
              </a:gdLst>
              <a:ahLst/>
              <a:cxnLst/>
              <a:rect l="textAreaLeft" t="textAreaTop" r="textAreaRight" b="textAreaBottom"/>
              <a:pathLst>
                <a:path w="54004" h="517688">
                  <a:moveTo>
                    <a:pt x="34503" y="7032"/>
                  </a:moveTo>
                  <a:cubicBezTo>
                    <a:pt x="33878" y="-2344"/>
                    <a:pt x="20127" y="-2344"/>
                    <a:pt x="19502" y="7032"/>
                  </a:cubicBezTo>
                  <a:cubicBezTo>
                    <a:pt x="-1125" y="279549"/>
                    <a:pt x="-14250" y="433933"/>
                    <a:pt x="27002" y="517689"/>
                  </a:cubicBezTo>
                  <a:cubicBezTo>
                    <a:pt x="68255" y="433933"/>
                    <a:pt x="55129" y="279549"/>
                    <a:pt x="34503" y="7032"/>
                  </a:cubicBezTo>
                  <a:close/>
                </a:path>
              </a:pathLst>
            </a:custGeom>
            <a:solidFill>
              <a:schemeClr val="accent4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90" name="Google Shape;379;p19"/>
            <p:cNvSpPr/>
            <p:nvPr/>
          </p:nvSpPr>
          <p:spPr>
            <a:xfrm>
              <a:off x="8449920" y="4176720"/>
              <a:ext cx="158040" cy="158040"/>
            </a:xfrm>
            <a:custGeom>
              <a:avLst/>
              <a:gdLst>
                <a:gd name="textAreaLeft" fmla="*/ 0 w 158040"/>
                <a:gd name="textAreaRight" fmla="*/ 158400 w 158040"/>
                <a:gd name="textAreaTop" fmla="*/ 0 h 158040"/>
                <a:gd name="textAreaBottom" fmla="*/ 158400 h 158040"/>
              </a:gdLst>
              <a:ahLst/>
              <a:cxnLst/>
              <a:rect l="textAreaLeft" t="textAreaTop" r="textAreaRight" b="textAreaBottom"/>
              <a:pathLst>
                <a:path w="368244" h="367995">
                  <a:moveTo>
                    <a:pt x="366273" y="12348"/>
                  </a:moveTo>
                  <a:cubicBezTo>
                    <a:pt x="372523" y="5472"/>
                    <a:pt x="362523" y="-3903"/>
                    <a:pt x="355647" y="1722"/>
                  </a:cubicBezTo>
                  <a:cubicBezTo>
                    <a:pt x="148759" y="179858"/>
                    <a:pt x="30002" y="279240"/>
                    <a:pt x="0" y="367995"/>
                  </a:cubicBezTo>
                  <a:cubicBezTo>
                    <a:pt x="88755" y="337368"/>
                    <a:pt x="188137" y="219236"/>
                    <a:pt x="366273" y="12348"/>
                  </a:cubicBezTo>
                  <a:close/>
                </a:path>
              </a:pathLst>
            </a:custGeom>
            <a:solidFill>
              <a:schemeClr val="accent4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91" name="Google Shape;380;p19"/>
            <p:cNvSpPr/>
            <p:nvPr/>
          </p:nvSpPr>
          <p:spPr>
            <a:xfrm>
              <a:off x="8403480" y="4327200"/>
              <a:ext cx="54000" cy="54000"/>
            </a:xfrm>
            <a:custGeom>
              <a:avLst/>
              <a:gdLst>
                <a:gd name="textAreaLeft" fmla="*/ 0 w 54000"/>
                <a:gd name="textAreaRight" fmla="*/ 54360 w 54000"/>
                <a:gd name="textAreaTop" fmla="*/ 0 h 54000"/>
                <a:gd name="textAreaBottom" fmla="*/ 54360 h 54000"/>
              </a:gdLst>
              <a:ahLst/>
              <a:cxnLst/>
              <a:rect l="textAreaLeft" t="textAreaTop" r="textAreaRight" b="textAreaBottom"/>
              <a:pathLst>
                <a:path w="126258" h="126258">
                  <a:moveTo>
                    <a:pt x="108132" y="18126"/>
                  </a:moveTo>
                  <a:cubicBezTo>
                    <a:pt x="98131" y="21251"/>
                    <a:pt x="88756" y="23751"/>
                    <a:pt x="78755" y="25002"/>
                  </a:cubicBezTo>
                  <a:cubicBezTo>
                    <a:pt x="73130" y="17501"/>
                    <a:pt x="67504" y="9376"/>
                    <a:pt x="63129" y="0"/>
                  </a:cubicBezTo>
                  <a:cubicBezTo>
                    <a:pt x="58753" y="9376"/>
                    <a:pt x="53753" y="17501"/>
                    <a:pt x="47503" y="25002"/>
                  </a:cubicBezTo>
                  <a:cubicBezTo>
                    <a:pt x="38127" y="23751"/>
                    <a:pt x="28127" y="21251"/>
                    <a:pt x="18126" y="18126"/>
                  </a:cubicBezTo>
                  <a:cubicBezTo>
                    <a:pt x="21251" y="28127"/>
                    <a:pt x="23751" y="37502"/>
                    <a:pt x="25002" y="47503"/>
                  </a:cubicBezTo>
                  <a:cubicBezTo>
                    <a:pt x="17501" y="53128"/>
                    <a:pt x="9376" y="58754"/>
                    <a:pt x="0" y="63129"/>
                  </a:cubicBezTo>
                  <a:cubicBezTo>
                    <a:pt x="9376" y="67504"/>
                    <a:pt x="17501" y="72504"/>
                    <a:pt x="25002" y="78755"/>
                  </a:cubicBezTo>
                  <a:cubicBezTo>
                    <a:pt x="23751" y="88130"/>
                    <a:pt x="21251" y="98131"/>
                    <a:pt x="18126" y="108132"/>
                  </a:cubicBezTo>
                  <a:cubicBezTo>
                    <a:pt x="28127" y="105007"/>
                    <a:pt x="37502" y="102507"/>
                    <a:pt x="47503" y="101256"/>
                  </a:cubicBezTo>
                  <a:cubicBezTo>
                    <a:pt x="53128" y="108757"/>
                    <a:pt x="58753" y="116882"/>
                    <a:pt x="63129" y="126258"/>
                  </a:cubicBezTo>
                  <a:cubicBezTo>
                    <a:pt x="67504" y="116882"/>
                    <a:pt x="72504" y="108757"/>
                    <a:pt x="78755" y="101256"/>
                  </a:cubicBezTo>
                  <a:cubicBezTo>
                    <a:pt x="88130" y="102507"/>
                    <a:pt x="98131" y="105007"/>
                    <a:pt x="108132" y="108132"/>
                  </a:cubicBezTo>
                  <a:cubicBezTo>
                    <a:pt x="105007" y="98131"/>
                    <a:pt x="102506" y="88756"/>
                    <a:pt x="101256" y="78755"/>
                  </a:cubicBezTo>
                  <a:cubicBezTo>
                    <a:pt x="108757" y="73130"/>
                    <a:pt x="116882" y="67504"/>
                    <a:pt x="126258" y="63129"/>
                  </a:cubicBezTo>
                  <a:cubicBezTo>
                    <a:pt x="116882" y="58754"/>
                    <a:pt x="108757" y="53753"/>
                    <a:pt x="101256" y="47503"/>
                  </a:cubicBezTo>
                  <a:cubicBezTo>
                    <a:pt x="101881" y="37502"/>
                    <a:pt x="104382" y="27502"/>
                    <a:pt x="108132" y="18126"/>
                  </a:cubicBezTo>
                  <a:close/>
                </a:path>
              </a:pathLst>
            </a:custGeom>
            <a:solidFill>
              <a:schemeClr val="accent4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27000" bIns="2700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92" name="Google Shape;381;p19"/>
            <p:cNvSpPr/>
            <p:nvPr/>
          </p:nvSpPr>
          <p:spPr>
            <a:xfrm>
              <a:off x="8449920" y="4373280"/>
              <a:ext cx="158040" cy="158040"/>
            </a:xfrm>
            <a:custGeom>
              <a:avLst/>
              <a:gdLst>
                <a:gd name="textAreaLeft" fmla="*/ 0 w 158040"/>
                <a:gd name="textAreaRight" fmla="*/ 158400 w 158040"/>
                <a:gd name="textAreaTop" fmla="*/ 0 h 158040"/>
                <a:gd name="textAreaBottom" fmla="*/ 158400 h 158040"/>
              </a:gdLst>
              <a:ahLst/>
              <a:cxnLst/>
              <a:rect l="textAreaLeft" t="textAreaTop" r="textAreaRight" b="textAreaBottom"/>
              <a:pathLst>
                <a:path w="367994" h="368245">
                  <a:moveTo>
                    <a:pt x="355647" y="366273"/>
                  </a:moveTo>
                  <a:cubicBezTo>
                    <a:pt x="362523" y="372524"/>
                    <a:pt x="371898" y="362523"/>
                    <a:pt x="366273" y="355648"/>
                  </a:cubicBezTo>
                  <a:cubicBezTo>
                    <a:pt x="188137" y="148760"/>
                    <a:pt x="88755" y="30002"/>
                    <a:pt x="0" y="0"/>
                  </a:cubicBezTo>
                  <a:cubicBezTo>
                    <a:pt x="30627" y="88131"/>
                    <a:pt x="148759" y="188137"/>
                    <a:pt x="355647" y="366273"/>
                  </a:cubicBezTo>
                  <a:close/>
                </a:path>
              </a:pathLst>
            </a:custGeom>
            <a:solidFill>
              <a:schemeClr val="accent4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93" name="Google Shape;382;p19"/>
            <p:cNvSpPr/>
            <p:nvPr/>
          </p:nvSpPr>
          <p:spPr>
            <a:xfrm>
              <a:off x="8253000" y="4373280"/>
              <a:ext cx="158040" cy="158040"/>
            </a:xfrm>
            <a:custGeom>
              <a:avLst/>
              <a:gdLst>
                <a:gd name="textAreaLeft" fmla="*/ 0 w 158040"/>
                <a:gd name="textAreaRight" fmla="*/ 158400 w 158040"/>
                <a:gd name="textAreaTop" fmla="*/ 0 h 158040"/>
                <a:gd name="textAreaBottom" fmla="*/ 158400 h 158040"/>
              </a:gdLst>
              <a:ahLst/>
              <a:cxnLst/>
              <a:rect l="textAreaLeft" t="textAreaTop" r="textAreaRight" b="textAreaBottom"/>
              <a:pathLst>
                <a:path w="368245" h="367995">
                  <a:moveTo>
                    <a:pt x="1972" y="355648"/>
                  </a:moveTo>
                  <a:cubicBezTo>
                    <a:pt x="-4278" y="362523"/>
                    <a:pt x="5722" y="371898"/>
                    <a:pt x="12598" y="366273"/>
                  </a:cubicBezTo>
                  <a:cubicBezTo>
                    <a:pt x="219486" y="188137"/>
                    <a:pt x="338243" y="88756"/>
                    <a:pt x="368245" y="0"/>
                  </a:cubicBezTo>
                  <a:cubicBezTo>
                    <a:pt x="280114" y="30002"/>
                    <a:pt x="180108" y="148760"/>
                    <a:pt x="1972" y="355648"/>
                  </a:cubicBezTo>
                  <a:close/>
                </a:path>
              </a:pathLst>
            </a:custGeom>
            <a:solidFill>
              <a:schemeClr val="accent4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94" name="Google Shape;383;p19"/>
            <p:cNvSpPr/>
            <p:nvPr/>
          </p:nvSpPr>
          <p:spPr>
            <a:xfrm>
              <a:off x="8253360" y="4176720"/>
              <a:ext cx="158040" cy="158040"/>
            </a:xfrm>
            <a:custGeom>
              <a:avLst/>
              <a:gdLst>
                <a:gd name="textAreaLeft" fmla="*/ 0 w 158040"/>
                <a:gd name="textAreaRight" fmla="*/ 158400 w 158040"/>
                <a:gd name="textAreaTop" fmla="*/ 0 h 158040"/>
                <a:gd name="textAreaBottom" fmla="*/ 158400 h 158040"/>
              </a:gdLst>
              <a:ahLst/>
              <a:cxnLst/>
              <a:rect l="textAreaLeft" t="textAreaTop" r="textAreaRight" b="textAreaBottom"/>
              <a:pathLst>
                <a:path w="367995" h="368245">
                  <a:moveTo>
                    <a:pt x="12348" y="1972"/>
                  </a:moveTo>
                  <a:cubicBezTo>
                    <a:pt x="5472" y="-4278"/>
                    <a:pt x="-3903" y="5722"/>
                    <a:pt x="1722" y="12598"/>
                  </a:cubicBezTo>
                  <a:cubicBezTo>
                    <a:pt x="179858" y="219486"/>
                    <a:pt x="279240" y="338243"/>
                    <a:pt x="367995" y="368245"/>
                  </a:cubicBezTo>
                  <a:cubicBezTo>
                    <a:pt x="337993" y="279490"/>
                    <a:pt x="219861" y="180108"/>
                    <a:pt x="12348" y="1972"/>
                  </a:cubicBezTo>
                  <a:close/>
                </a:path>
              </a:pathLst>
            </a:custGeom>
            <a:solidFill>
              <a:schemeClr val="accent4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</p:grpSp>
      <p:sp>
        <p:nvSpPr>
          <p:cNvPr id="195" name="Google Shape;384;p19"/>
          <p:cNvSpPr/>
          <p:nvPr/>
        </p:nvSpPr>
        <p:spPr>
          <a:xfrm>
            <a:off x="463320" y="4302720"/>
            <a:ext cx="499320" cy="602640"/>
          </a:xfrm>
          <a:custGeom>
            <a:avLst/>
            <a:gdLst>
              <a:gd name="textAreaLeft" fmla="*/ 0 w 499320"/>
              <a:gd name="textAreaRight" fmla="*/ 499680 w 499320"/>
              <a:gd name="textAreaTop" fmla="*/ 0 h 602640"/>
              <a:gd name="textAreaBottom" fmla="*/ 603000 h 602640"/>
            </a:gdLst>
            <a:ahLst/>
            <a:cxnLst/>
            <a:rect l="textAreaLeft" t="textAreaTop" r="textAreaRight" b="textAreaBottom"/>
            <a:pathLst>
              <a:path w="622539" h="751297">
                <a:moveTo>
                  <a:pt x="311270" y="751297"/>
                </a:moveTo>
                <a:cubicBezTo>
                  <a:pt x="315645" y="385649"/>
                  <a:pt x="319395" y="381274"/>
                  <a:pt x="622539" y="375649"/>
                </a:cubicBezTo>
                <a:cubicBezTo>
                  <a:pt x="319395" y="370023"/>
                  <a:pt x="315645" y="366273"/>
                  <a:pt x="311270" y="0"/>
                </a:cubicBezTo>
                <a:cubicBezTo>
                  <a:pt x="306894" y="365648"/>
                  <a:pt x="303144" y="370023"/>
                  <a:pt x="0" y="375649"/>
                </a:cubicBezTo>
                <a:cubicBezTo>
                  <a:pt x="303144" y="381274"/>
                  <a:pt x="306894" y="385649"/>
                  <a:pt x="311270" y="751297"/>
                </a:cubicBezTo>
                <a:close/>
              </a:path>
            </a:pathLst>
          </a:custGeom>
          <a:solidFill>
            <a:schemeClr val="dk1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endParaRPr b="0" lang="en-US" sz="1800" strike="noStrike" u="none">
              <a:solidFill>
                <a:srgbClr val="000000"/>
              </a:solidFill>
              <a:effectLst/>
              <a:uFillTx/>
              <a:latin typeface="OpenSymbol"/>
            </a:endParaRPr>
          </a:p>
        </p:txBody>
      </p:sp>
    </p:spTree>
  </p:cSld>
</p:sldLayout>
</file>

<file path=ppt/slideLayouts/slideLayout1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CUSTOM_4_1"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96" name="Google Shape;386;p20" descr=""/>
          <p:cNvPicPr/>
          <p:nvPr/>
        </p:nvPicPr>
        <p:blipFill>
          <a:blip r:embed="rId2">
            <a:alphaModFix amt="30000"/>
          </a:blip>
          <a:stretch/>
        </p:blipFill>
        <p:spPr>
          <a:xfrm flipH="1">
            <a:off x="360" y="-3960"/>
            <a:ext cx="9143640" cy="515088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97" name="PlaceHolder 1"/>
          <p:cNvSpPr>
            <a:spLocks noGrp="1"/>
          </p:cNvSpPr>
          <p:nvPr>
            <p:ph type="title"/>
          </p:nvPr>
        </p:nvSpPr>
        <p:spPr>
          <a:xfrm>
            <a:off x="4035240" y="1804320"/>
            <a:ext cx="3593160" cy="638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b">
            <a:noAutofit/>
          </a:bodyPr>
          <a:p>
            <a:pPr indent="0">
              <a:buNone/>
            </a:pPr>
            <a:r>
              <a:rPr b="0" lang="fr-FR" sz="3500" strike="noStrike" u="none">
                <a:solidFill>
                  <a:schemeClr val="dk1"/>
                </a:solidFill>
                <a:effectLst/>
                <a:uFillTx/>
                <a:latin typeface="Arial"/>
              </a:rPr>
              <a:t>Click to edit the title text format</a:t>
            </a:r>
            <a:endParaRPr b="0" lang="fr-FR" sz="3500" strike="noStrike" u="non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198" name="Google Shape;389;p20"/>
          <p:cNvSpPr/>
          <p:nvPr/>
        </p:nvSpPr>
        <p:spPr>
          <a:xfrm>
            <a:off x="7963200" y="91440"/>
            <a:ext cx="2027880" cy="1997640"/>
          </a:xfrm>
          <a:custGeom>
            <a:avLst/>
            <a:gdLst>
              <a:gd name="textAreaLeft" fmla="*/ 0 w 2027880"/>
              <a:gd name="textAreaRight" fmla="*/ 2028240 w 2027880"/>
              <a:gd name="textAreaTop" fmla="*/ 0 h 1997640"/>
              <a:gd name="textAreaBottom" fmla="*/ 1998000 h 1997640"/>
            </a:gdLst>
            <a:ahLst/>
            <a:cxnLst/>
            <a:rect l="textAreaLeft" t="textAreaTop" r="textAreaRight" b="textAreaBottom"/>
            <a:pathLst>
              <a:path w="1973873" h="1944496">
                <a:moveTo>
                  <a:pt x="1330709" y="1944497"/>
                </a:moveTo>
                <a:lnTo>
                  <a:pt x="987562" y="1251328"/>
                </a:lnTo>
                <a:lnTo>
                  <a:pt x="644416" y="1944497"/>
                </a:lnTo>
                <a:lnTo>
                  <a:pt x="827552" y="1193200"/>
                </a:lnTo>
                <a:lnTo>
                  <a:pt x="119382" y="1503844"/>
                </a:lnTo>
                <a:lnTo>
                  <a:pt x="741922" y="1045691"/>
                </a:lnTo>
                <a:lnTo>
                  <a:pt x="0" y="828177"/>
                </a:lnTo>
                <a:lnTo>
                  <a:pt x="771298" y="877555"/>
                </a:lnTo>
                <a:lnTo>
                  <a:pt x="342521" y="234390"/>
                </a:lnTo>
                <a:lnTo>
                  <a:pt x="901932" y="768173"/>
                </a:lnTo>
                <a:lnTo>
                  <a:pt x="986937" y="0"/>
                </a:lnTo>
                <a:lnTo>
                  <a:pt x="1071942" y="768173"/>
                </a:lnTo>
                <a:lnTo>
                  <a:pt x="1631353" y="234390"/>
                </a:lnTo>
                <a:lnTo>
                  <a:pt x="1202576" y="877555"/>
                </a:lnTo>
                <a:lnTo>
                  <a:pt x="1973874" y="828177"/>
                </a:lnTo>
                <a:lnTo>
                  <a:pt x="1231953" y="1045691"/>
                </a:lnTo>
                <a:lnTo>
                  <a:pt x="1854491" y="1503844"/>
                </a:lnTo>
                <a:lnTo>
                  <a:pt x="1146322" y="1193200"/>
                </a:lnTo>
                <a:lnTo>
                  <a:pt x="1330709" y="1944497"/>
                </a:lnTo>
                <a:close/>
                <a:moveTo>
                  <a:pt x="987562" y="1234453"/>
                </a:moveTo>
                <a:lnTo>
                  <a:pt x="1306957" y="1879493"/>
                </a:lnTo>
                <a:lnTo>
                  <a:pt x="1136946" y="1180074"/>
                </a:lnTo>
                <a:lnTo>
                  <a:pt x="1795738" y="1468842"/>
                </a:lnTo>
                <a:lnTo>
                  <a:pt x="1216327" y="1042565"/>
                </a:lnTo>
                <a:lnTo>
                  <a:pt x="1223827" y="1040690"/>
                </a:lnTo>
                <a:lnTo>
                  <a:pt x="1906995" y="840678"/>
                </a:lnTo>
                <a:lnTo>
                  <a:pt x="1188825" y="886931"/>
                </a:lnTo>
                <a:lnTo>
                  <a:pt x="1587600" y="288143"/>
                </a:lnTo>
                <a:lnTo>
                  <a:pt x="1066942" y="785049"/>
                </a:lnTo>
                <a:lnTo>
                  <a:pt x="987562" y="69379"/>
                </a:lnTo>
                <a:lnTo>
                  <a:pt x="908182" y="784424"/>
                </a:lnTo>
                <a:lnTo>
                  <a:pt x="387524" y="287518"/>
                </a:lnTo>
                <a:lnTo>
                  <a:pt x="786299" y="886306"/>
                </a:lnTo>
                <a:lnTo>
                  <a:pt x="778799" y="885680"/>
                </a:lnTo>
                <a:lnTo>
                  <a:pt x="68754" y="840053"/>
                </a:lnTo>
                <a:lnTo>
                  <a:pt x="758798" y="1042565"/>
                </a:lnTo>
                <a:lnTo>
                  <a:pt x="752547" y="1046941"/>
                </a:lnTo>
                <a:lnTo>
                  <a:pt x="179386" y="1468842"/>
                </a:lnTo>
                <a:lnTo>
                  <a:pt x="838178" y="1180074"/>
                </a:lnTo>
                <a:lnTo>
                  <a:pt x="668167" y="1879493"/>
                </a:lnTo>
                <a:lnTo>
                  <a:pt x="987562" y="1234453"/>
                </a:lnTo>
                <a:close/>
              </a:path>
            </a:pathLst>
          </a:custGeom>
          <a:solidFill>
            <a:schemeClr val="dk1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endParaRPr b="0" lang="en-US" sz="1800" strike="noStrike" u="none">
              <a:solidFill>
                <a:srgbClr val="000000"/>
              </a:solidFill>
              <a:effectLst/>
              <a:uFillTx/>
              <a:latin typeface="OpenSymbol"/>
            </a:endParaRPr>
          </a:p>
        </p:txBody>
      </p:sp>
      <p:grpSp>
        <p:nvGrpSpPr>
          <p:cNvPr id="199" name="Google Shape;390;p20"/>
          <p:cNvGrpSpPr/>
          <p:nvPr/>
        </p:nvGrpSpPr>
        <p:grpSpPr>
          <a:xfrm>
            <a:off x="402120" y="1106640"/>
            <a:ext cx="499320" cy="499320"/>
            <a:chOff x="402120" y="1106640"/>
            <a:chExt cx="499320" cy="499320"/>
          </a:xfrm>
        </p:grpSpPr>
        <p:sp>
          <p:nvSpPr>
            <p:cNvPr id="200" name="Google Shape;391;p20"/>
            <p:cNvSpPr/>
            <p:nvPr/>
          </p:nvSpPr>
          <p:spPr>
            <a:xfrm>
              <a:off x="678960" y="1344960"/>
              <a:ext cx="222480" cy="23040"/>
            </a:xfrm>
            <a:custGeom>
              <a:avLst/>
              <a:gdLst>
                <a:gd name="textAreaLeft" fmla="*/ 0 w 222480"/>
                <a:gd name="textAreaRight" fmla="*/ 222840 w 222480"/>
                <a:gd name="textAreaTop" fmla="*/ 0 h 23040"/>
                <a:gd name="textAreaBottom" fmla="*/ 23400 h 23040"/>
              </a:gdLst>
              <a:ahLst/>
              <a:cxnLst/>
              <a:rect l="textAreaLeft" t="textAreaTop" r="textAreaRight" b="textAreaBottom"/>
              <a:pathLst>
                <a:path w="517688" h="54004">
                  <a:moveTo>
                    <a:pt x="510657" y="19502"/>
                  </a:moveTo>
                  <a:cubicBezTo>
                    <a:pt x="238140" y="-1125"/>
                    <a:pt x="83755" y="-14250"/>
                    <a:pt x="0" y="27002"/>
                  </a:cubicBezTo>
                  <a:cubicBezTo>
                    <a:pt x="83755" y="68255"/>
                    <a:pt x="238140" y="55129"/>
                    <a:pt x="510657" y="34503"/>
                  </a:cubicBezTo>
                  <a:cubicBezTo>
                    <a:pt x="520033" y="33877"/>
                    <a:pt x="520033" y="20127"/>
                    <a:pt x="510657" y="19502"/>
                  </a:cubicBezTo>
                  <a:close/>
                </a:path>
              </a:pathLst>
            </a:custGeom>
            <a:solidFill>
              <a:schemeClr val="accent4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11520" bIns="1152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201" name="Google Shape;392;p20"/>
            <p:cNvSpPr/>
            <p:nvPr/>
          </p:nvSpPr>
          <p:spPr>
            <a:xfrm>
              <a:off x="640440" y="1383480"/>
              <a:ext cx="22680" cy="222480"/>
            </a:xfrm>
            <a:custGeom>
              <a:avLst/>
              <a:gdLst>
                <a:gd name="textAreaLeft" fmla="*/ 0 w 22680"/>
                <a:gd name="textAreaRight" fmla="*/ 23040 w 22680"/>
                <a:gd name="textAreaTop" fmla="*/ 0 h 222480"/>
                <a:gd name="textAreaBottom" fmla="*/ 222840 h 222480"/>
              </a:gdLst>
              <a:ahLst/>
              <a:cxnLst/>
              <a:rect l="textAreaLeft" t="textAreaTop" r="textAreaRight" b="textAreaBottom"/>
              <a:pathLst>
                <a:path w="53781" h="517688">
                  <a:moveTo>
                    <a:pt x="19279" y="510657"/>
                  </a:moveTo>
                  <a:cubicBezTo>
                    <a:pt x="19904" y="520033"/>
                    <a:pt x="33655" y="520033"/>
                    <a:pt x="34280" y="510657"/>
                  </a:cubicBezTo>
                  <a:cubicBezTo>
                    <a:pt x="54906" y="238140"/>
                    <a:pt x="68032" y="83755"/>
                    <a:pt x="26779" y="0"/>
                  </a:cubicBezTo>
                  <a:cubicBezTo>
                    <a:pt x="-14473" y="83755"/>
                    <a:pt x="-722" y="238140"/>
                    <a:pt x="19279" y="510657"/>
                  </a:cubicBezTo>
                  <a:close/>
                </a:path>
              </a:pathLst>
            </a:custGeom>
            <a:solidFill>
              <a:schemeClr val="accent4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202" name="Google Shape;393;p20"/>
            <p:cNvSpPr/>
            <p:nvPr/>
          </p:nvSpPr>
          <p:spPr>
            <a:xfrm>
              <a:off x="402120" y="1344960"/>
              <a:ext cx="222480" cy="23040"/>
            </a:xfrm>
            <a:custGeom>
              <a:avLst/>
              <a:gdLst>
                <a:gd name="textAreaLeft" fmla="*/ 0 w 222480"/>
                <a:gd name="textAreaRight" fmla="*/ 222840 w 222480"/>
                <a:gd name="textAreaTop" fmla="*/ 0 h 23040"/>
                <a:gd name="textAreaBottom" fmla="*/ 23400 h 23040"/>
              </a:gdLst>
              <a:ahLst/>
              <a:cxnLst/>
              <a:rect l="textAreaLeft" t="textAreaTop" r="textAreaRight" b="textAreaBottom"/>
              <a:pathLst>
                <a:path w="517688" h="54004">
                  <a:moveTo>
                    <a:pt x="7032" y="19502"/>
                  </a:moveTo>
                  <a:cubicBezTo>
                    <a:pt x="-2344" y="20127"/>
                    <a:pt x="-2344" y="33877"/>
                    <a:pt x="7032" y="34503"/>
                  </a:cubicBezTo>
                  <a:cubicBezTo>
                    <a:pt x="279549" y="55129"/>
                    <a:pt x="433934" y="68255"/>
                    <a:pt x="517689" y="27002"/>
                  </a:cubicBezTo>
                  <a:cubicBezTo>
                    <a:pt x="433934" y="-14250"/>
                    <a:pt x="280174" y="-1125"/>
                    <a:pt x="7032" y="19502"/>
                  </a:cubicBezTo>
                  <a:close/>
                </a:path>
              </a:pathLst>
            </a:custGeom>
            <a:solidFill>
              <a:schemeClr val="accent4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11520" bIns="1152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203" name="Google Shape;394;p20"/>
            <p:cNvSpPr/>
            <p:nvPr/>
          </p:nvSpPr>
          <p:spPr>
            <a:xfrm>
              <a:off x="640440" y="1106640"/>
              <a:ext cx="23040" cy="222480"/>
            </a:xfrm>
            <a:custGeom>
              <a:avLst/>
              <a:gdLst>
                <a:gd name="textAreaLeft" fmla="*/ 0 w 23040"/>
                <a:gd name="textAreaRight" fmla="*/ 23400 w 23040"/>
                <a:gd name="textAreaTop" fmla="*/ 0 h 222480"/>
                <a:gd name="textAreaBottom" fmla="*/ 222840 h 222480"/>
              </a:gdLst>
              <a:ahLst/>
              <a:cxnLst/>
              <a:rect l="textAreaLeft" t="textAreaTop" r="textAreaRight" b="textAreaBottom"/>
              <a:pathLst>
                <a:path w="54004" h="517688">
                  <a:moveTo>
                    <a:pt x="34503" y="7032"/>
                  </a:moveTo>
                  <a:cubicBezTo>
                    <a:pt x="33878" y="-2344"/>
                    <a:pt x="20127" y="-2344"/>
                    <a:pt x="19502" y="7032"/>
                  </a:cubicBezTo>
                  <a:cubicBezTo>
                    <a:pt x="-1125" y="279549"/>
                    <a:pt x="-14250" y="433933"/>
                    <a:pt x="27002" y="517689"/>
                  </a:cubicBezTo>
                  <a:cubicBezTo>
                    <a:pt x="68255" y="433933"/>
                    <a:pt x="55129" y="279549"/>
                    <a:pt x="34503" y="7032"/>
                  </a:cubicBezTo>
                  <a:close/>
                </a:path>
              </a:pathLst>
            </a:custGeom>
            <a:solidFill>
              <a:schemeClr val="accent4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204" name="Google Shape;395;p20"/>
            <p:cNvSpPr/>
            <p:nvPr/>
          </p:nvSpPr>
          <p:spPr>
            <a:xfrm>
              <a:off x="671040" y="1179000"/>
              <a:ext cx="158040" cy="158040"/>
            </a:xfrm>
            <a:custGeom>
              <a:avLst/>
              <a:gdLst>
                <a:gd name="textAreaLeft" fmla="*/ 0 w 158040"/>
                <a:gd name="textAreaRight" fmla="*/ 158400 w 158040"/>
                <a:gd name="textAreaTop" fmla="*/ 0 h 158040"/>
                <a:gd name="textAreaBottom" fmla="*/ 158400 h 158040"/>
              </a:gdLst>
              <a:ahLst/>
              <a:cxnLst/>
              <a:rect l="textAreaLeft" t="textAreaTop" r="textAreaRight" b="textAreaBottom"/>
              <a:pathLst>
                <a:path w="368244" h="367995">
                  <a:moveTo>
                    <a:pt x="366273" y="12348"/>
                  </a:moveTo>
                  <a:cubicBezTo>
                    <a:pt x="372523" y="5472"/>
                    <a:pt x="362523" y="-3903"/>
                    <a:pt x="355647" y="1722"/>
                  </a:cubicBezTo>
                  <a:cubicBezTo>
                    <a:pt x="148759" y="179858"/>
                    <a:pt x="30002" y="279240"/>
                    <a:pt x="0" y="367995"/>
                  </a:cubicBezTo>
                  <a:cubicBezTo>
                    <a:pt x="88755" y="337368"/>
                    <a:pt x="188137" y="219236"/>
                    <a:pt x="366273" y="12348"/>
                  </a:cubicBezTo>
                  <a:close/>
                </a:path>
              </a:pathLst>
            </a:custGeom>
            <a:solidFill>
              <a:schemeClr val="accent4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205" name="Google Shape;396;p20"/>
            <p:cNvSpPr/>
            <p:nvPr/>
          </p:nvSpPr>
          <p:spPr>
            <a:xfrm>
              <a:off x="624600" y="1329840"/>
              <a:ext cx="54000" cy="54000"/>
            </a:xfrm>
            <a:custGeom>
              <a:avLst/>
              <a:gdLst>
                <a:gd name="textAreaLeft" fmla="*/ 0 w 54000"/>
                <a:gd name="textAreaRight" fmla="*/ 54360 w 54000"/>
                <a:gd name="textAreaTop" fmla="*/ 0 h 54000"/>
                <a:gd name="textAreaBottom" fmla="*/ 54360 h 54000"/>
              </a:gdLst>
              <a:ahLst/>
              <a:cxnLst/>
              <a:rect l="textAreaLeft" t="textAreaTop" r="textAreaRight" b="textAreaBottom"/>
              <a:pathLst>
                <a:path w="126258" h="126258">
                  <a:moveTo>
                    <a:pt x="108132" y="18126"/>
                  </a:moveTo>
                  <a:cubicBezTo>
                    <a:pt x="98131" y="21251"/>
                    <a:pt x="88756" y="23751"/>
                    <a:pt x="78755" y="25002"/>
                  </a:cubicBezTo>
                  <a:cubicBezTo>
                    <a:pt x="73130" y="17501"/>
                    <a:pt x="67504" y="9376"/>
                    <a:pt x="63129" y="0"/>
                  </a:cubicBezTo>
                  <a:cubicBezTo>
                    <a:pt x="58753" y="9376"/>
                    <a:pt x="53753" y="17501"/>
                    <a:pt x="47503" y="25002"/>
                  </a:cubicBezTo>
                  <a:cubicBezTo>
                    <a:pt x="38127" y="23751"/>
                    <a:pt x="28127" y="21251"/>
                    <a:pt x="18126" y="18126"/>
                  </a:cubicBezTo>
                  <a:cubicBezTo>
                    <a:pt x="21251" y="28127"/>
                    <a:pt x="23751" y="37502"/>
                    <a:pt x="25002" y="47503"/>
                  </a:cubicBezTo>
                  <a:cubicBezTo>
                    <a:pt x="17501" y="53128"/>
                    <a:pt x="9376" y="58754"/>
                    <a:pt x="0" y="63129"/>
                  </a:cubicBezTo>
                  <a:cubicBezTo>
                    <a:pt x="9376" y="67504"/>
                    <a:pt x="17501" y="72504"/>
                    <a:pt x="25002" y="78755"/>
                  </a:cubicBezTo>
                  <a:cubicBezTo>
                    <a:pt x="23751" y="88130"/>
                    <a:pt x="21251" y="98131"/>
                    <a:pt x="18126" y="108132"/>
                  </a:cubicBezTo>
                  <a:cubicBezTo>
                    <a:pt x="28127" y="105007"/>
                    <a:pt x="37502" y="102507"/>
                    <a:pt x="47503" y="101256"/>
                  </a:cubicBezTo>
                  <a:cubicBezTo>
                    <a:pt x="53128" y="108757"/>
                    <a:pt x="58753" y="116882"/>
                    <a:pt x="63129" y="126258"/>
                  </a:cubicBezTo>
                  <a:cubicBezTo>
                    <a:pt x="67504" y="116882"/>
                    <a:pt x="72504" y="108757"/>
                    <a:pt x="78755" y="101256"/>
                  </a:cubicBezTo>
                  <a:cubicBezTo>
                    <a:pt x="88130" y="102507"/>
                    <a:pt x="98131" y="105007"/>
                    <a:pt x="108132" y="108132"/>
                  </a:cubicBezTo>
                  <a:cubicBezTo>
                    <a:pt x="105007" y="98131"/>
                    <a:pt x="102506" y="88756"/>
                    <a:pt x="101256" y="78755"/>
                  </a:cubicBezTo>
                  <a:cubicBezTo>
                    <a:pt x="108757" y="73130"/>
                    <a:pt x="116882" y="67504"/>
                    <a:pt x="126258" y="63129"/>
                  </a:cubicBezTo>
                  <a:cubicBezTo>
                    <a:pt x="116882" y="58754"/>
                    <a:pt x="108757" y="53753"/>
                    <a:pt x="101256" y="47503"/>
                  </a:cubicBezTo>
                  <a:cubicBezTo>
                    <a:pt x="101881" y="37502"/>
                    <a:pt x="104382" y="27502"/>
                    <a:pt x="108132" y="18126"/>
                  </a:cubicBezTo>
                  <a:close/>
                </a:path>
              </a:pathLst>
            </a:custGeom>
            <a:solidFill>
              <a:schemeClr val="accent4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27000" bIns="2700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206" name="Google Shape;397;p20"/>
            <p:cNvSpPr/>
            <p:nvPr/>
          </p:nvSpPr>
          <p:spPr>
            <a:xfrm>
              <a:off x="671040" y="1375560"/>
              <a:ext cx="158040" cy="158040"/>
            </a:xfrm>
            <a:custGeom>
              <a:avLst/>
              <a:gdLst>
                <a:gd name="textAreaLeft" fmla="*/ 0 w 158040"/>
                <a:gd name="textAreaRight" fmla="*/ 158400 w 158040"/>
                <a:gd name="textAreaTop" fmla="*/ 0 h 158040"/>
                <a:gd name="textAreaBottom" fmla="*/ 158400 h 158040"/>
              </a:gdLst>
              <a:ahLst/>
              <a:cxnLst/>
              <a:rect l="textAreaLeft" t="textAreaTop" r="textAreaRight" b="textAreaBottom"/>
              <a:pathLst>
                <a:path w="367994" h="368245">
                  <a:moveTo>
                    <a:pt x="355647" y="366273"/>
                  </a:moveTo>
                  <a:cubicBezTo>
                    <a:pt x="362523" y="372524"/>
                    <a:pt x="371898" y="362523"/>
                    <a:pt x="366273" y="355648"/>
                  </a:cubicBezTo>
                  <a:cubicBezTo>
                    <a:pt x="188137" y="148760"/>
                    <a:pt x="88755" y="30002"/>
                    <a:pt x="0" y="0"/>
                  </a:cubicBezTo>
                  <a:cubicBezTo>
                    <a:pt x="30627" y="88131"/>
                    <a:pt x="148759" y="188137"/>
                    <a:pt x="355647" y="366273"/>
                  </a:cubicBezTo>
                  <a:close/>
                </a:path>
              </a:pathLst>
            </a:custGeom>
            <a:solidFill>
              <a:schemeClr val="accent4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207" name="Google Shape;398;p20"/>
            <p:cNvSpPr/>
            <p:nvPr/>
          </p:nvSpPr>
          <p:spPr>
            <a:xfrm>
              <a:off x="474120" y="1375560"/>
              <a:ext cx="158040" cy="158040"/>
            </a:xfrm>
            <a:custGeom>
              <a:avLst/>
              <a:gdLst>
                <a:gd name="textAreaLeft" fmla="*/ 0 w 158040"/>
                <a:gd name="textAreaRight" fmla="*/ 158400 w 158040"/>
                <a:gd name="textAreaTop" fmla="*/ 0 h 158040"/>
                <a:gd name="textAreaBottom" fmla="*/ 158400 h 158040"/>
              </a:gdLst>
              <a:ahLst/>
              <a:cxnLst/>
              <a:rect l="textAreaLeft" t="textAreaTop" r="textAreaRight" b="textAreaBottom"/>
              <a:pathLst>
                <a:path w="368245" h="367995">
                  <a:moveTo>
                    <a:pt x="1972" y="355648"/>
                  </a:moveTo>
                  <a:cubicBezTo>
                    <a:pt x="-4278" y="362523"/>
                    <a:pt x="5722" y="371898"/>
                    <a:pt x="12598" y="366273"/>
                  </a:cubicBezTo>
                  <a:cubicBezTo>
                    <a:pt x="219486" y="188137"/>
                    <a:pt x="338243" y="88756"/>
                    <a:pt x="368245" y="0"/>
                  </a:cubicBezTo>
                  <a:cubicBezTo>
                    <a:pt x="280114" y="30002"/>
                    <a:pt x="180108" y="148760"/>
                    <a:pt x="1972" y="355648"/>
                  </a:cubicBezTo>
                  <a:close/>
                </a:path>
              </a:pathLst>
            </a:custGeom>
            <a:solidFill>
              <a:schemeClr val="accent4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208" name="Google Shape;399;p20"/>
            <p:cNvSpPr/>
            <p:nvPr/>
          </p:nvSpPr>
          <p:spPr>
            <a:xfrm>
              <a:off x="474480" y="1179000"/>
              <a:ext cx="158040" cy="158040"/>
            </a:xfrm>
            <a:custGeom>
              <a:avLst/>
              <a:gdLst>
                <a:gd name="textAreaLeft" fmla="*/ 0 w 158040"/>
                <a:gd name="textAreaRight" fmla="*/ 158400 w 158040"/>
                <a:gd name="textAreaTop" fmla="*/ 0 h 158040"/>
                <a:gd name="textAreaBottom" fmla="*/ 158400 h 158040"/>
              </a:gdLst>
              <a:ahLst/>
              <a:cxnLst/>
              <a:rect l="textAreaLeft" t="textAreaTop" r="textAreaRight" b="textAreaBottom"/>
              <a:pathLst>
                <a:path w="367995" h="368245">
                  <a:moveTo>
                    <a:pt x="12348" y="1972"/>
                  </a:moveTo>
                  <a:cubicBezTo>
                    <a:pt x="5472" y="-4278"/>
                    <a:pt x="-3903" y="5722"/>
                    <a:pt x="1722" y="12598"/>
                  </a:cubicBezTo>
                  <a:cubicBezTo>
                    <a:pt x="179858" y="219486"/>
                    <a:pt x="279240" y="338243"/>
                    <a:pt x="367995" y="368245"/>
                  </a:cubicBezTo>
                  <a:cubicBezTo>
                    <a:pt x="337993" y="279490"/>
                    <a:pt x="219861" y="180108"/>
                    <a:pt x="12348" y="1972"/>
                  </a:cubicBezTo>
                  <a:close/>
                </a:path>
              </a:pathLst>
            </a:custGeom>
            <a:solidFill>
              <a:schemeClr val="accent4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</p:grpSp>
      <p:sp>
        <p:nvSpPr>
          <p:cNvPr id="209" name="Google Shape;400;p20"/>
          <p:cNvSpPr/>
          <p:nvPr/>
        </p:nvSpPr>
        <p:spPr>
          <a:xfrm>
            <a:off x="8181000" y="2270160"/>
            <a:ext cx="499320" cy="602640"/>
          </a:xfrm>
          <a:custGeom>
            <a:avLst/>
            <a:gdLst>
              <a:gd name="textAreaLeft" fmla="*/ 0 w 499320"/>
              <a:gd name="textAreaRight" fmla="*/ 499680 w 499320"/>
              <a:gd name="textAreaTop" fmla="*/ 0 h 602640"/>
              <a:gd name="textAreaBottom" fmla="*/ 603000 h 602640"/>
            </a:gdLst>
            <a:ahLst/>
            <a:cxnLst/>
            <a:rect l="textAreaLeft" t="textAreaTop" r="textAreaRight" b="textAreaBottom"/>
            <a:pathLst>
              <a:path w="622539" h="751297">
                <a:moveTo>
                  <a:pt x="311270" y="751297"/>
                </a:moveTo>
                <a:cubicBezTo>
                  <a:pt x="315645" y="385649"/>
                  <a:pt x="319395" y="381274"/>
                  <a:pt x="622539" y="375649"/>
                </a:cubicBezTo>
                <a:cubicBezTo>
                  <a:pt x="319395" y="370023"/>
                  <a:pt x="315645" y="366273"/>
                  <a:pt x="311270" y="0"/>
                </a:cubicBezTo>
                <a:cubicBezTo>
                  <a:pt x="306894" y="365648"/>
                  <a:pt x="303144" y="370023"/>
                  <a:pt x="0" y="375649"/>
                </a:cubicBezTo>
                <a:cubicBezTo>
                  <a:pt x="303144" y="381274"/>
                  <a:pt x="306894" y="385649"/>
                  <a:pt x="311270" y="751297"/>
                </a:cubicBezTo>
                <a:close/>
              </a:path>
            </a:pathLst>
          </a:custGeom>
          <a:solidFill>
            <a:schemeClr val="dk1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endParaRPr b="0" lang="en-US" sz="1800" strike="noStrike" u="none">
              <a:solidFill>
                <a:srgbClr val="000000"/>
              </a:solidFill>
              <a:effectLst/>
              <a:uFillTx/>
              <a:latin typeface="OpenSymbol"/>
            </a:endParaRPr>
          </a:p>
        </p:txBody>
      </p:sp>
      <p:sp>
        <p:nvSpPr>
          <p:cNvPr id="210" name="Google Shape;401;p20"/>
          <p:cNvSpPr/>
          <p:nvPr/>
        </p:nvSpPr>
        <p:spPr>
          <a:xfrm>
            <a:off x="463320" y="3907800"/>
            <a:ext cx="499320" cy="602640"/>
          </a:xfrm>
          <a:custGeom>
            <a:avLst/>
            <a:gdLst>
              <a:gd name="textAreaLeft" fmla="*/ 0 w 499320"/>
              <a:gd name="textAreaRight" fmla="*/ 499680 w 499320"/>
              <a:gd name="textAreaTop" fmla="*/ 0 h 602640"/>
              <a:gd name="textAreaBottom" fmla="*/ 603000 h 602640"/>
            </a:gdLst>
            <a:ahLst/>
            <a:cxnLst/>
            <a:rect l="textAreaLeft" t="textAreaTop" r="textAreaRight" b="textAreaBottom"/>
            <a:pathLst>
              <a:path w="622539" h="751297">
                <a:moveTo>
                  <a:pt x="311270" y="751297"/>
                </a:moveTo>
                <a:cubicBezTo>
                  <a:pt x="315645" y="385649"/>
                  <a:pt x="319395" y="381274"/>
                  <a:pt x="622539" y="375649"/>
                </a:cubicBezTo>
                <a:cubicBezTo>
                  <a:pt x="319395" y="370023"/>
                  <a:pt x="315645" y="366273"/>
                  <a:pt x="311270" y="0"/>
                </a:cubicBezTo>
                <a:cubicBezTo>
                  <a:pt x="306894" y="365648"/>
                  <a:pt x="303144" y="370023"/>
                  <a:pt x="0" y="375649"/>
                </a:cubicBezTo>
                <a:cubicBezTo>
                  <a:pt x="303144" y="381274"/>
                  <a:pt x="306894" y="385649"/>
                  <a:pt x="311270" y="751297"/>
                </a:cubicBezTo>
                <a:close/>
              </a:path>
            </a:pathLst>
          </a:custGeom>
          <a:solidFill>
            <a:schemeClr val="dk1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endParaRPr b="0" lang="en-US" sz="1800" strike="noStrike" u="none">
              <a:solidFill>
                <a:srgbClr val="000000"/>
              </a:solidFill>
              <a:effectLst/>
              <a:uFillTx/>
              <a:latin typeface="OpenSymbol"/>
            </a:endParaRPr>
          </a:p>
        </p:txBody>
      </p:sp>
    </p:spTree>
  </p:cSld>
</p:sldLayout>
</file>

<file path=ppt/slideLayouts/slideLayout1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TITLE_AND_TWO_COLUMNS_1_1"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88" name="Google Shape;445;p23" descr=""/>
          <p:cNvPicPr/>
          <p:nvPr/>
        </p:nvPicPr>
        <p:blipFill>
          <a:blip r:embed="rId2">
            <a:alphaModFix amt="30000"/>
          </a:blip>
          <a:stretch/>
        </p:blipFill>
        <p:spPr>
          <a:xfrm flipH="1" rot="10800000">
            <a:off x="0" y="-3600"/>
            <a:ext cx="9143640" cy="515088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289" name="PlaceHolder 1"/>
          <p:cNvSpPr>
            <a:spLocks noGrp="1"/>
          </p:cNvSpPr>
          <p:nvPr>
            <p:ph type="title"/>
          </p:nvPr>
        </p:nvSpPr>
        <p:spPr>
          <a:xfrm>
            <a:off x="720000" y="444960"/>
            <a:ext cx="7703640" cy="5724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t">
            <a:noAutofit/>
          </a:bodyPr>
          <a:p>
            <a:pPr indent="0">
              <a:buNone/>
            </a:pPr>
            <a:r>
              <a:rPr b="0" lang="fr-FR" sz="3500" strike="noStrike" u="none">
                <a:solidFill>
                  <a:schemeClr val="dk1"/>
                </a:solidFill>
                <a:effectLst/>
                <a:uFillTx/>
                <a:latin typeface="Arial"/>
              </a:rPr>
              <a:t>Click to edit the title text format</a:t>
            </a:r>
            <a:endParaRPr b="0" lang="fr-FR" sz="3500" strike="noStrike" u="non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grpSp>
        <p:nvGrpSpPr>
          <p:cNvPr id="290" name="Google Shape;449;p23"/>
          <p:cNvGrpSpPr/>
          <p:nvPr/>
        </p:nvGrpSpPr>
        <p:grpSpPr>
          <a:xfrm>
            <a:off x="7660080" y="3790440"/>
            <a:ext cx="2190960" cy="2190960"/>
            <a:chOff x="7660080" y="3790440"/>
            <a:chExt cx="2190960" cy="2190960"/>
          </a:xfrm>
        </p:grpSpPr>
        <p:sp>
          <p:nvSpPr>
            <p:cNvPr id="291" name="Google Shape;450;p23"/>
            <p:cNvSpPr/>
            <p:nvPr/>
          </p:nvSpPr>
          <p:spPr>
            <a:xfrm rot="1588200">
              <a:off x="7669800" y="4554000"/>
              <a:ext cx="1050840" cy="105480"/>
            </a:xfrm>
            <a:custGeom>
              <a:avLst/>
              <a:gdLst>
                <a:gd name="textAreaLeft" fmla="*/ 0 w 1050840"/>
                <a:gd name="textAreaRight" fmla="*/ 1051200 w 1050840"/>
                <a:gd name="textAreaTop" fmla="*/ 0 h 105480"/>
                <a:gd name="textAreaBottom" fmla="*/ 105840 h 105480"/>
              </a:gdLst>
              <a:ahLst/>
              <a:cxnLst/>
              <a:rect l="textAreaLeft" t="textAreaTop" r="textAreaRight" b="textAreaBottom"/>
              <a:pathLst>
                <a:path w="1575723" h="158763">
                  <a:moveTo>
                    <a:pt x="1099444" y="158764"/>
                  </a:moveTo>
                  <a:cubicBezTo>
                    <a:pt x="888806" y="158764"/>
                    <a:pt x="617539" y="138137"/>
                    <a:pt x="266891" y="111886"/>
                  </a:cubicBezTo>
                  <a:cubicBezTo>
                    <a:pt x="186262" y="105635"/>
                    <a:pt x="101881" y="99385"/>
                    <a:pt x="12501" y="93135"/>
                  </a:cubicBezTo>
                  <a:cubicBezTo>
                    <a:pt x="5000" y="92510"/>
                    <a:pt x="0" y="86884"/>
                    <a:pt x="0" y="79384"/>
                  </a:cubicBezTo>
                  <a:cubicBezTo>
                    <a:pt x="0" y="71883"/>
                    <a:pt x="5000" y="66258"/>
                    <a:pt x="12501" y="65633"/>
                  </a:cubicBezTo>
                  <a:cubicBezTo>
                    <a:pt x="101256" y="59382"/>
                    <a:pt x="186262" y="52507"/>
                    <a:pt x="266891" y="46882"/>
                  </a:cubicBezTo>
                  <a:cubicBezTo>
                    <a:pt x="961936" y="-5622"/>
                    <a:pt x="1344459" y="-34374"/>
                    <a:pt x="1562598" y="73133"/>
                  </a:cubicBezTo>
                  <a:lnTo>
                    <a:pt x="1575724" y="79384"/>
                  </a:lnTo>
                  <a:lnTo>
                    <a:pt x="1562598" y="85634"/>
                  </a:lnTo>
                  <a:cubicBezTo>
                    <a:pt x="1454466" y="138762"/>
                    <a:pt x="1306332" y="158764"/>
                    <a:pt x="1099444" y="158764"/>
                  </a:cubicBezTo>
                  <a:close/>
                  <a:moveTo>
                    <a:pt x="23751" y="79384"/>
                  </a:moveTo>
                  <a:cubicBezTo>
                    <a:pt x="108757" y="85634"/>
                    <a:pt x="190012" y="91884"/>
                    <a:pt x="268142" y="97510"/>
                  </a:cubicBezTo>
                  <a:cubicBezTo>
                    <a:pt x="946310" y="148763"/>
                    <a:pt x="1326333" y="177515"/>
                    <a:pt x="1543222" y="79384"/>
                  </a:cubicBezTo>
                  <a:cubicBezTo>
                    <a:pt x="1326333" y="-18748"/>
                    <a:pt x="946935" y="10004"/>
                    <a:pt x="268767" y="61258"/>
                  </a:cubicBezTo>
                  <a:cubicBezTo>
                    <a:pt x="190637" y="66883"/>
                    <a:pt x="109382" y="73133"/>
                    <a:pt x="23751" y="79384"/>
                  </a:cubicBezTo>
                  <a:close/>
                </a:path>
              </a:pathLst>
            </a:custGeom>
            <a:solidFill>
              <a:srgbClr val="efefef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292" name="Google Shape;451;p23"/>
            <p:cNvSpPr/>
            <p:nvPr/>
          </p:nvSpPr>
          <p:spPr>
            <a:xfrm rot="1588200">
              <a:off x="8982000" y="3799440"/>
              <a:ext cx="105480" cy="1050840"/>
            </a:xfrm>
            <a:custGeom>
              <a:avLst/>
              <a:gdLst>
                <a:gd name="textAreaLeft" fmla="*/ 0 w 105480"/>
                <a:gd name="textAreaRight" fmla="*/ 105840 w 105480"/>
                <a:gd name="textAreaTop" fmla="*/ 0 h 1050840"/>
                <a:gd name="textAreaBottom" fmla="*/ 1051200 h 1050840"/>
              </a:gdLst>
              <a:ahLst/>
              <a:cxnLst/>
              <a:rect l="textAreaLeft" t="textAreaTop" r="textAreaRight" b="textAreaBottom"/>
              <a:pathLst>
                <a:path w="158767" h="1575723">
                  <a:moveTo>
                    <a:pt x="79383" y="1575724"/>
                  </a:moveTo>
                  <a:lnTo>
                    <a:pt x="73133" y="1562598"/>
                  </a:lnTo>
                  <a:cubicBezTo>
                    <a:pt x="-34373" y="1344459"/>
                    <a:pt x="-5622" y="961935"/>
                    <a:pt x="46882" y="266892"/>
                  </a:cubicBezTo>
                  <a:cubicBezTo>
                    <a:pt x="53132" y="186262"/>
                    <a:pt x="59382" y="101256"/>
                    <a:pt x="65633" y="12501"/>
                  </a:cubicBezTo>
                  <a:lnTo>
                    <a:pt x="65633" y="12501"/>
                  </a:lnTo>
                  <a:cubicBezTo>
                    <a:pt x="66258" y="5000"/>
                    <a:pt x="71883" y="0"/>
                    <a:pt x="79383" y="0"/>
                  </a:cubicBezTo>
                  <a:cubicBezTo>
                    <a:pt x="79383" y="0"/>
                    <a:pt x="79383" y="0"/>
                    <a:pt x="79383" y="0"/>
                  </a:cubicBezTo>
                  <a:cubicBezTo>
                    <a:pt x="86884" y="0"/>
                    <a:pt x="92509" y="5000"/>
                    <a:pt x="93135" y="12501"/>
                  </a:cubicBezTo>
                  <a:cubicBezTo>
                    <a:pt x="99385" y="101881"/>
                    <a:pt x="106260" y="186262"/>
                    <a:pt x="111886" y="266892"/>
                  </a:cubicBezTo>
                  <a:cubicBezTo>
                    <a:pt x="164389" y="961935"/>
                    <a:pt x="193141" y="1344459"/>
                    <a:pt x="85634" y="1561973"/>
                  </a:cubicBezTo>
                  <a:lnTo>
                    <a:pt x="79383" y="1575724"/>
                  </a:lnTo>
                  <a:close/>
                  <a:moveTo>
                    <a:pt x="79383" y="24377"/>
                  </a:moveTo>
                  <a:cubicBezTo>
                    <a:pt x="73133" y="110007"/>
                    <a:pt x="66883" y="191262"/>
                    <a:pt x="61257" y="268767"/>
                  </a:cubicBezTo>
                  <a:cubicBezTo>
                    <a:pt x="10004" y="946934"/>
                    <a:pt x="-18747" y="1326333"/>
                    <a:pt x="79383" y="1543222"/>
                  </a:cubicBezTo>
                  <a:cubicBezTo>
                    <a:pt x="177515" y="1326333"/>
                    <a:pt x="148763" y="946934"/>
                    <a:pt x="97510" y="268767"/>
                  </a:cubicBezTo>
                  <a:cubicBezTo>
                    <a:pt x="91884" y="191262"/>
                    <a:pt x="85634" y="109382"/>
                    <a:pt x="79383" y="24377"/>
                  </a:cubicBezTo>
                  <a:close/>
                </a:path>
              </a:pathLst>
            </a:custGeom>
            <a:solidFill>
              <a:srgbClr val="efefef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293" name="Google Shape;452;p23"/>
            <p:cNvSpPr/>
            <p:nvPr/>
          </p:nvSpPr>
          <p:spPr>
            <a:xfrm rot="1588200">
              <a:off x="8424000" y="4920480"/>
              <a:ext cx="105480" cy="1050840"/>
            </a:xfrm>
            <a:custGeom>
              <a:avLst/>
              <a:gdLst>
                <a:gd name="textAreaLeft" fmla="*/ 0 w 105480"/>
                <a:gd name="textAreaRight" fmla="*/ 105840 w 105480"/>
                <a:gd name="textAreaTop" fmla="*/ 0 h 1050840"/>
                <a:gd name="textAreaBottom" fmla="*/ 1051200 h 1050840"/>
              </a:gdLst>
              <a:ahLst/>
              <a:cxnLst/>
              <a:rect l="textAreaLeft" t="textAreaTop" r="textAreaRight" b="textAreaBottom"/>
              <a:pathLst>
                <a:path w="158767" h="1575724">
                  <a:moveTo>
                    <a:pt x="79383" y="1575724"/>
                  </a:moveTo>
                  <a:cubicBezTo>
                    <a:pt x="71883" y="1575724"/>
                    <a:pt x="66258" y="1570724"/>
                    <a:pt x="65633" y="1563223"/>
                  </a:cubicBezTo>
                  <a:cubicBezTo>
                    <a:pt x="59382" y="1474468"/>
                    <a:pt x="52507" y="1389462"/>
                    <a:pt x="46882" y="1308832"/>
                  </a:cubicBezTo>
                  <a:cubicBezTo>
                    <a:pt x="-5622" y="613788"/>
                    <a:pt x="-34373" y="231265"/>
                    <a:pt x="73133" y="13126"/>
                  </a:cubicBezTo>
                  <a:lnTo>
                    <a:pt x="79383" y="0"/>
                  </a:lnTo>
                  <a:lnTo>
                    <a:pt x="85634" y="13126"/>
                  </a:lnTo>
                  <a:cubicBezTo>
                    <a:pt x="193141" y="231265"/>
                    <a:pt x="164389" y="613788"/>
                    <a:pt x="111886" y="1308207"/>
                  </a:cubicBezTo>
                  <a:cubicBezTo>
                    <a:pt x="105636" y="1388837"/>
                    <a:pt x="99385" y="1473843"/>
                    <a:pt x="93135" y="1563223"/>
                  </a:cubicBezTo>
                  <a:cubicBezTo>
                    <a:pt x="92509" y="1570724"/>
                    <a:pt x="86884" y="1575724"/>
                    <a:pt x="79383" y="1575724"/>
                  </a:cubicBezTo>
                  <a:cubicBezTo>
                    <a:pt x="79383" y="1575724"/>
                    <a:pt x="79383" y="1575724"/>
                    <a:pt x="79383" y="1575724"/>
                  </a:cubicBezTo>
                  <a:close/>
                  <a:moveTo>
                    <a:pt x="79383" y="33127"/>
                  </a:moveTo>
                  <a:cubicBezTo>
                    <a:pt x="-18747" y="250016"/>
                    <a:pt x="10004" y="630040"/>
                    <a:pt x="61257" y="1307582"/>
                  </a:cubicBezTo>
                  <a:cubicBezTo>
                    <a:pt x="66883" y="1385087"/>
                    <a:pt x="73133" y="1466342"/>
                    <a:pt x="79383" y="1551973"/>
                  </a:cubicBezTo>
                  <a:cubicBezTo>
                    <a:pt x="85634" y="1466342"/>
                    <a:pt x="91884" y="1385087"/>
                    <a:pt x="97510" y="1307582"/>
                  </a:cubicBezTo>
                  <a:cubicBezTo>
                    <a:pt x="148763" y="629414"/>
                    <a:pt x="177515" y="250016"/>
                    <a:pt x="79383" y="33127"/>
                  </a:cubicBezTo>
                  <a:close/>
                </a:path>
              </a:pathLst>
            </a:custGeom>
            <a:solidFill>
              <a:srgbClr val="efefef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294" name="Google Shape;453;p23"/>
            <p:cNvSpPr/>
            <p:nvPr/>
          </p:nvSpPr>
          <p:spPr>
            <a:xfrm rot="1588200">
              <a:off x="8790840" y="5112000"/>
              <a:ext cx="1050840" cy="105480"/>
            </a:xfrm>
            <a:custGeom>
              <a:avLst/>
              <a:gdLst>
                <a:gd name="textAreaLeft" fmla="*/ 0 w 1050840"/>
                <a:gd name="textAreaRight" fmla="*/ 1051200 w 1050840"/>
                <a:gd name="textAreaTop" fmla="*/ 0 h 105480"/>
                <a:gd name="textAreaBottom" fmla="*/ 105840 h 105480"/>
              </a:gdLst>
              <a:ahLst/>
              <a:cxnLst/>
              <a:rect l="textAreaLeft" t="textAreaTop" r="textAreaRight" b="textAreaBottom"/>
              <a:pathLst>
                <a:path w="1575723" h="158763">
                  <a:moveTo>
                    <a:pt x="476280" y="158764"/>
                  </a:moveTo>
                  <a:cubicBezTo>
                    <a:pt x="269392" y="158764"/>
                    <a:pt x="120632" y="138762"/>
                    <a:pt x="13126" y="85634"/>
                  </a:cubicBezTo>
                  <a:lnTo>
                    <a:pt x="0" y="79384"/>
                  </a:lnTo>
                  <a:lnTo>
                    <a:pt x="13126" y="73133"/>
                  </a:lnTo>
                  <a:cubicBezTo>
                    <a:pt x="231265" y="-34374"/>
                    <a:pt x="613788" y="-5622"/>
                    <a:pt x="1308832" y="46882"/>
                  </a:cubicBezTo>
                  <a:cubicBezTo>
                    <a:pt x="1389462" y="53132"/>
                    <a:pt x="1474467" y="59382"/>
                    <a:pt x="1563223" y="65633"/>
                  </a:cubicBezTo>
                  <a:cubicBezTo>
                    <a:pt x="1570723" y="66258"/>
                    <a:pt x="1575724" y="71883"/>
                    <a:pt x="1575724" y="79384"/>
                  </a:cubicBezTo>
                  <a:cubicBezTo>
                    <a:pt x="1575724" y="86884"/>
                    <a:pt x="1570723" y="92510"/>
                    <a:pt x="1563223" y="93135"/>
                  </a:cubicBezTo>
                  <a:cubicBezTo>
                    <a:pt x="1474467" y="99385"/>
                    <a:pt x="1389462" y="106260"/>
                    <a:pt x="1308832" y="111886"/>
                  </a:cubicBezTo>
                  <a:cubicBezTo>
                    <a:pt x="958185" y="138137"/>
                    <a:pt x="686918" y="158764"/>
                    <a:pt x="476280" y="158764"/>
                  </a:cubicBezTo>
                  <a:close/>
                  <a:moveTo>
                    <a:pt x="33127" y="79384"/>
                  </a:moveTo>
                  <a:cubicBezTo>
                    <a:pt x="250016" y="177515"/>
                    <a:pt x="630039" y="148763"/>
                    <a:pt x="1308207" y="97510"/>
                  </a:cubicBezTo>
                  <a:cubicBezTo>
                    <a:pt x="1385712" y="91884"/>
                    <a:pt x="1466967" y="85634"/>
                    <a:pt x="1552597" y="79384"/>
                  </a:cubicBezTo>
                  <a:cubicBezTo>
                    <a:pt x="1466967" y="73133"/>
                    <a:pt x="1385712" y="66883"/>
                    <a:pt x="1308207" y="61258"/>
                  </a:cubicBezTo>
                  <a:cubicBezTo>
                    <a:pt x="629414" y="10004"/>
                    <a:pt x="249390" y="-18748"/>
                    <a:pt x="33127" y="79384"/>
                  </a:cubicBezTo>
                  <a:close/>
                </a:path>
              </a:pathLst>
            </a:custGeom>
            <a:solidFill>
              <a:srgbClr val="efefef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295" name="Google Shape;454;p23"/>
            <p:cNvSpPr/>
            <p:nvPr/>
          </p:nvSpPr>
          <p:spPr>
            <a:xfrm rot="1588200">
              <a:off x="7787160" y="4712760"/>
              <a:ext cx="745200" cy="745200"/>
            </a:xfrm>
            <a:custGeom>
              <a:avLst/>
              <a:gdLst>
                <a:gd name="textAreaLeft" fmla="*/ 0 w 745200"/>
                <a:gd name="textAreaRight" fmla="*/ 745560 w 745200"/>
                <a:gd name="textAreaTop" fmla="*/ 0 h 745200"/>
                <a:gd name="textAreaBottom" fmla="*/ 745560 h 745200"/>
              </a:gdLst>
              <a:ahLst/>
              <a:cxnLst/>
              <a:rect l="textAreaLeft" t="textAreaTop" r="textAreaRight" b="textAreaBottom"/>
              <a:pathLst>
                <a:path w="1117897" h="1117570">
                  <a:moveTo>
                    <a:pt x="13453" y="1117570"/>
                  </a:moveTo>
                  <a:cubicBezTo>
                    <a:pt x="10328" y="1117570"/>
                    <a:pt x="6578" y="1116320"/>
                    <a:pt x="4077" y="1113195"/>
                  </a:cubicBezTo>
                  <a:cubicBezTo>
                    <a:pt x="-923" y="1108195"/>
                    <a:pt x="-1548" y="1100069"/>
                    <a:pt x="3452" y="1095069"/>
                  </a:cubicBezTo>
                  <a:cubicBezTo>
                    <a:pt x="61581" y="1027565"/>
                    <a:pt x="117210" y="963185"/>
                    <a:pt x="169713" y="901932"/>
                  </a:cubicBezTo>
                  <a:cubicBezTo>
                    <a:pt x="624116" y="373773"/>
                    <a:pt x="874132" y="82505"/>
                    <a:pt x="1104147" y="4375"/>
                  </a:cubicBezTo>
                  <a:lnTo>
                    <a:pt x="1117897" y="0"/>
                  </a:lnTo>
                  <a:lnTo>
                    <a:pt x="1113522" y="13751"/>
                  </a:lnTo>
                  <a:cubicBezTo>
                    <a:pt x="1035392" y="243765"/>
                    <a:pt x="744124" y="493781"/>
                    <a:pt x="215966" y="948184"/>
                  </a:cubicBezTo>
                  <a:cubicBezTo>
                    <a:pt x="154712" y="1000688"/>
                    <a:pt x="90333" y="1056316"/>
                    <a:pt x="22204" y="1115070"/>
                  </a:cubicBezTo>
                  <a:lnTo>
                    <a:pt x="22204" y="1115070"/>
                  </a:lnTo>
                  <a:cubicBezTo>
                    <a:pt x="19703" y="1116320"/>
                    <a:pt x="16578" y="1117570"/>
                    <a:pt x="13453" y="1117570"/>
                  </a:cubicBezTo>
                  <a:close/>
                  <a:moveTo>
                    <a:pt x="1094771" y="22501"/>
                  </a:moveTo>
                  <a:cubicBezTo>
                    <a:pt x="872257" y="106257"/>
                    <a:pt x="624116" y="395025"/>
                    <a:pt x="180963" y="910682"/>
                  </a:cubicBezTo>
                  <a:cubicBezTo>
                    <a:pt x="130335" y="970061"/>
                    <a:pt x="77207" y="1031940"/>
                    <a:pt x="20953" y="1096319"/>
                  </a:cubicBezTo>
                  <a:cubicBezTo>
                    <a:pt x="85958" y="1040065"/>
                    <a:pt x="147836" y="986937"/>
                    <a:pt x="206590" y="936309"/>
                  </a:cubicBezTo>
                  <a:cubicBezTo>
                    <a:pt x="722247" y="493156"/>
                    <a:pt x="1011016" y="245015"/>
                    <a:pt x="1094771" y="22501"/>
                  </a:cubicBezTo>
                  <a:close/>
                </a:path>
              </a:pathLst>
            </a:custGeom>
            <a:solidFill>
              <a:srgbClr val="efefef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296" name="Google Shape;455;p23"/>
            <p:cNvSpPr/>
            <p:nvPr/>
          </p:nvSpPr>
          <p:spPr>
            <a:xfrm rot="1588200">
              <a:off x="8582760" y="5108760"/>
              <a:ext cx="745200" cy="745200"/>
            </a:xfrm>
            <a:custGeom>
              <a:avLst/>
              <a:gdLst>
                <a:gd name="textAreaLeft" fmla="*/ 0 w 745200"/>
                <a:gd name="textAreaRight" fmla="*/ 745560 w 745200"/>
                <a:gd name="textAreaTop" fmla="*/ 0 h 745200"/>
                <a:gd name="textAreaBottom" fmla="*/ 745560 h 745200"/>
              </a:gdLst>
              <a:ahLst/>
              <a:cxnLst/>
              <a:rect l="textAreaLeft" t="textAreaTop" r="textAreaRight" b="textAreaBottom"/>
              <a:pathLst>
                <a:path w="1117897" h="1117570">
                  <a:moveTo>
                    <a:pt x="1103819" y="1117570"/>
                  </a:moveTo>
                  <a:cubicBezTo>
                    <a:pt x="1100694" y="1117570"/>
                    <a:pt x="1097569" y="1116320"/>
                    <a:pt x="1095069" y="1114445"/>
                  </a:cubicBezTo>
                  <a:cubicBezTo>
                    <a:pt x="1027564" y="1056316"/>
                    <a:pt x="963185" y="1000688"/>
                    <a:pt x="901931" y="948184"/>
                  </a:cubicBezTo>
                  <a:cubicBezTo>
                    <a:pt x="373148" y="493781"/>
                    <a:pt x="82505" y="243765"/>
                    <a:pt x="4375" y="13751"/>
                  </a:cubicBezTo>
                  <a:lnTo>
                    <a:pt x="0" y="0"/>
                  </a:lnTo>
                  <a:lnTo>
                    <a:pt x="13751" y="4375"/>
                  </a:lnTo>
                  <a:cubicBezTo>
                    <a:pt x="243765" y="82505"/>
                    <a:pt x="493781" y="373773"/>
                    <a:pt x="948184" y="901932"/>
                  </a:cubicBezTo>
                  <a:cubicBezTo>
                    <a:pt x="1000688" y="963185"/>
                    <a:pt x="1056316" y="1027565"/>
                    <a:pt x="1114445" y="1095069"/>
                  </a:cubicBezTo>
                  <a:lnTo>
                    <a:pt x="1114445" y="1095069"/>
                  </a:lnTo>
                  <a:cubicBezTo>
                    <a:pt x="1119445" y="1100694"/>
                    <a:pt x="1118820" y="1108195"/>
                    <a:pt x="1113820" y="1113820"/>
                  </a:cubicBezTo>
                  <a:cubicBezTo>
                    <a:pt x="1110695" y="1116320"/>
                    <a:pt x="1107569" y="1117570"/>
                    <a:pt x="1103819" y="1117570"/>
                  </a:cubicBezTo>
                  <a:close/>
                  <a:moveTo>
                    <a:pt x="22501" y="22501"/>
                  </a:moveTo>
                  <a:cubicBezTo>
                    <a:pt x="106257" y="245015"/>
                    <a:pt x="395025" y="493156"/>
                    <a:pt x="910682" y="936934"/>
                  </a:cubicBezTo>
                  <a:cubicBezTo>
                    <a:pt x="969436" y="987562"/>
                    <a:pt x="1031940" y="1040690"/>
                    <a:pt x="1096318" y="1096944"/>
                  </a:cubicBezTo>
                  <a:cubicBezTo>
                    <a:pt x="1040690" y="1031940"/>
                    <a:pt x="986936" y="970061"/>
                    <a:pt x="936308" y="911307"/>
                  </a:cubicBezTo>
                  <a:cubicBezTo>
                    <a:pt x="493781" y="395025"/>
                    <a:pt x="245640" y="106257"/>
                    <a:pt x="22501" y="22501"/>
                  </a:cubicBezTo>
                  <a:close/>
                </a:path>
              </a:pathLst>
            </a:custGeom>
            <a:solidFill>
              <a:srgbClr val="efefef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297" name="Google Shape;456;p23"/>
            <p:cNvSpPr/>
            <p:nvPr/>
          </p:nvSpPr>
          <p:spPr>
            <a:xfrm rot="1588200">
              <a:off x="8978400" y="4312800"/>
              <a:ext cx="745200" cy="745560"/>
            </a:xfrm>
            <a:custGeom>
              <a:avLst/>
              <a:gdLst>
                <a:gd name="textAreaLeft" fmla="*/ 0 w 745200"/>
                <a:gd name="textAreaRight" fmla="*/ 745560 w 745200"/>
                <a:gd name="textAreaTop" fmla="*/ 0 h 745560"/>
                <a:gd name="textAreaBottom" fmla="*/ 745920 h 745560"/>
              </a:gdLst>
              <a:ahLst/>
              <a:cxnLst/>
              <a:rect l="textAreaLeft" t="textAreaTop" r="textAreaRight" b="textAreaBottom"/>
              <a:pathLst>
                <a:path w="1117897" h="1118522">
                  <a:moveTo>
                    <a:pt x="0" y="1118522"/>
                  </a:moveTo>
                  <a:lnTo>
                    <a:pt x="4376" y="1104772"/>
                  </a:lnTo>
                  <a:cubicBezTo>
                    <a:pt x="82506" y="874757"/>
                    <a:pt x="373774" y="624741"/>
                    <a:pt x="901932" y="170338"/>
                  </a:cubicBezTo>
                  <a:cubicBezTo>
                    <a:pt x="963186" y="117835"/>
                    <a:pt x="1027565" y="62206"/>
                    <a:pt x="1095694" y="3452"/>
                  </a:cubicBezTo>
                  <a:cubicBezTo>
                    <a:pt x="1101320" y="-1548"/>
                    <a:pt x="1108820" y="-923"/>
                    <a:pt x="1113821" y="4077"/>
                  </a:cubicBezTo>
                  <a:cubicBezTo>
                    <a:pt x="1118820" y="9078"/>
                    <a:pt x="1119446" y="17203"/>
                    <a:pt x="1114445" y="22204"/>
                  </a:cubicBezTo>
                  <a:lnTo>
                    <a:pt x="1114445" y="22204"/>
                  </a:lnTo>
                  <a:cubicBezTo>
                    <a:pt x="1056316" y="89708"/>
                    <a:pt x="1000689" y="154087"/>
                    <a:pt x="948185" y="215341"/>
                  </a:cubicBezTo>
                  <a:cubicBezTo>
                    <a:pt x="493781" y="743499"/>
                    <a:pt x="243765" y="1034767"/>
                    <a:pt x="13751" y="1112897"/>
                  </a:cubicBezTo>
                  <a:lnTo>
                    <a:pt x="0" y="1118522"/>
                  </a:lnTo>
                  <a:close/>
                  <a:moveTo>
                    <a:pt x="1103820" y="13453"/>
                  </a:moveTo>
                  <a:cubicBezTo>
                    <a:pt x="1036940" y="72832"/>
                    <a:pt x="972562" y="128460"/>
                    <a:pt x="911308" y="180963"/>
                  </a:cubicBezTo>
                  <a:cubicBezTo>
                    <a:pt x="395650" y="624116"/>
                    <a:pt x="106882" y="872257"/>
                    <a:pt x="23127" y="1094771"/>
                  </a:cubicBezTo>
                  <a:cubicBezTo>
                    <a:pt x="245641" y="1011016"/>
                    <a:pt x="493781" y="722248"/>
                    <a:pt x="937559" y="206590"/>
                  </a:cubicBezTo>
                  <a:cubicBezTo>
                    <a:pt x="990062" y="145336"/>
                    <a:pt x="1045691" y="80957"/>
                    <a:pt x="1103820" y="13453"/>
                  </a:cubicBezTo>
                  <a:lnTo>
                    <a:pt x="1109445" y="18453"/>
                  </a:lnTo>
                  <a:lnTo>
                    <a:pt x="1103820" y="13453"/>
                  </a:lnTo>
                  <a:lnTo>
                    <a:pt x="1109445" y="18453"/>
                  </a:lnTo>
                  <a:lnTo>
                    <a:pt x="1103820" y="13453"/>
                  </a:lnTo>
                  <a:close/>
                </a:path>
              </a:pathLst>
            </a:custGeom>
            <a:solidFill>
              <a:srgbClr val="efefef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298" name="Google Shape;457;p23"/>
            <p:cNvSpPr/>
            <p:nvPr/>
          </p:nvSpPr>
          <p:spPr>
            <a:xfrm rot="1588200">
              <a:off x="8183520" y="3917520"/>
              <a:ext cx="745560" cy="745200"/>
            </a:xfrm>
            <a:custGeom>
              <a:avLst/>
              <a:gdLst>
                <a:gd name="textAreaLeft" fmla="*/ 0 w 745560"/>
                <a:gd name="textAreaRight" fmla="*/ 745920 w 745560"/>
                <a:gd name="textAreaTop" fmla="*/ 0 h 745200"/>
                <a:gd name="textAreaBottom" fmla="*/ 745560 h 745200"/>
              </a:gdLst>
              <a:ahLst/>
              <a:cxnLst/>
              <a:rect l="textAreaLeft" t="textAreaTop" r="textAreaRight" b="textAreaBottom"/>
              <a:pathLst>
                <a:path w="1118522" h="1117897">
                  <a:moveTo>
                    <a:pt x="1118522" y="1117897"/>
                  </a:moveTo>
                  <a:lnTo>
                    <a:pt x="1104772" y="1113522"/>
                  </a:lnTo>
                  <a:cubicBezTo>
                    <a:pt x="874757" y="1035392"/>
                    <a:pt x="624741" y="744124"/>
                    <a:pt x="170338" y="215966"/>
                  </a:cubicBezTo>
                  <a:cubicBezTo>
                    <a:pt x="117834" y="154712"/>
                    <a:pt x="62206" y="90333"/>
                    <a:pt x="3452" y="22204"/>
                  </a:cubicBezTo>
                  <a:lnTo>
                    <a:pt x="3452" y="22204"/>
                  </a:lnTo>
                  <a:cubicBezTo>
                    <a:pt x="-1548" y="16578"/>
                    <a:pt x="-923" y="9078"/>
                    <a:pt x="4077" y="4077"/>
                  </a:cubicBezTo>
                  <a:cubicBezTo>
                    <a:pt x="9077" y="-923"/>
                    <a:pt x="17203" y="-1548"/>
                    <a:pt x="22828" y="3452"/>
                  </a:cubicBezTo>
                  <a:cubicBezTo>
                    <a:pt x="90333" y="61581"/>
                    <a:pt x="154712" y="117209"/>
                    <a:pt x="216591" y="170338"/>
                  </a:cubicBezTo>
                  <a:cubicBezTo>
                    <a:pt x="744749" y="624741"/>
                    <a:pt x="1036017" y="874757"/>
                    <a:pt x="1114147" y="1104771"/>
                  </a:cubicBezTo>
                  <a:lnTo>
                    <a:pt x="1118522" y="1117897"/>
                  </a:lnTo>
                  <a:close/>
                  <a:moveTo>
                    <a:pt x="20953" y="20953"/>
                  </a:moveTo>
                  <a:cubicBezTo>
                    <a:pt x="77207" y="85958"/>
                    <a:pt x="130335" y="147836"/>
                    <a:pt x="180963" y="206590"/>
                  </a:cubicBezTo>
                  <a:cubicBezTo>
                    <a:pt x="624116" y="722248"/>
                    <a:pt x="872257" y="1011016"/>
                    <a:pt x="1094771" y="1094771"/>
                  </a:cubicBezTo>
                  <a:cubicBezTo>
                    <a:pt x="1011016" y="872257"/>
                    <a:pt x="722247" y="624116"/>
                    <a:pt x="206590" y="180963"/>
                  </a:cubicBezTo>
                  <a:cubicBezTo>
                    <a:pt x="147836" y="129710"/>
                    <a:pt x="85958" y="76582"/>
                    <a:pt x="20953" y="20953"/>
                  </a:cubicBezTo>
                  <a:close/>
                </a:path>
              </a:pathLst>
            </a:custGeom>
            <a:solidFill>
              <a:srgbClr val="efefef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299" name="Google Shape;458;p23"/>
            <p:cNvSpPr/>
            <p:nvPr/>
          </p:nvSpPr>
          <p:spPr>
            <a:xfrm rot="1588200">
              <a:off x="7897680" y="4265280"/>
              <a:ext cx="923760" cy="365760"/>
            </a:xfrm>
            <a:custGeom>
              <a:avLst/>
              <a:gdLst>
                <a:gd name="textAreaLeft" fmla="*/ 0 w 923760"/>
                <a:gd name="textAreaRight" fmla="*/ 924120 w 923760"/>
                <a:gd name="textAreaTop" fmla="*/ 0 h 365760"/>
                <a:gd name="textAreaBottom" fmla="*/ 366120 h 365760"/>
              </a:gdLst>
              <a:ahLst/>
              <a:cxnLst/>
              <a:rect l="textAreaLeft" t="textAreaTop" r="textAreaRight" b="textAreaBottom"/>
              <a:pathLst>
                <a:path w="1385324" h="548695">
                  <a:moveTo>
                    <a:pt x="1330322" y="548695"/>
                  </a:moveTo>
                  <a:cubicBezTo>
                    <a:pt x="1104057" y="548695"/>
                    <a:pt x="782787" y="394936"/>
                    <a:pt x="224627" y="128669"/>
                  </a:cubicBezTo>
                  <a:cubicBezTo>
                    <a:pt x="155873" y="96167"/>
                    <a:pt x="83993" y="61165"/>
                    <a:pt x="7739" y="25538"/>
                  </a:cubicBezTo>
                  <a:cubicBezTo>
                    <a:pt x="1488" y="22412"/>
                    <a:pt x="-1637" y="15537"/>
                    <a:pt x="863" y="8661"/>
                  </a:cubicBezTo>
                  <a:cubicBezTo>
                    <a:pt x="3363" y="1786"/>
                    <a:pt x="10239" y="-1339"/>
                    <a:pt x="17114" y="536"/>
                  </a:cubicBezTo>
                  <a:cubicBezTo>
                    <a:pt x="97119" y="24912"/>
                    <a:pt x="173999" y="48664"/>
                    <a:pt x="247129" y="70540"/>
                  </a:cubicBezTo>
                  <a:cubicBezTo>
                    <a:pt x="874668" y="261177"/>
                    <a:pt x="1220940" y="366184"/>
                    <a:pt x="1375325" y="534945"/>
                  </a:cubicBezTo>
                  <a:lnTo>
                    <a:pt x="1385325" y="545570"/>
                  </a:lnTo>
                  <a:lnTo>
                    <a:pt x="1370950" y="546820"/>
                  </a:lnTo>
                  <a:cubicBezTo>
                    <a:pt x="1357823" y="548070"/>
                    <a:pt x="1344073" y="548695"/>
                    <a:pt x="1330322" y="548695"/>
                  </a:cubicBezTo>
                  <a:close/>
                  <a:moveTo>
                    <a:pt x="27740" y="18662"/>
                  </a:moveTo>
                  <a:cubicBezTo>
                    <a:pt x="98369" y="52414"/>
                    <a:pt x="165873" y="84291"/>
                    <a:pt x="230878" y="115543"/>
                  </a:cubicBezTo>
                  <a:cubicBezTo>
                    <a:pt x="807789" y="391185"/>
                    <a:pt x="1131559" y="545570"/>
                    <a:pt x="1354698" y="533694"/>
                  </a:cubicBezTo>
                  <a:cubicBezTo>
                    <a:pt x="1197813" y="374309"/>
                    <a:pt x="854666" y="269928"/>
                    <a:pt x="243379" y="84291"/>
                  </a:cubicBezTo>
                  <a:cubicBezTo>
                    <a:pt x="174624" y="63665"/>
                    <a:pt x="102745" y="41788"/>
                    <a:pt x="27740" y="18662"/>
                  </a:cubicBezTo>
                  <a:close/>
                  <a:moveTo>
                    <a:pt x="13989" y="12412"/>
                  </a:moveTo>
                  <a:lnTo>
                    <a:pt x="10864" y="18662"/>
                  </a:lnTo>
                  <a:lnTo>
                    <a:pt x="13989" y="12412"/>
                  </a:lnTo>
                  <a:close/>
                </a:path>
              </a:pathLst>
            </a:custGeom>
            <a:solidFill>
              <a:srgbClr val="efefef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300" name="Google Shape;459;p23"/>
            <p:cNvSpPr/>
            <p:nvPr/>
          </p:nvSpPr>
          <p:spPr>
            <a:xfrm rot="1588200">
              <a:off x="9010440" y="4027680"/>
              <a:ext cx="365400" cy="923400"/>
            </a:xfrm>
            <a:custGeom>
              <a:avLst/>
              <a:gdLst>
                <a:gd name="textAreaLeft" fmla="*/ 0 w 365400"/>
                <a:gd name="textAreaRight" fmla="*/ 365760 w 365400"/>
                <a:gd name="textAreaTop" fmla="*/ 0 h 923400"/>
                <a:gd name="textAreaBottom" fmla="*/ 923760 h 923400"/>
              </a:gdLst>
              <a:ahLst/>
              <a:cxnLst/>
              <a:rect l="textAreaLeft" t="textAreaTop" r="textAreaRight" b="textAreaBottom"/>
              <a:pathLst>
                <a:path w="548537" h="1384699">
                  <a:moveTo>
                    <a:pt x="2968" y="1384700"/>
                  </a:moveTo>
                  <a:lnTo>
                    <a:pt x="1717" y="1370324"/>
                  </a:lnTo>
                  <a:cubicBezTo>
                    <a:pt x="-18284" y="1142185"/>
                    <a:pt x="137351" y="816539"/>
                    <a:pt x="419869" y="224627"/>
                  </a:cubicBezTo>
                  <a:cubicBezTo>
                    <a:pt x="452996" y="155873"/>
                    <a:pt x="487373" y="83368"/>
                    <a:pt x="523000" y="7739"/>
                  </a:cubicBezTo>
                  <a:lnTo>
                    <a:pt x="523000" y="7739"/>
                  </a:lnTo>
                  <a:cubicBezTo>
                    <a:pt x="526125" y="1488"/>
                    <a:pt x="533001" y="-1637"/>
                    <a:pt x="539876" y="863"/>
                  </a:cubicBezTo>
                  <a:cubicBezTo>
                    <a:pt x="546752" y="3363"/>
                    <a:pt x="549877" y="10239"/>
                    <a:pt x="548002" y="17114"/>
                  </a:cubicBezTo>
                  <a:cubicBezTo>
                    <a:pt x="523625" y="97744"/>
                    <a:pt x="499874" y="173999"/>
                    <a:pt x="477998" y="247129"/>
                  </a:cubicBezTo>
                  <a:cubicBezTo>
                    <a:pt x="287361" y="874668"/>
                    <a:pt x="182354" y="1220315"/>
                    <a:pt x="13593" y="1375324"/>
                  </a:cubicBezTo>
                  <a:lnTo>
                    <a:pt x="2968" y="1384700"/>
                  </a:lnTo>
                  <a:close/>
                  <a:moveTo>
                    <a:pt x="529876" y="27740"/>
                  </a:moveTo>
                  <a:cubicBezTo>
                    <a:pt x="496123" y="98369"/>
                    <a:pt x="463622" y="166498"/>
                    <a:pt x="432994" y="230878"/>
                  </a:cubicBezTo>
                  <a:cubicBezTo>
                    <a:pt x="157352" y="807789"/>
                    <a:pt x="2968" y="1130934"/>
                    <a:pt x="14843" y="1354073"/>
                  </a:cubicBezTo>
                  <a:cubicBezTo>
                    <a:pt x="174228" y="1197188"/>
                    <a:pt x="278610" y="854042"/>
                    <a:pt x="464246" y="242753"/>
                  </a:cubicBezTo>
                  <a:cubicBezTo>
                    <a:pt x="484873" y="174624"/>
                    <a:pt x="506749" y="102745"/>
                    <a:pt x="529876" y="27740"/>
                  </a:cubicBezTo>
                  <a:close/>
                  <a:moveTo>
                    <a:pt x="536126" y="13989"/>
                  </a:moveTo>
                  <a:lnTo>
                    <a:pt x="536126" y="13989"/>
                  </a:lnTo>
                  <a:lnTo>
                    <a:pt x="529876" y="10864"/>
                  </a:lnTo>
                  <a:lnTo>
                    <a:pt x="536126" y="13989"/>
                  </a:lnTo>
                  <a:close/>
                </a:path>
              </a:pathLst>
            </a:custGeom>
            <a:solidFill>
              <a:srgbClr val="efefef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301" name="Google Shape;460;p23"/>
            <p:cNvSpPr/>
            <p:nvPr/>
          </p:nvSpPr>
          <p:spPr>
            <a:xfrm rot="1588200">
              <a:off x="8135280" y="4819320"/>
              <a:ext cx="365400" cy="923760"/>
            </a:xfrm>
            <a:custGeom>
              <a:avLst/>
              <a:gdLst>
                <a:gd name="textAreaLeft" fmla="*/ 0 w 365400"/>
                <a:gd name="textAreaRight" fmla="*/ 365760 w 365400"/>
                <a:gd name="textAreaTop" fmla="*/ 0 h 923760"/>
                <a:gd name="textAreaBottom" fmla="*/ 924120 h 923760"/>
              </a:gdLst>
              <a:ahLst/>
              <a:cxnLst/>
              <a:rect l="textAreaLeft" t="textAreaTop" r="textAreaRight" b="textAreaBottom"/>
              <a:pathLst>
                <a:path w="548537" h="1385711">
                  <a:moveTo>
                    <a:pt x="13662" y="1385712"/>
                  </a:moveTo>
                  <a:cubicBezTo>
                    <a:pt x="11787" y="1385712"/>
                    <a:pt x="10537" y="1385712"/>
                    <a:pt x="8662" y="1384462"/>
                  </a:cubicBezTo>
                  <a:cubicBezTo>
                    <a:pt x="1786" y="1381962"/>
                    <a:pt x="-1339" y="1375087"/>
                    <a:pt x="536" y="1368211"/>
                  </a:cubicBezTo>
                  <a:lnTo>
                    <a:pt x="536" y="1368211"/>
                  </a:lnTo>
                  <a:cubicBezTo>
                    <a:pt x="24912" y="1287581"/>
                    <a:pt x="48664" y="1211326"/>
                    <a:pt x="70541" y="1138197"/>
                  </a:cubicBezTo>
                  <a:cubicBezTo>
                    <a:pt x="261178" y="510657"/>
                    <a:pt x="366184" y="165010"/>
                    <a:pt x="534944" y="10001"/>
                  </a:cubicBezTo>
                  <a:lnTo>
                    <a:pt x="545570" y="0"/>
                  </a:lnTo>
                  <a:lnTo>
                    <a:pt x="546820" y="14376"/>
                  </a:lnTo>
                  <a:cubicBezTo>
                    <a:pt x="566822" y="242515"/>
                    <a:pt x="411187" y="568161"/>
                    <a:pt x="128669" y="1160698"/>
                  </a:cubicBezTo>
                  <a:cubicBezTo>
                    <a:pt x="96167" y="1229452"/>
                    <a:pt x="61165" y="1301332"/>
                    <a:pt x="25537" y="1377587"/>
                  </a:cubicBezTo>
                  <a:cubicBezTo>
                    <a:pt x="23038" y="1383212"/>
                    <a:pt x="18662" y="1385712"/>
                    <a:pt x="13662" y="1385712"/>
                  </a:cubicBezTo>
                  <a:close/>
                  <a:moveTo>
                    <a:pt x="8037" y="1370711"/>
                  </a:moveTo>
                  <a:lnTo>
                    <a:pt x="14912" y="1372586"/>
                  </a:lnTo>
                  <a:cubicBezTo>
                    <a:pt x="14912" y="1372586"/>
                    <a:pt x="14912" y="1372586"/>
                    <a:pt x="14912" y="1372586"/>
                  </a:cubicBezTo>
                  <a:lnTo>
                    <a:pt x="8037" y="1370711"/>
                  </a:lnTo>
                  <a:close/>
                  <a:moveTo>
                    <a:pt x="534319" y="31877"/>
                  </a:moveTo>
                  <a:cubicBezTo>
                    <a:pt x="374934" y="188762"/>
                    <a:pt x="270553" y="531908"/>
                    <a:pt x="84916" y="1143197"/>
                  </a:cubicBezTo>
                  <a:cubicBezTo>
                    <a:pt x="63665" y="1213826"/>
                    <a:pt x="41163" y="1287581"/>
                    <a:pt x="17412" y="1364461"/>
                  </a:cubicBezTo>
                  <a:cubicBezTo>
                    <a:pt x="51164" y="1291956"/>
                    <a:pt x="84291" y="1221952"/>
                    <a:pt x="116168" y="1155073"/>
                  </a:cubicBezTo>
                  <a:cubicBezTo>
                    <a:pt x="391185" y="578786"/>
                    <a:pt x="545570" y="255016"/>
                    <a:pt x="534319" y="31877"/>
                  </a:cubicBezTo>
                  <a:close/>
                </a:path>
              </a:pathLst>
            </a:custGeom>
            <a:solidFill>
              <a:srgbClr val="efefef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302" name="Google Shape;461;p23"/>
            <p:cNvSpPr/>
            <p:nvPr/>
          </p:nvSpPr>
          <p:spPr>
            <a:xfrm rot="1588200">
              <a:off x="8690040" y="5140440"/>
              <a:ext cx="923400" cy="365760"/>
            </a:xfrm>
            <a:custGeom>
              <a:avLst/>
              <a:gdLst>
                <a:gd name="textAreaLeft" fmla="*/ 0 w 923400"/>
                <a:gd name="textAreaRight" fmla="*/ 923760 w 923400"/>
                <a:gd name="textAreaTop" fmla="*/ 0 h 365760"/>
                <a:gd name="textAreaBottom" fmla="*/ 366120 h 365760"/>
              </a:gdLst>
              <a:ahLst/>
              <a:cxnLst/>
              <a:rect l="textAreaLeft" t="textAreaTop" r="textAreaRight" b="textAreaBottom"/>
              <a:pathLst>
                <a:path w="1384700" h="548626">
                  <a:moveTo>
                    <a:pt x="1371961" y="548627"/>
                  </a:moveTo>
                  <a:cubicBezTo>
                    <a:pt x="1370711" y="548627"/>
                    <a:pt x="1369462" y="548627"/>
                    <a:pt x="1368211" y="548002"/>
                  </a:cubicBezTo>
                  <a:cubicBezTo>
                    <a:pt x="1287581" y="523625"/>
                    <a:pt x="1211326" y="499874"/>
                    <a:pt x="1138197" y="477997"/>
                  </a:cubicBezTo>
                  <a:cubicBezTo>
                    <a:pt x="510658" y="287360"/>
                    <a:pt x="165011" y="182354"/>
                    <a:pt x="10001" y="13593"/>
                  </a:cubicBezTo>
                  <a:lnTo>
                    <a:pt x="0" y="2968"/>
                  </a:lnTo>
                  <a:lnTo>
                    <a:pt x="14376" y="1717"/>
                  </a:lnTo>
                  <a:cubicBezTo>
                    <a:pt x="241891" y="-18284"/>
                    <a:pt x="568161" y="137351"/>
                    <a:pt x="1160074" y="419869"/>
                  </a:cubicBezTo>
                  <a:cubicBezTo>
                    <a:pt x="1228828" y="452996"/>
                    <a:pt x="1300707" y="487373"/>
                    <a:pt x="1376962" y="523000"/>
                  </a:cubicBezTo>
                  <a:lnTo>
                    <a:pt x="1376962" y="523000"/>
                  </a:lnTo>
                  <a:cubicBezTo>
                    <a:pt x="1383212" y="526125"/>
                    <a:pt x="1386337" y="533001"/>
                    <a:pt x="1383837" y="539876"/>
                  </a:cubicBezTo>
                  <a:cubicBezTo>
                    <a:pt x="1381963" y="545502"/>
                    <a:pt x="1376962" y="548627"/>
                    <a:pt x="1371961" y="548627"/>
                  </a:cubicBezTo>
                  <a:close/>
                  <a:moveTo>
                    <a:pt x="1371336" y="536126"/>
                  </a:moveTo>
                  <a:lnTo>
                    <a:pt x="1371336" y="536126"/>
                  </a:lnTo>
                  <a:lnTo>
                    <a:pt x="1374462" y="529876"/>
                  </a:lnTo>
                  <a:lnTo>
                    <a:pt x="1371336" y="536126"/>
                  </a:lnTo>
                  <a:close/>
                  <a:moveTo>
                    <a:pt x="30627" y="14843"/>
                  </a:moveTo>
                  <a:cubicBezTo>
                    <a:pt x="187512" y="174228"/>
                    <a:pt x="530659" y="278610"/>
                    <a:pt x="1141947" y="464246"/>
                  </a:cubicBezTo>
                  <a:cubicBezTo>
                    <a:pt x="1210702" y="484873"/>
                    <a:pt x="1282581" y="506749"/>
                    <a:pt x="1357586" y="529876"/>
                  </a:cubicBezTo>
                  <a:cubicBezTo>
                    <a:pt x="1286956" y="496124"/>
                    <a:pt x="1218827" y="463621"/>
                    <a:pt x="1154448" y="432995"/>
                  </a:cubicBezTo>
                  <a:cubicBezTo>
                    <a:pt x="577536" y="157352"/>
                    <a:pt x="253767" y="2968"/>
                    <a:pt x="30627" y="14843"/>
                  </a:cubicBezTo>
                  <a:close/>
                </a:path>
              </a:pathLst>
            </a:custGeom>
            <a:solidFill>
              <a:srgbClr val="efefef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303" name="Google Shape;462;p23"/>
            <p:cNvSpPr/>
            <p:nvPr/>
          </p:nvSpPr>
          <p:spPr>
            <a:xfrm rot="1588200">
              <a:off x="7712640" y="4657680"/>
              <a:ext cx="906480" cy="405000"/>
            </a:xfrm>
            <a:custGeom>
              <a:avLst/>
              <a:gdLst>
                <a:gd name="textAreaLeft" fmla="*/ 0 w 906480"/>
                <a:gd name="textAreaRight" fmla="*/ 906840 w 906480"/>
                <a:gd name="textAreaTop" fmla="*/ 0 h 405000"/>
                <a:gd name="textAreaBottom" fmla="*/ 405360 h 405000"/>
              </a:gdLst>
              <a:ahLst/>
              <a:cxnLst/>
              <a:rect l="textAreaLeft" t="textAreaTop" r="textAreaRight" b="textAreaBottom"/>
              <a:pathLst>
                <a:path w="1359555" h="607906">
                  <a:moveTo>
                    <a:pt x="13221" y="607907"/>
                  </a:moveTo>
                  <a:cubicBezTo>
                    <a:pt x="8221" y="607907"/>
                    <a:pt x="3845" y="604781"/>
                    <a:pt x="1345" y="599781"/>
                  </a:cubicBezTo>
                  <a:cubicBezTo>
                    <a:pt x="-1780" y="593530"/>
                    <a:pt x="720" y="586030"/>
                    <a:pt x="6971" y="582905"/>
                  </a:cubicBezTo>
                  <a:cubicBezTo>
                    <a:pt x="81350" y="543527"/>
                    <a:pt x="151980" y="506025"/>
                    <a:pt x="218859" y="469773"/>
                  </a:cubicBezTo>
                  <a:cubicBezTo>
                    <a:pt x="797645" y="161003"/>
                    <a:pt x="1116415" y="-9007"/>
                    <a:pt x="1345180" y="368"/>
                  </a:cubicBezTo>
                  <a:lnTo>
                    <a:pt x="1359556" y="993"/>
                  </a:lnTo>
                  <a:lnTo>
                    <a:pt x="1350180" y="12244"/>
                  </a:lnTo>
                  <a:cubicBezTo>
                    <a:pt x="1203296" y="187880"/>
                    <a:pt x="862650" y="307888"/>
                    <a:pt x="244486" y="526651"/>
                  </a:cubicBezTo>
                  <a:cubicBezTo>
                    <a:pt x="172606" y="552278"/>
                    <a:pt x="96976" y="578530"/>
                    <a:pt x="17596" y="606656"/>
                  </a:cubicBezTo>
                  <a:lnTo>
                    <a:pt x="17596" y="606656"/>
                  </a:lnTo>
                  <a:cubicBezTo>
                    <a:pt x="15721" y="607281"/>
                    <a:pt x="14471" y="607907"/>
                    <a:pt x="13221" y="607907"/>
                  </a:cubicBezTo>
                  <a:close/>
                  <a:moveTo>
                    <a:pt x="12596" y="593530"/>
                  </a:moveTo>
                  <a:lnTo>
                    <a:pt x="12596" y="593530"/>
                  </a:lnTo>
                  <a:lnTo>
                    <a:pt x="12596" y="593530"/>
                  </a:lnTo>
                  <a:lnTo>
                    <a:pt x="12596" y="593530"/>
                  </a:lnTo>
                  <a:close/>
                  <a:moveTo>
                    <a:pt x="1325804" y="14119"/>
                  </a:moveTo>
                  <a:cubicBezTo>
                    <a:pt x="1102040" y="14119"/>
                    <a:pt x="786395" y="182880"/>
                    <a:pt x="225734" y="482274"/>
                  </a:cubicBezTo>
                  <a:cubicBezTo>
                    <a:pt x="162606" y="516026"/>
                    <a:pt x="96352" y="551028"/>
                    <a:pt x="26972" y="587905"/>
                  </a:cubicBezTo>
                  <a:cubicBezTo>
                    <a:pt x="100727" y="561653"/>
                    <a:pt x="171981" y="536652"/>
                    <a:pt x="239485" y="512900"/>
                  </a:cubicBezTo>
                  <a:cubicBezTo>
                    <a:pt x="842023" y="299762"/>
                    <a:pt x="1179544" y="180379"/>
                    <a:pt x="1329554" y="14119"/>
                  </a:cubicBezTo>
                  <a:cubicBezTo>
                    <a:pt x="1328304" y="14119"/>
                    <a:pt x="1327054" y="14119"/>
                    <a:pt x="1325804" y="14119"/>
                  </a:cubicBezTo>
                  <a:close/>
                </a:path>
              </a:pathLst>
            </a:custGeom>
            <a:solidFill>
              <a:srgbClr val="efefef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304" name="Google Shape;463;p23"/>
            <p:cNvSpPr/>
            <p:nvPr/>
          </p:nvSpPr>
          <p:spPr>
            <a:xfrm rot="1588200">
              <a:off x="8527320" y="5022360"/>
              <a:ext cx="405000" cy="906480"/>
            </a:xfrm>
            <a:custGeom>
              <a:avLst/>
              <a:gdLst>
                <a:gd name="textAreaLeft" fmla="*/ 0 w 405000"/>
                <a:gd name="textAreaRight" fmla="*/ 405360 w 405000"/>
                <a:gd name="textAreaTop" fmla="*/ 0 h 906480"/>
                <a:gd name="textAreaBottom" fmla="*/ 906840 h 906480"/>
              </a:gdLst>
              <a:ahLst/>
              <a:cxnLst/>
              <a:rect l="textAreaLeft" t="textAreaTop" r="textAreaRight" b="textAreaBottom"/>
              <a:pathLst>
                <a:path w="607567" h="1359460">
                  <a:moveTo>
                    <a:pt x="594203" y="1359460"/>
                  </a:moveTo>
                  <a:cubicBezTo>
                    <a:pt x="589204" y="1359460"/>
                    <a:pt x="584828" y="1356960"/>
                    <a:pt x="582953" y="1352585"/>
                  </a:cubicBezTo>
                  <a:cubicBezTo>
                    <a:pt x="543575" y="1278205"/>
                    <a:pt x="506073" y="1208201"/>
                    <a:pt x="469821" y="1140697"/>
                  </a:cubicBezTo>
                  <a:cubicBezTo>
                    <a:pt x="161052" y="561910"/>
                    <a:pt x="-9584" y="243140"/>
                    <a:pt x="416" y="14376"/>
                  </a:cubicBezTo>
                  <a:lnTo>
                    <a:pt x="1042" y="0"/>
                  </a:lnTo>
                  <a:lnTo>
                    <a:pt x="12292" y="9376"/>
                  </a:lnTo>
                  <a:cubicBezTo>
                    <a:pt x="187928" y="156260"/>
                    <a:pt x="307936" y="496906"/>
                    <a:pt x="526700" y="1115070"/>
                  </a:cubicBezTo>
                  <a:cubicBezTo>
                    <a:pt x="552326" y="1186949"/>
                    <a:pt x="578578" y="1262579"/>
                    <a:pt x="606704" y="1341334"/>
                  </a:cubicBezTo>
                  <a:lnTo>
                    <a:pt x="606704" y="1341334"/>
                  </a:lnTo>
                  <a:cubicBezTo>
                    <a:pt x="609205" y="1348210"/>
                    <a:pt x="606079" y="1355085"/>
                    <a:pt x="599829" y="1357585"/>
                  </a:cubicBezTo>
                  <a:cubicBezTo>
                    <a:pt x="597329" y="1358835"/>
                    <a:pt x="595454" y="1359460"/>
                    <a:pt x="594203" y="1359460"/>
                  </a:cubicBezTo>
                  <a:close/>
                  <a:moveTo>
                    <a:pt x="592954" y="1346334"/>
                  </a:moveTo>
                  <a:lnTo>
                    <a:pt x="592954" y="1346334"/>
                  </a:lnTo>
                  <a:lnTo>
                    <a:pt x="592954" y="1346334"/>
                  </a:lnTo>
                  <a:lnTo>
                    <a:pt x="592954" y="1346334"/>
                  </a:lnTo>
                  <a:close/>
                  <a:moveTo>
                    <a:pt x="14167" y="30002"/>
                  </a:moveTo>
                  <a:cubicBezTo>
                    <a:pt x="12292" y="253766"/>
                    <a:pt x="181053" y="570036"/>
                    <a:pt x="482322" y="1133821"/>
                  </a:cubicBezTo>
                  <a:cubicBezTo>
                    <a:pt x="516074" y="1196950"/>
                    <a:pt x="551076" y="1263204"/>
                    <a:pt x="587953" y="1331959"/>
                  </a:cubicBezTo>
                  <a:cubicBezTo>
                    <a:pt x="561702" y="1258204"/>
                    <a:pt x="536700" y="1186949"/>
                    <a:pt x="512948" y="1119445"/>
                  </a:cubicBezTo>
                  <a:cubicBezTo>
                    <a:pt x="299810" y="517532"/>
                    <a:pt x="180428" y="179386"/>
                    <a:pt x="14167" y="30002"/>
                  </a:cubicBezTo>
                  <a:close/>
                </a:path>
              </a:pathLst>
            </a:custGeom>
            <a:solidFill>
              <a:srgbClr val="efefef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305" name="Google Shape;464;p23"/>
            <p:cNvSpPr/>
            <p:nvPr/>
          </p:nvSpPr>
          <p:spPr>
            <a:xfrm rot="1588200">
              <a:off x="8892720" y="4709160"/>
              <a:ext cx="906480" cy="405000"/>
            </a:xfrm>
            <a:custGeom>
              <a:avLst/>
              <a:gdLst>
                <a:gd name="textAreaLeft" fmla="*/ 0 w 906480"/>
                <a:gd name="textAreaRight" fmla="*/ 906840 w 906480"/>
                <a:gd name="textAreaTop" fmla="*/ 0 h 405000"/>
                <a:gd name="textAreaBottom" fmla="*/ 405360 h 405000"/>
              </a:gdLst>
              <a:ahLst/>
              <a:cxnLst/>
              <a:rect l="textAreaLeft" t="textAreaTop" r="textAreaRight" b="textAreaBottom"/>
              <a:pathLst>
                <a:path w="1359555" h="607776">
                  <a:moveTo>
                    <a:pt x="33127" y="607776"/>
                  </a:moveTo>
                  <a:cubicBezTo>
                    <a:pt x="26876" y="607776"/>
                    <a:pt x="20626" y="607776"/>
                    <a:pt x="14375" y="607151"/>
                  </a:cubicBezTo>
                  <a:lnTo>
                    <a:pt x="0" y="606526"/>
                  </a:lnTo>
                  <a:lnTo>
                    <a:pt x="9376" y="595275"/>
                  </a:lnTo>
                  <a:cubicBezTo>
                    <a:pt x="156260" y="419639"/>
                    <a:pt x="496906" y="299632"/>
                    <a:pt x="1115695" y="80868"/>
                  </a:cubicBezTo>
                  <a:cubicBezTo>
                    <a:pt x="1187575" y="55241"/>
                    <a:pt x="1263204" y="28990"/>
                    <a:pt x="1341959" y="863"/>
                  </a:cubicBezTo>
                  <a:lnTo>
                    <a:pt x="1341959" y="863"/>
                  </a:lnTo>
                  <a:cubicBezTo>
                    <a:pt x="1348834" y="-1637"/>
                    <a:pt x="1355710" y="1488"/>
                    <a:pt x="1358210" y="7739"/>
                  </a:cubicBezTo>
                  <a:cubicBezTo>
                    <a:pt x="1361335" y="13989"/>
                    <a:pt x="1358836" y="21489"/>
                    <a:pt x="1352585" y="24615"/>
                  </a:cubicBezTo>
                  <a:cubicBezTo>
                    <a:pt x="1278205" y="63992"/>
                    <a:pt x="1207576" y="101494"/>
                    <a:pt x="1140697" y="137747"/>
                  </a:cubicBezTo>
                  <a:cubicBezTo>
                    <a:pt x="576911" y="438391"/>
                    <a:pt x="260016" y="607776"/>
                    <a:pt x="33127" y="607776"/>
                  </a:cubicBezTo>
                  <a:close/>
                  <a:moveTo>
                    <a:pt x="29377" y="593400"/>
                  </a:moveTo>
                  <a:cubicBezTo>
                    <a:pt x="30627" y="593400"/>
                    <a:pt x="31877" y="593400"/>
                    <a:pt x="32502" y="593400"/>
                  </a:cubicBezTo>
                  <a:cubicBezTo>
                    <a:pt x="256266" y="593400"/>
                    <a:pt x="571911" y="424640"/>
                    <a:pt x="1132571" y="125246"/>
                  </a:cubicBezTo>
                  <a:cubicBezTo>
                    <a:pt x="1195700" y="91494"/>
                    <a:pt x="1261955" y="56492"/>
                    <a:pt x="1331334" y="19614"/>
                  </a:cubicBezTo>
                  <a:cubicBezTo>
                    <a:pt x="1257579" y="45866"/>
                    <a:pt x="1186950" y="70867"/>
                    <a:pt x="1119445" y="94619"/>
                  </a:cubicBezTo>
                  <a:cubicBezTo>
                    <a:pt x="516907" y="307132"/>
                    <a:pt x="179386" y="426515"/>
                    <a:pt x="29377" y="593400"/>
                  </a:cubicBezTo>
                  <a:close/>
                  <a:moveTo>
                    <a:pt x="1346335" y="13989"/>
                  </a:moveTo>
                  <a:lnTo>
                    <a:pt x="1346335" y="13989"/>
                  </a:lnTo>
                  <a:lnTo>
                    <a:pt x="1343834" y="7113"/>
                  </a:lnTo>
                  <a:lnTo>
                    <a:pt x="1346335" y="13989"/>
                  </a:lnTo>
                  <a:close/>
                </a:path>
              </a:pathLst>
            </a:custGeom>
            <a:solidFill>
              <a:srgbClr val="efefef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306" name="Google Shape;465;p23"/>
            <p:cNvSpPr/>
            <p:nvPr/>
          </p:nvSpPr>
          <p:spPr>
            <a:xfrm rot="1588200">
              <a:off x="8578800" y="3842280"/>
              <a:ext cx="405000" cy="906480"/>
            </a:xfrm>
            <a:custGeom>
              <a:avLst/>
              <a:gdLst>
                <a:gd name="textAreaLeft" fmla="*/ 0 w 405000"/>
                <a:gd name="textAreaRight" fmla="*/ 405360 w 405000"/>
                <a:gd name="textAreaTop" fmla="*/ 0 h 906480"/>
                <a:gd name="textAreaBottom" fmla="*/ 906840 h 906480"/>
              </a:gdLst>
              <a:ahLst/>
              <a:cxnLst/>
              <a:rect l="textAreaLeft" t="textAreaTop" r="textAreaRight" b="textAreaBottom"/>
              <a:pathLst>
                <a:path w="607567" h="1359555">
                  <a:moveTo>
                    <a:pt x="606526" y="1359556"/>
                  </a:moveTo>
                  <a:lnTo>
                    <a:pt x="595275" y="1350180"/>
                  </a:lnTo>
                  <a:cubicBezTo>
                    <a:pt x="419639" y="1203296"/>
                    <a:pt x="299632" y="862650"/>
                    <a:pt x="80869" y="243861"/>
                  </a:cubicBezTo>
                  <a:cubicBezTo>
                    <a:pt x="55242" y="171981"/>
                    <a:pt x="28990" y="96351"/>
                    <a:pt x="863" y="17596"/>
                  </a:cubicBezTo>
                  <a:lnTo>
                    <a:pt x="863" y="17596"/>
                  </a:lnTo>
                  <a:cubicBezTo>
                    <a:pt x="-1637" y="10721"/>
                    <a:pt x="1488" y="3846"/>
                    <a:pt x="7738" y="1345"/>
                  </a:cubicBezTo>
                  <a:cubicBezTo>
                    <a:pt x="13989" y="-1780"/>
                    <a:pt x="21490" y="720"/>
                    <a:pt x="24615" y="6971"/>
                  </a:cubicBezTo>
                  <a:cubicBezTo>
                    <a:pt x="63992" y="81350"/>
                    <a:pt x="101494" y="151980"/>
                    <a:pt x="137747" y="218859"/>
                  </a:cubicBezTo>
                  <a:cubicBezTo>
                    <a:pt x="446516" y="797645"/>
                    <a:pt x="617152" y="1116415"/>
                    <a:pt x="607151" y="1344555"/>
                  </a:cubicBezTo>
                  <a:lnTo>
                    <a:pt x="606526" y="1359556"/>
                  </a:lnTo>
                  <a:close/>
                  <a:moveTo>
                    <a:pt x="19614" y="27597"/>
                  </a:moveTo>
                  <a:cubicBezTo>
                    <a:pt x="45866" y="101352"/>
                    <a:pt x="70868" y="171981"/>
                    <a:pt x="94619" y="239485"/>
                  </a:cubicBezTo>
                  <a:cubicBezTo>
                    <a:pt x="307757" y="842023"/>
                    <a:pt x="427140" y="1180170"/>
                    <a:pt x="593401" y="1329554"/>
                  </a:cubicBezTo>
                  <a:cubicBezTo>
                    <a:pt x="595275" y="1105790"/>
                    <a:pt x="426515" y="789520"/>
                    <a:pt x="125246" y="225735"/>
                  </a:cubicBezTo>
                  <a:cubicBezTo>
                    <a:pt x="91494" y="162606"/>
                    <a:pt x="56492" y="96976"/>
                    <a:pt x="19614" y="27597"/>
                  </a:cubicBezTo>
                  <a:close/>
                  <a:moveTo>
                    <a:pt x="14614" y="13221"/>
                  </a:moveTo>
                  <a:lnTo>
                    <a:pt x="7738" y="15721"/>
                  </a:lnTo>
                  <a:lnTo>
                    <a:pt x="14614" y="13221"/>
                  </a:lnTo>
                  <a:close/>
                </a:path>
              </a:pathLst>
            </a:custGeom>
            <a:solidFill>
              <a:srgbClr val="efefef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</p:grpSp>
      <p:grpSp>
        <p:nvGrpSpPr>
          <p:cNvPr id="307" name="Google Shape;466;p23"/>
          <p:cNvGrpSpPr/>
          <p:nvPr/>
        </p:nvGrpSpPr>
        <p:grpSpPr>
          <a:xfrm>
            <a:off x="6832440" y="4354200"/>
            <a:ext cx="499320" cy="499320"/>
            <a:chOff x="6832440" y="4354200"/>
            <a:chExt cx="499320" cy="499320"/>
          </a:xfrm>
        </p:grpSpPr>
        <p:sp>
          <p:nvSpPr>
            <p:cNvPr id="308" name="Google Shape;467;p23"/>
            <p:cNvSpPr/>
            <p:nvPr/>
          </p:nvSpPr>
          <p:spPr>
            <a:xfrm>
              <a:off x="7109280" y="4592520"/>
              <a:ext cx="222480" cy="23040"/>
            </a:xfrm>
            <a:custGeom>
              <a:avLst/>
              <a:gdLst>
                <a:gd name="textAreaLeft" fmla="*/ 0 w 222480"/>
                <a:gd name="textAreaRight" fmla="*/ 222840 w 222480"/>
                <a:gd name="textAreaTop" fmla="*/ 0 h 23040"/>
                <a:gd name="textAreaBottom" fmla="*/ 23400 h 23040"/>
              </a:gdLst>
              <a:ahLst/>
              <a:cxnLst/>
              <a:rect l="textAreaLeft" t="textAreaTop" r="textAreaRight" b="textAreaBottom"/>
              <a:pathLst>
                <a:path w="517688" h="54004">
                  <a:moveTo>
                    <a:pt x="510657" y="19502"/>
                  </a:moveTo>
                  <a:cubicBezTo>
                    <a:pt x="238140" y="-1125"/>
                    <a:pt x="83755" y="-14250"/>
                    <a:pt x="0" y="27002"/>
                  </a:cubicBezTo>
                  <a:cubicBezTo>
                    <a:pt x="83755" y="68255"/>
                    <a:pt x="238140" y="55129"/>
                    <a:pt x="510657" y="34503"/>
                  </a:cubicBezTo>
                  <a:cubicBezTo>
                    <a:pt x="520033" y="33877"/>
                    <a:pt x="520033" y="20127"/>
                    <a:pt x="510657" y="19502"/>
                  </a:cubicBezTo>
                  <a:close/>
                </a:path>
              </a:pathLst>
            </a:custGeom>
            <a:solidFill>
              <a:schemeClr val="accent4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11520" bIns="1152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309" name="Google Shape;468;p23"/>
            <p:cNvSpPr/>
            <p:nvPr/>
          </p:nvSpPr>
          <p:spPr>
            <a:xfrm>
              <a:off x="7070760" y="4631040"/>
              <a:ext cx="22680" cy="222480"/>
            </a:xfrm>
            <a:custGeom>
              <a:avLst/>
              <a:gdLst>
                <a:gd name="textAreaLeft" fmla="*/ 0 w 22680"/>
                <a:gd name="textAreaRight" fmla="*/ 23040 w 22680"/>
                <a:gd name="textAreaTop" fmla="*/ 0 h 222480"/>
                <a:gd name="textAreaBottom" fmla="*/ 222840 h 222480"/>
              </a:gdLst>
              <a:ahLst/>
              <a:cxnLst/>
              <a:rect l="textAreaLeft" t="textAreaTop" r="textAreaRight" b="textAreaBottom"/>
              <a:pathLst>
                <a:path w="53781" h="517688">
                  <a:moveTo>
                    <a:pt x="19279" y="510657"/>
                  </a:moveTo>
                  <a:cubicBezTo>
                    <a:pt x="19904" y="520033"/>
                    <a:pt x="33655" y="520033"/>
                    <a:pt x="34280" y="510657"/>
                  </a:cubicBezTo>
                  <a:cubicBezTo>
                    <a:pt x="54906" y="238140"/>
                    <a:pt x="68032" y="83755"/>
                    <a:pt x="26779" y="0"/>
                  </a:cubicBezTo>
                  <a:cubicBezTo>
                    <a:pt x="-14473" y="83755"/>
                    <a:pt x="-722" y="238140"/>
                    <a:pt x="19279" y="510657"/>
                  </a:cubicBezTo>
                  <a:close/>
                </a:path>
              </a:pathLst>
            </a:custGeom>
            <a:solidFill>
              <a:schemeClr val="accent4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310" name="Google Shape;469;p23"/>
            <p:cNvSpPr/>
            <p:nvPr/>
          </p:nvSpPr>
          <p:spPr>
            <a:xfrm>
              <a:off x="6832440" y="4592520"/>
              <a:ext cx="222480" cy="23040"/>
            </a:xfrm>
            <a:custGeom>
              <a:avLst/>
              <a:gdLst>
                <a:gd name="textAreaLeft" fmla="*/ 0 w 222480"/>
                <a:gd name="textAreaRight" fmla="*/ 222840 w 222480"/>
                <a:gd name="textAreaTop" fmla="*/ 0 h 23040"/>
                <a:gd name="textAreaBottom" fmla="*/ 23400 h 23040"/>
              </a:gdLst>
              <a:ahLst/>
              <a:cxnLst/>
              <a:rect l="textAreaLeft" t="textAreaTop" r="textAreaRight" b="textAreaBottom"/>
              <a:pathLst>
                <a:path w="517688" h="54004">
                  <a:moveTo>
                    <a:pt x="7032" y="19502"/>
                  </a:moveTo>
                  <a:cubicBezTo>
                    <a:pt x="-2344" y="20127"/>
                    <a:pt x="-2344" y="33877"/>
                    <a:pt x="7032" y="34503"/>
                  </a:cubicBezTo>
                  <a:cubicBezTo>
                    <a:pt x="279549" y="55129"/>
                    <a:pt x="433934" y="68255"/>
                    <a:pt x="517689" y="27002"/>
                  </a:cubicBezTo>
                  <a:cubicBezTo>
                    <a:pt x="433934" y="-14250"/>
                    <a:pt x="280174" y="-1125"/>
                    <a:pt x="7032" y="19502"/>
                  </a:cubicBezTo>
                  <a:close/>
                </a:path>
              </a:pathLst>
            </a:custGeom>
            <a:solidFill>
              <a:schemeClr val="accent4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11520" bIns="1152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311" name="Google Shape;470;p23"/>
            <p:cNvSpPr/>
            <p:nvPr/>
          </p:nvSpPr>
          <p:spPr>
            <a:xfrm>
              <a:off x="7070760" y="4354200"/>
              <a:ext cx="23040" cy="222480"/>
            </a:xfrm>
            <a:custGeom>
              <a:avLst/>
              <a:gdLst>
                <a:gd name="textAreaLeft" fmla="*/ 0 w 23040"/>
                <a:gd name="textAreaRight" fmla="*/ 23400 w 23040"/>
                <a:gd name="textAreaTop" fmla="*/ 0 h 222480"/>
                <a:gd name="textAreaBottom" fmla="*/ 222840 h 222480"/>
              </a:gdLst>
              <a:ahLst/>
              <a:cxnLst/>
              <a:rect l="textAreaLeft" t="textAreaTop" r="textAreaRight" b="textAreaBottom"/>
              <a:pathLst>
                <a:path w="54004" h="517688">
                  <a:moveTo>
                    <a:pt x="34503" y="7032"/>
                  </a:moveTo>
                  <a:cubicBezTo>
                    <a:pt x="33878" y="-2344"/>
                    <a:pt x="20127" y="-2344"/>
                    <a:pt x="19502" y="7032"/>
                  </a:cubicBezTo>
                  <a:cubicBezTo>
                    <a:pt x="-1125" y="279549"/>
                    <a:pt x="-14250" y="433933"/>
                    <a:pt x="27002" y="517689"/>
                  </a:cubicBezTo>
                  <a:cubicBezTo>
                    <a:pt x="68255" y="433933"/>
                    <a:pt x="55129" y="279549"/>
                    <a:pt x="34503" y="7032"/>
                  </a:cubicBezTo>
                  <a:close/>
                </a:path>
              </a:pathLst>
            </a:custGeom>
            <a:solidFill>
              <a:schemeClr val="accent4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312" name="Google Shape;471;p23"/>
            <p:cNvSpPr/>
            <p:nvPr/>
          </p:nvSpPr>
          <p:spPr>
            <a:xfrm>
              <a:off x="7101360" y="4426560"/>
              <a:ext cx="158040" cy="158040"/>
            </a:xfrm>
            <a:custGeom>
              <a:avLst/>
              <a:gdLst>
                <a:gd name="textAreaLeft" fmla="*/ 0 w 158040"/>
                <a:gd name="textAreaRight" fmla="*/ 158400 w 158040"/>
                <a:gd name="textAreaTop" fmla="*/ 0 h 158040"/>
                <a:gd name="textAreaBottom" fmla="*/ 158400 h 158040"/>
              </a:gdLst>
              <a:ahLst/>
              <a:cxnLst/>
              <a:rect l="textAreaLeft" t="textAreaTop" r="textAreaRight" b="textAreaBottom"/>
              <a:pathLst>
                <a:path w="368244" h="367995">
                  <a:moveTo>
                    <a:pt x="366273" y="12348"/>
                  </a:moveTo>
                  <a:cubicBezTo>
                    <a:pt x="372523" y="5472"/>
                    <a:pt x="362523" y="-3903"/>
                    <a:pt x="355647" y="1722"/>
                  </a:cubicBezTo>
                  <a:cubicBezTo>
                    <a:pt x="148759" y="179858"/>
                    <a:pt x="30002" y="279240"/>
                    <a:pt x="0" y="367995"/>
                  </a:cubicBezTo>
                  <a:cubicBezTo>
                    <a:pt x="88755" y="337368"/>
                    <a:pt x="188137" y="219236"/>
                    <a:pt x="366273" y="12348"/>
                  </a:cubicBezTo>
                  <a:close/>
                </a:path>
              </a:pathLst>
            </a:custGeom>
            <a:solidFill>
              <a:schemeClr val="accent4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313" name="Google Shape;472;p23"/>
            <p:cNvSpPr/>
            <p:nvPr/>
          </p:nvSpPr>
          <p:spPr>
            <a:xfrm>
              <a:off x="7055280" y="4577040"/>
              <a:ext cx="54000" cy="54000"/>
            </a:xfrm>
            <a:custGeom>
              <a:avLst/>
              <a:gdLst>
                <a:gd name="textAreaLeft" fmla="*/ 0 w 54000"/>
                <a:gd name="textAreaRight" fmla="*/ 54360 w 54000"/>
                <a:gd name="textAreaTop" fmla="*/ 0 h 54000"/>
                <a:gd name="textAreaBottom" fmla="*/ 54360 h 54000"/>
              </a:gdLst>
              <a:ahLst/>
              <a:cxnLst/>
              <a:rect l="textAreaLeft" t="textAreaTop" r="textAreaRight" b="textAreaBottom"/>
              <a:pathLst>
                <a:path w="126258" h="126258">
                  <a:moveTo>
                    <a:pt x="108132" y="18126"/>
                  </a:moveTo>
                  <a:cubicBezTo>
                    <a:pt x="98131" y="21251"/>
                    <a:pt x="88756" y="23751"/>
                    <a:pt x="78755" y="25002"/>
                  </a:cubicBezTo>
                  <a:cubicBezTo>
                    <a:pt x="73130" y="17501"/>
                    <a:pt x="67504" y="9376"/>
                    <a:pt x="63129" y="0"/>
                  </a:cubicBezTo>
                  <a:cubicBezTo>
                    <a:pt x="58753" y="9376"/>
                    <a:pt x="53753" y="17501"/>
                    <a:pt x="47503" y="25002"/>
                  </a:cubicBezTo>
                  <a:cubicBezTo>
                    <a:pt x="38127" y="23751"/>
                    <a:pt x="28127" y="21251"/>
                    <a:pt x="18126" y="18126"/>
                  </a:cubicBezTo>
                  <a:cubicBezTo>
                    <a:pt x="21251" y="28127"/>
                    <a:pt x="23751" y="37502"/>
                    <a:pt x="25002" y="47503"/>
                  </a:cubicBezTo>
                  <a:cubicBezTo>
                    <a:pt x="17501" y="53128"/>
                    <a:pt x="9376" y="58754"/>
                    <a:pt x="0" y="63129"/>
                  </a:cubicBezTo>
                  <a:cubicBezTo>
                    <a:pt x="9376" y="67504"/>
                    <a:pt x="17501" y="72504"/>
                    <a:pt x="25002" y="78755"/>
                  </a:cubicBezTo>
                  <a:cubicBezTo>
                    <a:pt x="23751" y="88130"/>
                    <a:pt x="21251" y="98131"/>
                    <a:pt x="18126" y="108132"/>
                  </a:cubicBezTo>
                  <a:cubicBezTo>
                    <a:pt x="28127" y="105007"/>
                    <a:pt x="37502" y="102507"/>
                    <a:pt x="47503" y="101256"/>
                  </a:cubicBezTo>
                  <a:cubicBezTo>
                    <a:pt x="53128" y="108757"/>
                    <a:pt x="58753" y="116882"/>
                    <a:pt x="63129" y="126258"/>
                  </a:cubicBezTo>
                  <a:cubicBezTo>
                    <a:pt x="67504" y="116882"/>
                    <a:pt x="72504" y="108757"/>
                    <a:pt x="78755" y="101256"/>
                  </a:cubicBezTo>
                  <a:cubicBezTo>
                    <a:pt x="88130" y="102507"/>
                    <a:pt x="98131" y="105007"/>
                    <a:pt x="108132" y="108132"/>
                  </a:cubicBezTo>
                  <a:cubicBezTo>
                    <a:pt x="105007" y="98131"/>
                    <a:pt x="102506" y="88756"/>
                    <a:pt x="101256" y="78755"/>
                  </a:cubicBezTo>
                  <a:cubicBezTo>
                    <a:pt x="108757" y="73130"/>
                    <a:pt x="116882" y="67504"/>
                    <a:pt x="126258" y="63129"/>
                  </a:cubicBezTo>
                  <a:cubicBezTo>
                    <a:pt x="116882" y="58754"/>
                    <a:pt x="108757" y="53753"/>
                    <a:pt x="101256" y="47503"/>
                  </a:cubicBezTo>
                  <a:cubicBezTo>
                    <a:pt x="101881" y="37502"/>
                    <a:pt x="104382" y="27502"/>
                    <a:pt x="108132" y="18126"/>
                  </a:cubicBezTo>
                  <a:close/>
                </a:path>
              </a:pathLst>
            </a:custGeom>
            <a:solidFill>
              <a:schemeClr val="accent4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27000" bIns="2700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314" name="Google Shape;473;p23"/>
            <p:cNvSpPr/>
            <p:nvPr/>
          </p:nvSpPr>
          <p:spPr>
            <a:xfrm>
              <a:off x="7101360" y="4623120"/>
              <a:ext cx="158040" cy="158040"/>
            </a:xfrm>
            <a:custGeom>
              <a:avLst/>
              <a:gdLst>
                <a:gd name="textAreaLeft" fmla="*/ 0 w 158040"/>
                <a:gd name="textAreaRight" fmla="*/ 158400 w 158040"/>
                <a:gd name="textAreaTop" fmla="*/ 0 h 158040"/>
                <a:gd name="textAreaBottom" fmla="*/ 158400 h 158040"/>
              </a:gdLst>
              <a:ahLst/>
              <a:cxnLst/>
              <a:rect l="textAreaLeft" t="textAreaTop" r="textAreaRight" b="textAreaBottom"/>
              <a:pathLst>
                <a:path w="367994" h="368245">
                  <a:moveTo>
                    <a:pt x="355647" y="366273"/>
                  </a:moveTo>
                  <a:cubicBezTo>
                    <a:pt x="362523" y="372524"/>
                    <a:pt x="371898" y="362523"/>
                    <a:pt x="366273" y="355648"/>
                  </a:cubicBezTo>
                  <a:cubicBezTo>
                    <a:pt x="188137" y="148760"/>
                    <a:pt x="88755" y="30002"/>
                    <a:pt x="0" y="0"/>
                  </a:cubicBezTo>
                  <a:cubicBezTo>
                    <a:pt x="30627" y="88131"/>
                    <a:pt x="148759" y="188137"/>
                    <a:pt x="355647" y="366273"/>
                  </a:cubicBezTo>
                  <a:close/>
                </a:path>
              </a:pathLst>
            </a:custGeom>
            <a:solidFill>
              <a:schemeClr val="accent4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315" name="Google Shape;474;p23"/>
            <p:cNvSpPr/>
            <p:nvPr/>
          </p:nvSpPr>
          <p:spPr>
            <a:xfrm>
              <a:off x="6904800" y="4623120"/>
              <a:ext cx="158040" cy="158040"/>
            </a:xfrm>
            <a:custGeom>
              <a:avLst/>
              <a:gdLst>
                <a:gd name="textAreaLeft" fmla="*/ 0 w 158040"/>
                <a:gd name="textAreaRight" fmla="*/ 158400 w 158040"/>
                <a:gd name="textAreaTop" fmla="*/ 0 h 158040"/>
                <a:gd name="textAreaBottom" fmla="*/ 158400 h 158040"/>
              </a:gdLst>
              <a:ahLst/>
              <a:cxnLst/>
              <a:rect l="textAreaLeft" t="textAreaTop" r="textAreaRight" b="textAreaBottom"/>
              <a:pathLst>
                <a:path w="368245" h="367995">
                  <a:moveTo>
                    <a:pt x="1972" y="355648"/>
                  </a:moveTo>
                  <a:cubicBezTo>
                    <a:pt x="-4278" y="362523"/>
                    <a:pt x="5722" y="371898"/>
                    <a:pt x="12598" y="366273"/>
                  </a:cubicBezTo>
                  <a:cubicBezTo>
                    <a:pt x="219486" y="188137"/>
                    <a:pt x="338243" y="88756"/>
                    <a:pt x="368245" y="0"/>
                  </a:cubicBezTo>
                  <a:cubicBezTo>
                    <a:pt x="280114" y="30002"/>
                    <a:pt x="180108" y="148760"/>
                    <a:pt x="1972" y="355648"/>
                  </a:cubicBezTo>
                  <a:close/>
                </a:path>
              </a:pathLst>
            </a:custGeom>
            <a:solidFill>
              <a:schemeClr val="accent4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316" name="Google Shape;475;p23"/>
            <p:cNvSpPr/>
            <p:nvPr/>
          </p:nvSpPr>
          <p:spPr>
            <a:xfrm>
              <a:off x="6904800" y="4426200"/>
              <a:ext cx="158040" cy="158040"/>
            </a:xfrm>
            <a:custGeom>
              <a:avLst/>
              <a:gdLst>
                <a:gd name="textAreaLeft" fmla="*/ 0 w 158040"/>
                <a:gd name="textAreaRight" fmla="*/ 158400 w 158040"/>
                <a:gd name="textAreaTop" fmla="*/ 0 h 158040"/>
                <a:gd name="textAreaBottom" fmla="*/ 158400 h 158040"/>
              </a:gdLst>
              <a:ahLst/>
              <a:cxnLst/>
              <a:rect l="textAreaLeft" t="textAreaTop" r="textAreaRight" b="textAreaBottom"/>
              <a:pathLst>
                <a:path w="367995" h="368245">
                  <a:moveTo>
                    <a:pt x="12348" y="1972"/>
                  </a:moveTo>
                  <a:cubicBezTo>
                    <a:pt x="5472" y="-4278"/>
                    <a:pt x="-3903" y="5722"/>
                    <a:pt x="1722" y="12598"/>
                  </a:cubicBezTo>
                  <a:cubicBezTo>
                    <a:pt x="179858" y="219486"/>
                    <a:pt x="279240" y="338243"/>
                    <a:pt x="367995" y="368245"/>
                  </a:cubicBezTo>
                  <a:cubicBezTo>
                    <a:pt x="337993" y="279490"/>
                    <a:pt x="219861" y="180108"/>
                    <a:pt x="12348" y="1972"/>
                  </a:cubicBezTo>
                  <a:close/>
                </a:path>
              </a:pathLst>
            </a:custGeom>
            <a:solidFill>
              <a:schemeClr val="accent4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</p:grpSp>
      <p:grpSp>
        <p:nvGrpSpPr>
          <p:cNvPr id="317" name="Google Shape;476;p23"/>
          <p:cNvGrpSpPr/>
          <p:nvPr/>
        </p:nvGrpSpPr>
        <p:grpSpPr>
          <a:xfrm>
            <a:off x="314640" y="289800"/>
            <a:ext cx="498960" cy="498960"/>
            <a:chOff x="314640" y="289800"/>
            <a:chExt cx="498960" cy="498960"/>
          </a:xfrm>
        </p:grpSpPr>
        <p:sp>
          <p:nvSpPr>
            <p:cNvPr id="318" name="Google Shape;477;p23"/>
            <p:cNvSpPr/>
            <p:nvPr/>
          </p:nvSpPr>
          <p:spPr>
            <a:xfrm>
              <a:off x="591120" y="527760"/>
              <a:ext cx="222480" cy="23040"/>
            </a:xfrm>
            <a:custGeom>
              <a:avLst/>
              <a:gdLst>
                <a:gd name="textAreaLeft" fmla="*/ 0 w 222480"/>
                <a:gd name="textAreaRight" fmla="*/ 222840 w 222480"/>
                <a:gd name="textAreaTop" fmla="*/ 0 h 23040"/>
                <a:gd name="textAreaBottom" fmla="*/ 23400 h 23040"/>
              </a:gdLst>
              <a:ahLst/>
              <a:cxnLst/>
              <a:rect l="textAreaLeft" t="textAreaTop" r="textAreaRight" b="textAreaBottom"/>
              <a:pathLst>
                <a:path w="517688" h="54004">
                  <a:moveTo>
                    <a:pt x="510657" y="19502"/>
                  </a:moveTo>
                  <a:cubicBezTo>
                    <a:pt x="238140" y="-1125"/>
                    <a:pt x="83755" y="-14250"/>
                    <a:pt x="0" y="27002"/>
                  </a:cubicBezTo>
                  <a:cubicBezTo>
                    <a:pt x="83755" y="68255"/>
                    <a:pt x="238140" y="55129"/>
                    <a:pt x="510657" y="34503"/>
                  </a:cubicBezTo>
                  <a:cubicBezTo>
                    <a:pt x="520033" y="33877"/>
                    <a:pt x="520033" y="20127"/>
                    <a:pt x="510657" y="19502"/>
                  </a:cubicBezTo>
                  <a:close/>
                </a:path>
              </a:pathLst>
            </a:custGeom>
            <a:solidFill>
              <a:schemeClr val="accent4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11520" bIns="1152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319" name="Google Shape;478;p23"/>
            <p:cNvSpPr/>
            <p:nvPr/>
          </p:nvSpPr>
          <p:spPr>
            <a:xfrm>
              <a:off x="552960" y="566280"/>
              <a:ext cx="22680" cy="222480"/>
            </a:xfrm>
            <a:custGeom>
              <a:avLst/>
              <a:gdLst>
                <a:gd name="textAreaLeft" fmla="*/ 0 w 22680"/>
                <a:gd name="textAreaRight" fmla="*/ 23040 w 22680"/>
                <a:gd name="textAreaTop" fmla="*/ 0 h 222480"/>
                <a:gd name="textAreaBottom" fmla="*/ 222840 h 222480"/>
              </a:gdLst>
              <a:ahLst/>
              <a:cxnLst/>
              <a:rect l="textAreaLeft" t="textAreaTop" r="textAreaRight" b="textAreaBottom"/>
              <a:pathLst>
                <a:path w="53781" h="517688">
                  <a:moveTo>
                    <a:pt x="19279" y="510657"/>
                  </a:moveTo>
                  <a:cubicBezTo>
                    <a:pt x="19904" y="520033"/>
                    <a:pt x="33655" y="520033"/>
                    <a:pt x="34280" y="510657"/>
                  </a:cubicBezTo>
                  <a:cubicBezTo>
                    <a:pt x="54906" y="238140"/>
                    <a:pt x="68032" y="83755"/>
                    <a:pt x="26779" y="0"/>
                  </a:cubicBezTo>
                  <a:cubicBezTo>
                    <a:pt x="-14473" y="83755"/>
                    <a:pt x="-722" y="238140"/>
                    <a:pt x="19279" y="510657"/>
                  </a:cubicBezTo>
                  <a:close/>
                </a:path>
              </a:pathLst>
            </a:custGeom>
            <a:solidFill>
              <a:schemeClr val="accent4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320" name="Google Shape;479;p23"/>
            <p:cNvSpPr/>
            <p:nvPr/>
          </p:nvSpPr>
          <p:spPr>
            <a:xfrm>
              <a:off x="314640" y="527760"/>
              <a:ext cx="222480" cy="23040"/>
            </a:xfrm>
            <a:custGeom>
              <a:avLst/>
              <a:gdLst>
                <a:gd name="textAreaLeft" fmla="*/ 0 w 222480"/>
                <a:gd name="textAreaRight" fmla="*/ 222840 w 222480"/>
                <a:gd name="textAreaTop" fmla="*/ 0 h 23040"/>
                <a:gd name="textAreaBottom" fmla="*/ 23400 h 23040"/>
              </a:gdLst>
              <a:ahLst/>
              <a:cxnLst/>
              <a:rect l="textAreaLeft" t="textAreaTop" r="textAreaRight" b="textAreaBottom"/>
              <a:pathLst>
                <a:path w="517688" h="54004">
                  <a:moveTo>
                    <a:pt x="7032" y="19502"/>
                  </a:moveTo>
                  <a:cubicBezTo>
                    <a:pt x="-2344" y="20127"/>
                    <a:pt x="-2344" y="33877"/>
                    <a:pt x="7032" y="34503"/>
                  </a:cubicBezTo>
                  <a:cubicBezTo>
                    <a:pt x="279549" y="55129"/>
                    <a:pt x="433934" y="68255"/>
                    <a:pt x="517689" y="27002"/>
                  </a:cubicBezTo>
                  <a:cubicBezTo>
                    <a:pt x="433934" y="-14250"/>
                    <a:pt x="280174" y="-1125"/>
                    <a:pt x="7032" y="19502"/>
                  </a:cubicBezTo>
                  <a:close/>
                </a:path>
              </a:pathLst>
            </a:custGeom>
            <a:solidFill>
              <a:schemeClr val="accent4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11520" bIns="1152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321" name="Google Shape;480;p23"/>
            <p:cNvSpPr/>
            <p:nvPr/>
          </p:nvSpPr>
          <p:spPr>
            <a:xfrm>
              <a:off x="552600" y="289800"/>
              <a:ext cx="23040" cy="222480"/>
            </a:xfrm>
            <a:custGeom>
              <a:avLst/>
              <a:gdLst>
                <a:gd name="textAreaLeft" fmla="*/ 0 w 23040"/>
                <a:gd name="textAreaRight" fmla="*/ 23400 w 23040"/>
                <a:gd name="textAreaTop" fmla="*/ 0 h 222480"/>
                <a:gd name="textAreaBottom" fmla="*/ 222840 h 222480"/>
              </a:gdLst>
              <a:ahLst/>
              <a:cxnLst/>
              <a:rect l="textAreaLeft" t="textAreaTop" r="textAreaRight" b="textAreaBottom"/>
              <a:pathLst>
                <a:path w="54004" h="517688">
                  <a:moveTo>
                    <a:pt x="34503" y="7032"/>
                  </a:moveTo>
                  <a:cubicBezTo>
                    <a:pt x="33878" y="-2344"/>
                    <a:pt x="20127" y="-2344"/>
                    <a:pt x="19502" y="7032"/>
                  </a:cubicBezTo>
                  <a:cubicBezTo>
                    <a:pt x="-1125" y="279549"/>
                    <a:pt x="-14250" y="433933"/>
                    <a:pt x="27002" y="517689"/>
                  </a:cubicBezTo>
                  <a:cubicBezTo>
                    <a:pt x="68255" y="433933"/>
                    <a:pt x="55129" y="279549"/>
                    <a:pt x="34503" y="7032"/>
                  </a:cubicBezTo>
                  <a:close/>
                </a:path>
              </a:pathLst>
            </a:custGeom>
            <a:solidFill>
              <a:schemeClr val="accent4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322" name="Google Shape;481;p23"/>
            <p:cNvSpPr/>
            <p:nvPr/>
          </p:nvSpPr>
          <p:spPr>
            <a:xfrm>
              <a:off x="583560" y="362160"/>
              <a:ext cx="158040" cy="158040"/>
            </a:xfrm>
            <a:custGeom>
              <a:avLst/>
              <a:gdLst>
                <a:gd name="textAreaLeft" fmla="*/ 0 w 158040"/>
                <a:gd name="textAreaRight" fmla="*/ 158400 w 158040"/>
                <a:gd name="textAreaTop" fmla="*/ 0 h 158040"/>
                <a:gd name="textAreaBottom" fmla="*/ 158400 h 158040"/>
              </a:gdLst>
              <a:ahLst/>
              <a:cxnLst/>
              <a:rect l="textAreaLeft" t="textAreaTop" r="textAreaRight" b="textAreaBottom"/>
              <a:pathLst>
                <a:path w="368244" h="367995">
                  <a:moveTo>
                    <a:pt x="366273" y="12348"/>
                  </a:moveTo>
                  <a:cubicBezTo>
                    <a:pt x="372523" y="5472"/>
                    <a:pt x="362523" y="-3903"/>
                    <a:pt x="355647" y="1722"/>
                  </a:cubicBezTo>
                  <a:cubicBezTo>
                    <a:pt x="148759" y="179858"/>
                    <a:pt x="30002" y="279240"/>
                    <a:pt x="0" y="367995"/>
                  </a:cubicBezTo>
                  <a:cubicBezTo>
                    <a:pt x="88755" y="337368"/>
                    <a:pt x="188137" y="219236"/>
                    <a:pt x="366273" y="12348"/>
                  </a:cubicBezTo>
                  <a:close/>
                </a:path>
              </a:pathLst>
            </a:custGeom>
            <a:solidFill>
              <a:schemeClr val="accent4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323" name="Google Shape;482;p23"/>
            <p:cNvSpPr/>
            <p:nvPr/>
          </p:nvSpPr>
          <p:spPr>
            <a:xfrm>
              <a:off x="537120" y="512640"/>
              <a:ext cx="54000" cy="54000"/>
            </a:xfrm>
            <a:custGeom>
              <a:avLst/>
              <a:gdLst>
                <a:gd name="textAreaLeft" fmla="*/ 0 w 54000"/>
                <a:gd name="textAreaRight" fmla="*/ 54360 w 54000"/>
                <a:gd name="textAreaTop" fmla="*/ 0 h 54000"/>
                <a:gd name="textAreaBottom" fmla="*/ 54360 h 54000"/>
              </a:gdLst>
              <a:ahLst/>
              <a:cxnLst/>
              <a:rect l="textAreaLeft" t="textAreaTop" r="textAreaRight" b="textAreaBottom"/>
              <a:pathLst>
                <a:path w="126258" h="126258">
                  <a:moveTo>
                    <a:pt x="108132" y="18126"/>
                  </a:moveTo>
                  <a:cubicBezTo>
                    <a:pt x="98131" y="21251"/>
                    <a:pt x="88756" y="23751"/>
                    <a:pt x="78755" y="25002"/>
                  </a:cubicBezTo>
                  <a:cubicBezTo>
                    <a:pt x="73130" y="17501"/>
                    <a:pt x="67504" y="9376"/>
                    <a:pt x="63129" y="0"/>
                  </a:cubicBezTo>
                  <a:cubicBezTo>
                    <a:pt x="58753" y="9376"/>
                    <a:pt x="53753" y="17501"/>
                    <a:pt x="47503" y="25002"/>
                  </a:cubicBezTo>
                  <a:cubicBezTo>
                    <a:pt x="38127" y="23751"/>
                    <a:pt x="28127" y="21251"/>
                    <a:pt x="18126" y="18126"/>
                  </a:cubicBezTo>
                  <a:cubicBezTo>
                    <a:pt x="21251" y="28127"/>
                    <a:pt x="23751" y="37502"/>
                    <a:pt x="25002" y="47503"/>
                  </a:cubicBezTo>
                  <a:cubicBezTo>
                    <a:pt x="17501" y="53128"/>
                    <a:pt x="9376" y="58754"/>
                    <a:pt x="0" y="63129"/>
                  </a:cubicBezTo>
                  <a:cubicBezTo>
                    <a:pt x="9376" y="67504"/>
                    <a:pt x="17501" y="72504"/>
                    <a:pt x="25002" y="78755"/>
                  </a:cubicBezTo>
                  <a:cubicBezTo>
                    <a:pt x="23751" y="88130"/>
                    <a:pt x="21251" y="98131"/>
                    <a:pt x="18126" y="108132"/>
                  </a:cubicBezTo>
                  <a:cubicBezTo>
                    <a:pt x="28127" y="105007"/>
                    <a:pt x="37502" y="102507"/>
                    <a:pt x="47503" y="101256"/>
                  </a:cubicBezTo>
                  <a:cubicBezTo>
                    <a:pt x="53128" y="108757"/>
                    <a:pt x="58753" y="116882"/>
                    <a:pt x="63129" y="126258"/>
                  </a:cubicBezTo>
                  <a:cubicBezTo>
                    <a:pt x="67504" y="116882"/>
                    <a:pt x="72504" y="108757"/>
                    <a:pt x="78755" y="101256"/>
                  </a:cubicBezTo>
                  <a:cubicBezTo>
                    <a:pt x="88130" y="102507"/>
                    <a:pt x="98131" y="105007"/>
                    <a:pt x="108132" y="108132"/>
                  </a:cubicBezTo>
                  <a:cubicBezTo>
                    <a:pt x="105007" y="98131"/>
                    <a:pt x="102506" y="88756"/>
                    <a:pt x="101256" y="78755"/>
                  </a:cubicBezTo>
                  <a:cubicBezTo>
                    <a:pt x="108757" y="73130"/>
                    <a:pt x="116882" y="67504"/>
                    <a:pt x="126258" y="63129"/>
                  </a:cubicBezTo>
                  <a:cubicBezTo>
                    <a:pt x="116882" y="58754"/>
                    <a:pt x="108757" y="53753"/>
                    <a:pt x="101256" y="47503"/>
                  </a:cubicBezTo>
                  <a:cubicBezTo>
                    <a:pt x="101881" y="37502"/>
                    <a:pt x="104382" y="27502"/>
                    <a:pt x="108132" y="18126"/>
                  </a:cubicBezTo>
                  <a:close/>
                </a:path>
              </a:pathLst>
            </a:custGeom>
            <a:solidFill>
              <a:schemeClr val="accent4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27000" bIns="2700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324" name="Google Shape;483;p23"/>
            <p:cNvSpPr/>
            <p:nvPr/>
          </p:nvSpPr>
          <p:spPr>
            <a:xfrm>
              <a:off x="583560" y="558720"/>
              <a:ext cx="158040" cy="158040"/>
            </a:xfrm>
            <a:custGeom>
              <a:avLst/>
              <a:gdLst>
                <a:gd name="textAreaLeft" fmla="*/ 0 w 158040"/>
                <a:gd name="textAreaRight" fmla="*/ 158400 w 158040"/>
                <a:gd name="textAreaTop" fmla="*/ 0 h 158040"/>
                <a:gd name="textAreaBottom" fmla="*/ 158400 h 158040"/>
              </a:gdLst>
              <a:ahLst/>
              <a:cxnLst/>
              <a:rect l="textAreaLeft" t="textAreaTop" r="textAreaRight" b="textAreaBottom"/>
              <a:pathLst>
                <a:path w="367994" h="368245">
                  <a:moveTo>
                    <a:pt x="355647" y="366273"/>
                  </a:moveTo>
                  <a:cubicBezTo>
                    <a:pt x="362523" y="372524"/>
                    <a:pt x="371898" y="362523"/>
                    <a:pt x="366273" y="355648"/>
                  </a:cubicBezTo>
                  <a:cubicBezTo>
                    <a:pt x="188137" y="148760"/>
                    <a:pt x="88755" y="30002"/>
                    <a:pt x="0" y="0"/>
                  </a:cubicBezTo>
                  <a:cubicBezTo>
                    <a:pt x="30627" y="88131"/>
                    <a:pt x="148759" y="188137"/>
                    <a:pt x="355647" y="366273"/>
                  </a:cubicBezTo>
                  <a:close/>
                </a:path>
              </a:pathLst>
            </a:custGeom>
            <a:solidFill>
              <a:schemeClr val="accent4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325" name="Google Shape;484;p23"/>
            <p:cNvSpPr/>
            <p:nvPr/>
          </p:nvSpPr>
          <p:spPr>
            <a:xfrm>
              <a:off x="386640" y="558720"/>
              <a:ext cx="158040" cy="158040"/>
            </a:xfrm>
            <a:custGeom>
              <a:avLst/>
              <a:gdLst>
                <a:gd name="textAreaLeft" fmla="*/ 0 w 158040"/>
                <a:gd name="textAreaRight" fmla="*/ 158400 w 158040"/>
                <a:gd name="textAreaTop" fmla="*/ 0 h 158040"/>
                <a:gd name="textAreaBottom" fmla="*/ 158400 h 158040"/>
              </a:gdLst>
              <a:ahLst/>
              <a:cxnLst/>
              <a:rect l="textAreaLeft" t="textAreaTop" r="textAreaRight" b="textAreaBottom"/>
              <a:pathLst>
                <a:path w="368245" h="367995">
                  <a:moveTo>
                    <a:pt x="1972" y="355648"/>
                  </a:moveTo>
                  <a:cubicBezTo>
                    <a:pt x="-4278" y="362523"/>
                    <a:pt x="5722" y="371898"/>
                    <a:pt x="12598" y="366273"/>
                  </a:cubicBezTo>
                  <a:cubicBezTo>
                    <a:pt x="219486" y="188137"/>
                    <a:pt x="338243" y="88756"/>
                    <a:pt x="368245" y="0"/>
                  </a:cubicBezTo>
                  <a:cubicBezTo>
                    <a:pt x="280114" y="30002"/>
                    <a:pt x="180108" y="148760"/>
                    <a:pt x="1972" y="355648"/>
                  </a:cubicBezTo>
                  <a:close/>
                </a:path>
              </a:pathLst>
            </a:custGeom>
            <a:solidFill>
              <a:schemeClr val="accent4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326" name="Google Shape;485;p23"/>
            <p:cNvSpPr/>
            <p:nvPr/>
          </p:nvSpPr>
          <p:spPr>
            <a:xfrm>
              <a:off x="386640" y="361800"/>
              <a:ext cx="158040" cy="158040"/>
            </a:xfrm>
            <a:custGeom>
              <a:avLst/>
              <a:gdLst>
                <a:gd name="textAreaLeft" fmla="*/ 0 w 158040"/>
                <a:gd name="textAreaRight" fmla="*/ 158400 w 158040"/>
                <a:gd name="textAreaTop" fmla="*/ 0 h 158040"/>
                <a:gd name="textAreaBottom" fmla="*/ 158400 h 158040"/>
              </a:gdLst>
              <a:ahLst/>
              <a:cxnLst/>
              <a:rect l="textAreaLeft" t="textAreaTop" r="textAreaRight" b="textAreaBottom"/>
              <a:pathLst>
                <a:path w="367995" h="368245">
                  <a:moveTo>
                    <a:pt x="12348" y="1972"/>
                  </a:moveTo>
                  <a:cubicBezTo>
                    <a:pt x="5472" y="-4278"/>
                    <a:pt x="-3903" y="5722"/>
                    <a:pt x="1722" y="12598"/>
                  </a:cubicBezTo>
                  <a:cubicBezTo>
                    <a:pt x="179858" y="219486"/>
                    <a:pt x="279240" y="338243"/>
                    <a:pt x="367995" y="368245"/>
                  </a:cubicBezTo>
                  <a:cubicBezTo>
                    <a:pt x="337993" y="279490"/>
                    <a:pt x="219861" y="180108"/>
                    <a:pt x="12348" y="1972"/>
                  </a:cubicBezTo>
                  <a:close/>
                </a:path>
              </a:pathLst>
            </a:custGeom>
            <a:solidFill>
              <a:schemeClr val="accent4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</p:grpSp>
    </p:spTree>
  </p:cSld>
</p:sldLayout>
</file>

<file path=ppt/slideLayouts/slideLayout1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CUSTOM_6"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35" name="Google Shape;496;p25" descr=""/>
          <p:cNvPicPr/>
          <p:nvPr/>
        </p:nvPicPr>
        <p:blipFill>
          <a:blip r:embed="rId2">
            <a:alphaModFix amt="30000"/>
          </a:blip>
          <a:stretch/>
        </p:blipFill>
        <p:spPr>
          <a:xfrm flipH="1">
            <a:off x="360" y="-3960"/>
            <a:ext cx="9143640" cy="515088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336" name="PlaceHolder 1"/>
          <p:cNvSpPr>
            <a:spLocks noGrp="1"/>
          </p:cNvSpPr>
          <p:nvPr>
            <p:ph type="title"/>
          </p:nvPr>
        </p:nvSpPr>
        <p:spPr>
          <a:xfrm>
            <a:off x="720000" y="444960"/>
            <a:ext cx="7703640" cy="5724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t">
            <a:noAutofit/>
          </a:bodyPr>
          <a:p>
            <a:pPr indent="0">
              <a:buNone/>
            </a:pPr>
            <a:r>
              <a:rPr b="0" lang="fr-FR" sz="3500" strike="noStrike" u="none">
                <a:solidFill>
                  <a:schemeClr val="dk1"/>
                </a:solidFill>
                <a:effectLst/>
                <a:uFillTx/>
                <a:latin typeface="Arial"/>
              </a:rPr>
              <a:t>Click to edit the title text format</a:t>
            </a:r>
            <a:endParaRPr b="0" lang="fr-FR" sz="3500" strike="noStrike" u="non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337" name="Google Shape;504;p25"/>
          <p:cNvSpPr/>
          <p:nvPr/>
        </p:nvSpPr>
        <p:spPr>
          <a:xfrm>
            <a:off x="6918480" y="3964680"/>
            <a:ext cx="2027880" cy="1997640"/>
          </a:xfrm>
          <a:custGeom>
            <a:avLst/>
            <a:gdLst>
              <a:gd name="textAreaLeft" fmla="*/ 0 w 2027880"/>
              <a:gd name="textAreaRight" fmla="*/ 2028240 w 2027880"/>
              <a:gd name="textAreaTop" fmla="*/ 0 h 1997640"/>
              <a:gd name="textAreaBottom" fmla="*/ 1998000 h 1997640"/>
            </a:gdLst>
            <a:ahLst/>
            <a:cxnLst/>
            <a:rect l="textAreaLeft" t="textAreaTop" r="textAreaRight" b="textAreaBottom"/>
            <a:pathLst>
              <a:path w="1973873" h="1944496">
                <a:moveTo>
                  <a:pt x="1330709" y="1944497"/>
                </a:moveTo>
                <a:lnTo>
                  <a:pt x="987562" y="1251328"/>
                </a:lnTo>
                <a:lnTo>
                  <a:pt x="644416" y="1944497"/>
                </a:lnTo>
                <a:lnTo>
                  <a:pt x="827552" y="1193200"/>
                </a:lnTo>
                <a:lnTo>
                  <a:pt x="119382" y="1503844"/>
                </a:lnTo>
                <a:lnTo>
                  <a:pt x="741922" y="1045691"/>
                </a:lnTo>
                <a:lnTo>
                  <a:pt x="0" y="828177"/>
                </a:lnTo>
                <a:lnTo>
                  <a:pt x="771298" y="877555"/>
                </a:lnTo>
                <a:lnTo>
                  <a:pt x="342521" y="234390"/>
                </a:lnTo>
                <a:lnTo>
                  <a:pt x="901932" y="768173"/>
                </a:lnTo>
                <a:lnTo>
                  <a:pt x="986937" y="0"/>
                </a:lnTo>
                <a:lnTo>
                  <a:pt x="1071942" y="768173"/>
                </a:lnTo>
                <a:lnTo>
                  <a:pt x="1631353" y="234390"/>
                </a:lnTo>
                <a:lnTo>
                  <a:pt x="1202576" y="877555"/>
                </a:lnTo>
                <a:lnTo>
                  <a:pt x="1973874" y="828177"/>
                </a:lnTo>
                <a:lnTo>
                  <a:pt x="1231953" y="1045691"/>
                </a:lnTo>
                <a:lnTo>
                  <a:pt x="1854491" y="1503844"/>
                </a:lnTo>
                <a:lnTo>
                  <a:pt x="1146322" y="1193200"/>
                </a:lnTo>
                <a:lnTo>
                  <a:pt x="1330709" y="1944497"/>
                </a:lnTo>
                <a:close/>
                <a:moveTo>
                  <a:pt x="987562" y="1234453"/>
                </a:moveTo>
                <a:lnTo>
                  <a:pt x="1306957" y="1879493"/>
                </a:lnTo>
                <a:lnTo>
                  <a:pt x="1136946" y="1180074"/>
                </a:lnTo>
                <a:lnTo>
                  <a:pt x="1795738" y="1468842"/>
                </a:lnTo>
                <a:lnTo>
                  <a:pt x="1216327" y="1042565"/>
                </a:lnTo>
                <a:lnTo>
                  <a:pt x="1223827" y="1040690"/>
                </a:lnTo>
                <a:lnTo>
                  <a:pt x="1906995" y="840678"/>
                </a:lnTo>
                <a:lnTo>
                  <a:pt x="1188825" y="886931"/>
                </a:lnTo>
                <a:lnTo>
                  <a:pt x="1587600" y="288143"/>
                </a:lnTo>
                <a:lnTo>
                  <a:pt x="1066942" y="785049"/>
                </a:lnTo>
                <a:lnTo>
                  <a:pt x="987562" y="69379"/>
                </a:lnTo>
                <a:lnTo>
                  <a:pt x="908182" y="784424"/>
                </a:lnTo>
                <a:lnTo>
                  <a:pt x="387524" y="287518"/>
                </a:lnTo>
                <a:lnTo>
                  <a:pt x="786299" y="886306"/>
                </a:lnTo>
                <a:lnTo>
                  <a:pt x="778799" y="885680"/>
                </a:lnTo>
                <a:lnTo>
                  <a:pt x="68754" y="840053"/>
                </a:lnTo>
                <a:lnTo>
                  <a:pt x="758798" y="1042565"/>
                </a:lnTo>
                <a:lnTo>
                  <a:pt x="752547" y="1046941"/>
                </a:lnTo>
                <a:lnTo>
                  <a:pt x="179386" y="1468842"/>
                </a:lnTo>
                <a:lnTo>
                  <a:pt x="838178" y="1180074"/>
                </a:lnTo>
                <a:lnTo>
                  <a:pt x="668167" y="1879493"/>
                </a:lnTo>
                <a:lnTo>
                  <a:pt x="987562" y="1234453"/>
                </a:lnTo>
                <a:close/>
              </a:path>
            </a:pathLst>
          </a:custGeom>
          <a:solidFill>
            <a:schemeClr val="accent2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endParaRPr b="0" lang="en-US" sz="1800" strike="noStrike" u="none">
              <a:solidFill>
                <a:srgbClr val="000000"/>
              </a:solidFill>
              <a:effectLst/>
              <a:uFillTx/>
              <a:latin typeface="OpenSymbol"/>
            </a:endParaRPr>
          </a:p>
        </p:txBody>
      </p:sp>
      <p:grpSp>
        <p:nvGrpSpPr>
          <p:cNvPr id="338" name="Google Shape;505;p25"/>
          <p:cNvGrpSpPr/>
          <p:nvPr/>
        </p:nvGrpSpPr>
        <p:grpSpPr>
          <a:xfrm>
            <a:off x="253440" y="4304160"/>
            <a:ext cx="498960" cy="498960"/>
            <a:chOff x="253440" y="4304160"/>
            <a:chExt cx="498960" cy="498960"/>
          </a:xfrm>
        </p:grpSpPr>
        <p:sp>
          <p:nvSpPr>
            <p:cNvPr id="339" name="Google Shape;506;p25"/>
            <p:cNvSpPr/>
            <p:nvPr/>
          </p:nvSpPr>
          <p:spPr>
            <a:xfrm>
              <a:off x="529920" y="4542120"/>
              <a:ext cx="222480" cy="23040"/>
            </a:xfrm>
            <a:custGeom>
              <a:avLst/>
              <a:gdLst>
                <a:gd name="textAreaLeft" fmla="*/ 0 w 222480"/>
                <a:gd name="textAreaRight" fmla="*/ 222840 w 222480"/>
                <a:gd name="textAreaTop" fmla="*/ 0 h 23040"/>
                <a:gd name="textAreaBottom" fmla="*/ 23400 h 23040"/>
              </a:gdLst>
              <a:ahLst/>
              <a:cxnLst/>
              <a:rect l="textAreaLeft" t="textAreaTop" r="textAreaRight" b="textAreaBottom"/>
              <a:pathLst>
                <a:path w="517688" h="54004">
                  <a:moveTo>
                    <a:pt x="510657" y="19502"/>
                  </a:moveTo>
                  <a:cubicBezTo>
                    <a:pt x="238140" y="-1125"/>
                    <a:pt x="83755" y="-14250"/>
                    <a:pt x="0" y="27002"/>
                  </a:cubicBezTo>
                  <a:cubicBezTo>
                    <a:pt x="83755" y="68255"/>
                    <a:pt x="238140" y="55129"/>
                    <a:pt x="510657" y="34503"/>
                  </a:cubicBezTo>
                  <a:cubicBezTo>
                    <a:pt x="520033" y="33877"/>
                    <a:pt x="520033" y="20127"/>
                    <a:pt x="510657" y="19502"/>
                  </a:cubicBezTo>
                  <a:close/>
                </a:path>
              </a:pathLst>
            </a:custGeom>
            <a:solidFill>
              <a:schemeClr val="accent4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11520" bIns="1152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340" name="Google Shape;507;p25"/>
            <p:cNvSpPr/>
            <p:nvPr/>
          </p:nvSpPr>
          <p:spPr>
            <a:xfrm>
              <a:off x="491400" y="4580640"/>
              <a:ext cx="22680" cy="222480"/>
            </a:xfrm>
            <a:custGeom>
              <a:avLst/>
              <a:gdLst>
                <a:gd name="textAreaLeft" fmla="*/ 0 w 22680"/>
                <a:gd name="textAreaRight" fmla="*/ 23040 w 22680"/>
                <a:gd name="textAreaTop" fmla="*/ 0 h 222480"/>
                <a:gd name="textAreaBottom" fmla="*/ 222840 h 222480"/>
              </a:gdLst>
              <a:ahLst/>
              <a:cxnLst/>
              <a:rect l="textAreaLeft" t="textAreaTop" r="textAreaRight" b="textAreaBottom"/>
              <a:pathLst>
                <a:path w="53781" h="517688">
                  <a:moveTo>
                    <a:pt x="19279" y="510657"/>
                  </a:moveTo>
                  <a:cubicBezTo>
                    <a:pt x="19904" y="520033"/>
                    <a:pt x="33655" y="520033"/>
                    <a:pt x="34280" y="510657"/>
                  </a:cubicBezTo>
                  <a:cubicBezTo>
                    <a:pt x="54906" y="238140"/>
                    <a:pt x="68032" y="83755"/>
                    <a:pt x="26779" y="0"/>
                  </a:cubicBezTo>
                  <a:cubicBezTo>
                    <a:pt x="-14473" y="83755"/>
                    <a:pt x="-722" y="238140"/>
                    <a:pt x="19279" y="510657"/>
                  </a:cubicBezTo>
                  <a:close/>
                </a:path>
              </a:pathLst>
            </a:custGeom>
            <a:solidFill>
              <a:schemeClr val="accent4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341" name="Google Shape;508;p25"/>
            <p:cNvSpPr/>
            <p:nvPr/>
          </p:nvSpPr>
          <p:spPr>
            <a:xfrm>
              <a:off x="253440" y="4542120"/>
              <a:ext cx="222480" cy="23040"/>
            </a:xfrm>
            <a:custGeom>
              <a:avLst/>
              <a:gdLst>
                <a:gd name="textAreaLeft" fmla="*/ 0 w 222480"/>
                <a:gd name="textAreaRight" fmla="*/ 222840 w 222480"/>
                <a:gd name="textAreaTop" fmla="*/ 0 h 23040"/>
                <a:gd name="textAreaBottom" fmla="*/ 23400 h 23040"/>
              </a:gdLst>
              <a:ahLst/>
              <a:cxnLst/>
              <a:rect l="textAreaLeft" t="textAreaTop" r="textAreaRight" b="textAreaBottom"/>
              <a:pathLst>
                <a:path w="517688" h="54004">
                  <a:moveTo>
                    <a:pt x="7032" y="19502"/>
                  </a:moveTo>
                  <a:cubicBezTo>
                    <a:pt x="-2344" y="20127"/>
                    <a:pt x="-2344" y="33877"/>
                    <a:pt x="7032" y="34503"/>
                  </a:cubicBezTo>
                  <a:cubicBezTo>
                    <a:pt x="279549" y="55129"/>
                    <a:pt x="433934" y="68255"/>
                    <a:pt x="517689" y="27002"/>
                  </a:cubicBezTo>
                  <a:cubicBezTo>
                    <a:pt x="433934" y="-14250"/>
                    <a:pt x="280174" y="-1125"/>
                    <a:pt x="7032" y="19502"/>
                  </a:cubicBezTo>
                  <a:close/>
                </a:path>
              </a:pathLst>
            </a:custGeom>
            <a:solidFill>
              <a:schemeClr val="accent4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11520" bIns="1152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342" name="Google Shape;509;p25"/>
            <p:cNvSpPr/>
            <p:nvPr/>
          </p:nvSpPr>
          <p:spPr>
            <a:xfrm>
              <a:off x="491400" y="4304160"/>
              <a:ext cx="23040" cy="222480"/>
            </a:xfrm>
            <a:custGeom>
              <a:avLst/>
              <a:gdLst>
                <a:gd name="textAreaLeft" fmla="*/ 0 w 23040"/>
                <a:gd name="textAreaRight" fmla="*/ 23400 w 23040"/>
                <a:gd name="textAreaTop" fmla="*/ 0 h 222480"/>
                <a:gd name="textAreaBottom" fmla="*/ 222840 h 222480"/>
              </a:gdLst>
              <a:ahLst/>
              <a:cxnLst/>
              <a:rect l="textAreaLeft" t="textAreaTop" r="textAreaRight" b="textAreaBottom"/>
              <a:pathLst>
                <a:path w="54004" h="517688">
                  <a:moveTo>
                    <a:pt x="34503" y="7032"/>
                  </a:moveTo>
                  <a:cubicBezTo>
                    <a:pt x="33878" y="-2344"/>
                    <a:pt x="20127" y="-2344"/>
                    <a:pt x="19502" y="7032"/>
                  </a:cubicBezTo>
                  <a:cubicBezTo>
                    <a:pt x="-1125" y="279549"/>
                    <a:pt x="-14250" y="433933"/>
                    <a:pt x="27002" y="517689"/>
                  </a:cubicBezTo>
                  <a:cubicBezTo>
                    <a:pt x="68255" y="433933"/>
                    <a:pt x="55129" y="279549"/>
                    <a:pt x="34503" y="7032"/>
                  </a:cubicBezTo>
                  <a:close/>
                </a:path>
              </a:pathLst>
            </a:custGeom>
            <a:solidFill>
              <a:schemeClr val="accent4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343" name="Google Shape;510;p25"/>
            <p:cNvSpPr/>
            <p:nvPr/>
          </p:nvSpPr>
          <p:spPr>
            <a:xfrm>
              <a:off x="522360" y="4376160"/>
              <a:ext cx="158040" cy="158040"/>
            </a:xfrm>
            <a:custGeom>
              <a:avLst/>
              <a:gdLst>
                <a:gd name="textAreaLeft" fmla="*/ 0 w 158040"/>
                <a:gd name="textAreaRight" fmla="*/ 158400 w 158040"/>
                <a:gd name="textAreaTop" fmla="*/ 0 h 158040"/>
                <a:gd name="textAreaBottom" fmla="*/ 158400 h 158040"/>
              </a:gdLst>
              <a:ahLst/>
              <a:cxnLst/>
              <a:rect l="textAreaLeft" t="textAreaTop" r="textAreaRight" b="textAreaBottom"/>
              <a:pathLst>
                <a:path w="368244" h="367995">
                  <a:moveTo>
                    <a:pt x="366273" y="12348"/>
                  </a:moveTo>
                  <a:cubicBezTo>
                    <a:pt x="372523" y="5472"/>
                    <a:pt x="362523" y="-3903"/>
                    <a:pt x="355647" y="1722"/>
                  </a:cubicBezTo>
                  <a:cubicBezTo>
                    <a:pt x="148759" y="179858"/>
                    <a:pt x="30002" y="279240"/>
                    <a:pt x="0" y="367995"/>
                  </a:cubicBezTo>
                  <a:cubicBezTo>
                    <a:pt x="88755" y="337368"/>
                    <a:pt x="188137" y="219236"/>
                    <a:pt x="366273" y="12348"/>
                  </a:cubicBezTo>
                  <a:close/>
                </a:path>
              </a:pathLst>
            </a:custGeom>
            <a:solidFill>
              <a:schemeClr val="accent4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344" name="Google Shape;511;p25"/>
            <p:cNvSpPr/>
            <p:nvPr/>
          </p:nvSpPr>
          <p:spPr>
            <a:xfrm>
              <a:off x="475920" y="4527000"/>
              <a:ext cx="54000" cy="54000"/>
            </a:xfrm>
            <a:custGeom>
              <a:avLst/>
              <a:gdLst>
                <a:gd name="textAreaLeft" fmla="*/ 0 w 54000"/>
                <a:gd name="textAreaRight" fmla="*/ 54360 w 54000"/>
                <a:gd name="textAreaTop" fmla="*/ 0 h 54000"/>
                <a:gd name="textAreaBottom" fmla="*/ 54360 h 54000"/>
              </a:gdLst>
              <a:ahLst/>
              <a:cxnLst/>
              <a:rect l="textAreaLeft" t="textAreaTop" r="textAreaRight" b="textAreaBottom"/>
              <a:pathLst>
                <a:path w="126258" h="126258">
                  <a:moveTo>
                    <a:pt x="108132" y="18126"/>
                  </a:moveTo>
                  <a:cubicBezTo>
                    <a:pt x="98131" y="21251"/>
                    <a:pt x="88756" y="23751"/>
                    <a:pt x="78755" y="25002"/>
                  </a:cubicBezTo>
                  <a:cubicBezTo>
                    <a:pt x="73130" y="17501"/>
                    <a:pt x="67504" y="9376"/>
                    <a:pt x="63129" y="0"/>
                  </a:cubicBezTo>
                  <a:cubicBezTo>
                    <a:pt x="58753" y="9376"/>
                    <a:pt x="53753" y="17501"/>
                    <a:pt x="47503" y="25002"/>
                  </a:cubicBezTo>
                  <a:cubicBezTo>
                    <a:pt x="38127" y="23751"/>
                    <a:pt x="28127" y="21251"/>
                    <a:pt x="18126" y="18126"/>
                  </a:cubicBezTo>
                  <a:cubicBezTo>
                    <a:pt x="21251" y="28127"/>
                    <a:pt x="23751" y="37502"/>
                    <a:pt x="25002" y="47503"/>
                  </a:cubicBezTo>
                  <a:cubicBezTo>
                    <a:pt x="17501" y="53128"/>
                    <a:pt x="9376" y="58754"/>
                    <a:pt x="0" y="63129"/>
                  </a:cubicBezTo>
                  <a:cubicBezTo>
                    <a:pt x="9376" y="67504"/>
                    <a:pt x="17501" y="72504"/>
                    <a:pt x="25002" y="78755"/>
                  </a:cubicBezTo>
                  <a:cubicBezTo>
                    <a:pt x="23751" y="88130"/>
                    <a:pt x="21251" y="98131"/>
                    <a:pt x="18126" y="108132"/>
                  </a:cubicBezTo>
                  <a:cubicBezTo>
                    <a:pt x="28127" y="105007"/>
                    <a:pt x="37502" y="102507"/>
                    <a:pt x="47503" y="101256"/>
                  </a:cubicBezTo>
                  <a:cubicBezTo>
                    <a:pt x="53128" y="108757"/>
                    <a:pt x="58753" y="116882"/>
                    <a:pt x="63129" y="126258"/>
                  </a:cubicBezTo>
                  <a:cubicBezTo>
                    <a:pt x="67504" y="116882"/>
                    <a:pt x="72504" y="108757"/>
                    <a:pt x="78755" y="101256"/>
                  </a:cubicBezTo>
                  <a:cubicBezTo>
                    <a:pt x="88130" y="102507"/>
                    <a:pt x="98131" y="105007"/>
                    <a:pt x="108132" y="108132"/>
                  </a:cubicBezTo>
                  <a:cubicBezTo>
                    <a:pt x="105007" y="98131"/>
                    <a:pt x="102506" y="88756"/>
                    <a:pt x="101256" y="78755"/>
                  </a:cubicBezTo>
                  <a:cubicBezTo>
                    <a:pt x="108757" y="73130"/>
                    <a:pt x="116882" y="67504"/>
                    <a:pt x="126258" y="63129"/>
                  </a:cubicBezTo>
                  <a:cubicBezTo>
                    <a:pt x="116882" y="58754"/>
                    <a:pt x="108757" y="53753"/>
                    <a:pt x="101256" y="47503"/>
                  </a:cubicBezTo>
                  <a:cubicBezTo>
                    <a:pt x="101881" y="37502"/>
                    <a:pt x="104382" y="27502"/>
                    <a:pt x="108132" y="18126"/>
                  </a:cubicBezTo>
                  <a:close/>
                </a:path>
              </a:pathLst>
            </a:custGeom>
            <a:solidFill>
              <a:schemeClr val="accent4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27000" bIns="2700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345" name="Google Shape;512;p25"/>
            <p:cNvSpPr/>
            <p:nvPr/>
          </p:nvSpPr>
          <p:spPr>
            <a:xfrm>
              <a:off x="522360" y="4573080"/>
              <a:ext cx="158040" cy="158040"/>
            </a:xfrm>
            <a:custGeom>
              <a:avLst/>
              <a:gdLst>
                <a:gd name="textAreaLeft" fmla="*/ 0 w 158040"/>
                <a:gd name="textAreaRight" fmla="*/ 158400 w 158040"/>
                <a:gd name="textAreaTop" fmla="*/ 0 h 158040"/>
                <a:gd name="textAreaBottom" fmla="*/ 158400 h 158040"/>
              </a:gdLst>
              <a:ahLst/>
              <a:cxnLst/>
              <a:rect l="textAreaLeft" t="textAreaTop" r="textAreaRight" b="textAreaBottom"/>
              <a:pathLst>
                <a:path w="367994" h="368245">
                  <a:moveTo>
                    <a:pt x="355647" y="366273"/>
                  </a:moveTo>
                  <a:cubicBezTo>
                    <a:pt x="362523" y="372524"/>
                    <a:pt x="371898" y="362523"/>
                    <a:pt x="366273" y="355648"/>
                  </a:cubicBezTo>
                  <a:cubicBezTo>
                    <a:pt x="188137" y="148760"/>
                    <a:pt x="88755" y="30002"/>
                    <a:pt x="0" y="0"/>
                  </a:cubicBezTo>
                  <a:cubicBezTo>
                    <a:pt x="30627" y="88131"/>
                    <a:pt x="148759" y="188137"/>
                    <a:pt x="355647" y="366273"/>
                  </a:cubicBezTo>
                  <a:close/>
                </a:path>
              </a:pathLst>
            </a:custGeom>
            <a:solidFill>
              <a:schemeClr val="accent4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346" name="Google Shape;513;p25"/>
            <p:cNvSpPr/>
            <p:nvPr/>
          </p:nvSpPr>
          <p:spPr>
            <a:xfrm>
              <a:off x="325440" y="4573080"/>
              <a:ext cx="158040" cy="158040"/>
            </a:xfrm>
            <a:custGeom>
              <a:avLst/>
              <a:gdLst>
                <a:gd name="textAreaLeft" fmla="*/ 0 w 158040"/>
                <a:gd name="textAreaRight" fmla="*/ 158400 w 158040"/>
                <a:gd name="textAreaTop" fmla="*/ 0 h 158040"/>
                <a:gd name="textAreaBottom" fmla="*/ 158400 h 158040"/>
              </a:gdLst>
              <a:ahLst/>
              <a:cxnLst/>
              <a:rect l="textAreaLeft" t="textAreaTop" r="textAreaRight" b="textAreaBottom"/>
              <a:pathLst>
                <a:path w="368245" h="367995">
                  <a:moveTo>
                    <a:pt x="1972" y="355648"/>
                  </a:moveTo>
                  <a:cubicBezTo>
                    <a:pt x="-4278" y="362523"/>
                    <a:pt x="5722" y="371898"/>
                    <a:pt x="12598" y="366273"/>
                  </a:cubicBezTo>
                  <a:cubicBezTo>
                    <a:pt x="219486" y="188137"/>
                    <a:pt x="338243" y="88756"/>
                    <a:pt x="368245" y="0"/>
                  </a:cubicBezTo>
                  <a:cubicBezTo>
                    <a:pt x="280114" y="30002"/>
                    <a:pt x="180108" y="148760"/>
                    <a:pt x="1972" y="355648"/>
                  </a:cubicBezTo>
                  <a:close/>
                </a:path>
              </a:pathLst>
            </a:custGeom>
            <a:solidFill>
              <a:schemeClr val="accent4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347" name="Google Shape;514;p25"/>
            <p:cNvSpPr/>
            <p:nvPr/>
          </p:nvSpPr>
          <p:spPr>
            <a:xfrm>
              <a:off x="325440" y="4376160"/>
              <a:ext cx="158040" cy="158040"/>
            </a:xfrm>
            <a:custGeom>
              <a:avLst/>
              <a:gdLst>
                <a:gd name="textAreaLeft" fmla="*/ 0 w 158040"/>
                <a:gd name="textAreaRight" fmla="*/ 158400 w 158040"/>
                <a:gd name="textAreaTop" fmla="*/ 0 h 158040"/>
                <a:gd name="textAreaBottom" fmla="*/ 158400 h 158040"/>
              </a:gdLst>
              <a:ahLst/>
              <a:cxnLst/>
              <a:rect l="textAreaLeft" t="textAreaTop" r="textAreaRight" b="textAreaBottom"/>
              <a:pathLst>
                <a:path w="367995" h="368245">
                  <a:moveTo>
                    <a:pt x="12348" y="1972"/>
                  </a:moveTo>
                  <a:cubicBezTo>
                    <a:pt x="5472" y="-4278"/>
                    <a:pt x="-3903" y="5722"/>
                    <a:pt x="1722" y="12598"/>
                  </a:cubicBezTo>
                  <a:cubicBezTo>
                    <a:pt x="179858" y="219486"/>
                    <a:pt x="279240" y="338243"/>
                    <a:pt x="367995" y="368245"/>
                  </a:cubicBezTo>
                  <a:cubicBezTo>
                    <a:pt x="337993" y="279490"/>
                    <a:pt x="219861" y="180108"/>
                    <a:pt x="12348" y="1972"/>
                  </a:cubicBezTo>
                  <a:close/>
                </a:path>
              </a:pathLst>
            </a:custGeom>
            <a:solidFill>
              <a:schemeClr val="accent4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</p:grpSp>
    </p:spTree>
  </p:cSld>
</p:sldLayout>
</file>

<file path=ppt/slideLayouts/slideLayout1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CUSTOM_8"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81" name="Google Shape;571;p28" descr=""/>
          <p:cNvPicPr/>
          <p:nvPr/>
        </p:nvPicPr>
        <p:blipFill>
          <a:blip r:embed="rId2">
            <a:alphaModFix amt="30000"/>
          </a:blip>
          <a:stretch/>
        </p:blipFill>
        <p:spPr>
          <a:xfrm flipH="1" rot="10800000">
            <a:off x="0" y="-3600"/>
            <a:ext cx="9143640" cy="515088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382" name="PlaceHolder 1"/>
          <p:cNvSpPr>
            <a:spLocks noGrp="1"/>
          </p:cNvSpPr>
          <p:nvPr>
            <p:ph type="title"/>
          </p:nvPr>
        </p:nvSpPr>
        <p:spPr>
          <a:xfrm>
            <a:off x="713160" y="539640"/>
            <a:ext cx="3666600" cy="598320"/>
          </a:xfrm>
          <a:prstGeom prst="rect">
            <a:avLst/>
          </a:prstGeom>
          <a:solidFill>
            <a:schemeClr val="dk1"/>
          </a:solidFill>
          <a:ln w="0">
            <a:noFill/>
          </a:ln>
        </p:spPr>
        <p:txBody>
          <a:bodyPr lIns="91440" rIns="91440" tIns="91440" bIns="91440" anchor="ctr">
            <a:noAutofit/>
          </a:bodyPr>
          <a:p>
            <a:pPr indent="0" algn="ctr">
              <a:lnSpc>
                <a:spcPct val="100000"/>
              </a:lnSpc>
              <a:buNone/>
            </a:pPr>
            <a:r>
              <a:rPr b="0" lang="fr-FR" sz="4000" strike="noStrike" u="none">
                <a:solidFill>
                  <a:schemeClr val="lt1"/>
                </a:solidFill>
                <a:effectLst/>
                <a:uFillTx/>
                <a:latin typeface="Commissioner Light"/>
                <a:ea typeface="Commissioner Light"/>
              </a:rPr>
              <a:t>xx%</a:t>
            </a:r>
            <a:endParaRPr b="0" lang="fr-FR" sz="4000" strike="noStrike" u="non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383" name="PlaceHolder 2"/>
          <p:cNvSpPr>
            <a:spLocks noGrp="1"/>
          </p:cNvSpPr>
          <p:nvPr>
            <p:ph type="title"/>
          </p:nvPr>
        </p:nvSpPr>
        <p:spPr>
          <a:xfrm>
            <a:off x="4763880" y="2028600"/>
            <a:ext cx="3666600" cy="598320"/>
          </a:xfrm>
          <a:prstGeom prst="rect">
            <a:avLst/>
          </a:prstGeom>
          <a:solidFill>
            <a:schemeClr val="dk1"/>
          </a:solidFill>
          <a:ln w="0">
            <a:noFill/>
          </a:ln>
        </p:spPr>
        <p:txBody>
          <a:bodyPr lIns="91440" rIns="91440" tIns="91440" bIns="91440" anchor="ctr">
            <a:noAutofit/>
          </a:bodyPr>
          <a:p>
            <a:pPr indent="0" algn="ctr">
              <a:lnSpc>
                <a:spcPct val="100000"/>
              </a:lnSpc>
              <a:buNone/>
            </a:pPr>
            <a:r>
              <a:rPr b="0" lang="fr-FR" sz="4000" strike="noStrike" u="none">
                <a:solidFill>
                  <a:schemeClr val="lt1"/>
                </a:solidFill>
                <a:effectLst/>
                <a:uFillTx/>
                <a:latin typeface="Commissioner Light"/>
                <a:ea typeface="Commissioner Light"/>
              </a:rPr>
              <a:t>xx%</a:t>
            </a:r>
            <a:endParaRPr b="0" lang="fr-FR" sz="4000" strike="noStrike" u="non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384" name="PlaceHolder 3"/>
          <p:cNvSpPr>
            <a:spLocks noGrp="1"/>
          </p:cNvSpPr>
          <p:nvPr>
            <p:ph type="title"/>
          </p:nvPr>
        </p:nvSpPr>
        <p:spPr>
          <a:xfrm>
            <a:off x="713160" y="3517920"/>
            <a:ext cx="3666600" cy="598320"/>
          </a:xfrm>
          <a:prstGeom prst="rect">
            <a:avLst/>
          </a:prstGeom>
          <a:solidFill>
            <a:schemeClr val="dk1"/>
          </a:solidFill>
          <a:ln w="0">
            <a:noFill/>
          </a:ln>
        </p:spPr>
        <p:txBody>
          <a:bodyPr lIns="91440" rIns="91440" tIns="91440" bIns="91440" anchor="ctr">
            <a:noAutofit/>
          </a:bodyPr>
          <a:p>
            <a:pPr indent="0" algn="ctr">
              <a:lnSpc>
                <a:spcPct val="100000"/>
              </a:lnSpc>
              <a:buNone/>
            </a:pPr>
            <a:r>
              <a:rPr b="0" lang="fr-FR" sz="4000" strike="noStrike" u="none">
                <a:solidFill>
                  <a:schemeClr val="lt1"/>
                </a:solidFill>
                <a:effectLst/>
                <a:uFillTx/>
                <a:latin typeface="Commissioner Light"/>
                <a:ea typeface="Commissioner Light"/>
              </a:rPr>
              <a:t>xx%</a:t>
            </a:r>
            <a:endParaRPr b="0" lang="fr-FR" sz="4000" strike="noStrike" u="non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grpSp>
        <p:nvGrpSpPr>
          <p:cNvPr id="385" name="Google Shape;578;p28"/>
          <p:cNvGrpSpPr/>
          <p:nvPr/>
        </p:nvGrpSpPr>
        <p:grpSpPr>
          <a:xfrm>
            <a:off x="7554960" y="-824040"/>
            <a:ext cx="2126520" cy="2126880"/>
            <a:chOff x="7554960" y="-824040"/>
            <a:chExt cx="2126520" cy="2126880"/>
          </a:xfrm>
        </p:grpSpPr>
        <p:sp>
          <p:nvSpPr>
            <p:cNvPr id="386" name="Google Shape;579;p28"/>
            <p:cNvSpPr/>
            <p:nvPr/>
          </p:nvSpPr>
          <p:spPr>
            <a:xfrm rot="1588200">
              <a:off x="7563600" y="-82440"/>
              <a:ext cx="1019880" cy="102600"/>
            </a:xfrm>
            <a:custGeom>
              <a:avLst/>
              <a:gdLst>
                <a:gd name="textAreaLeft" fmla="*/ 0 w 1019880"/>
                <a:gd name="textAreaRight" fmla="*/ 1020240 w 1019880"/>
                <a:gd name="textAreaTop" fmla="*/ 0 h 102600"/>
                <a:gd name="textAreaBottom" fmla="*/ 102960 h 102600"/>
              </a:gdLst>
              <a:ahLst/>
              <a:cxnLst/>
              <a:rect l="textAreaLeft" t="textAreaTop" r="textAreaRight" b="textAreaBottom"/>
              <a:pathLst>
                <a:path w="1575723" h="158763">
                  <a:moveTo>
                    <a:pt x="1099444" y="158764"/>
                  </a:moveTo>
                  <a:cubicBezTo>
                    <a:pt x="888806" y="158764"/>
                    <a:pt x="617539" y="138137"/>
                    <a:pt x="266891" y="111886"/>
                  </a:cubicBezTo>
                  <a:cubicBezTo>
                    <a:pt x="186262" y="105635"/>
                    <a:pt x="101881" y="99385"/>
                    <a:pt x="12501" y="93135"/>
                  </a:cubicBezTo>
                  <a:cubicBezTo>
                    <a:pt x="5000" y="92510"/>
                    <a:pt x="0" y="86884"/>
                    <a:pt x="0" y="79384"/>
                  </a:cubicBezTo>
                  <a:cubicBezTo>
                    <a:pt x="0" y="71883"/>
                    <a:pt x="5000" y="66258"/>
                    <a:pt x="12501" y="65633"/>
                  </a:cubicBezTo>
                  <a:cubicBezTo>
                    <a:pt x="101256" y="59382"/>
                    <a:pt x="186262" y="52507"/>
                    <a:pt x="266891" y="46882"/>
                  </a:cubicBezTo>
                  <a:cubicBezTo>
                    <a:pt x="961936" y="-5622"/>
                    <a:pt x="1344459" y="-34374"/>
                    <a:pt x="1562598" y="73133"/>
                  </a:cubicBezTo>
                  <a:lnTo>
                    <a:pt x="1575724" y="79384"/>
                  </a:lnTo>
                  <a:lnTo>
                    <a:pt x="1562598" y="85634"/>
                  </a:lnTo>
                  <a:cubicBezTo>
                    <a:pt x="1454466" y="138762"/>
                    <a:pt x="1306332" y="158764"/>
                    <a:pt x="1099444" y="158764"/>
                  </a:cubicBezTo>
                  <a:close/>
                  <a:moveTo>
                    <a:pt x="23751" y="79384"/>
                  </a:moveTo>
                  <a:cubicBezTo>
                    <a:pt x="108757" y="85634"/>
                    <a:pt x="190012" y="91884"/>
                    <a:pt x="268142" y="97510"/>
                  </a:cubicBezTo>
                  <a:cubicBezTo>
                    <a:pt x="946310" y="148763"/>
                    <a:pt x="1326333" y="177515"/>
                    <a:pt x="1543222" y="79384"/>
                  </a:cubicBezTo>
                  <a:cubicBezTo>
                    <a:pt x="1326333" y="-18748"/>
                    <a:pt x="946935" y="10004"/>
                    <a:pt x="268767" y="61258"/>
                  </a:cubicBezTo>
                  <a:cubicBezTo>
                    <a:pt x="190637" y="66883"/>
                    <a:pt x="109382" y="73133"/>
                    <a:pt x="23751" y="79384"/>
                  </a:cubicBezTo>
                  <a:close/>
                </a:path>
              </a:pathLst>
            </a:custGeom>
            <a:solidFill>
              <a:srgbClr val="efefef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387" name="Google Shape;580;p28"/>
            <p:cNvSpPr/>
            <p:nvPr/>
          </p:nvSpPr>
          <p:spPr>
            <a:xfrm rot="1588200">
              <a:off x="8837640" y="-814680"/>
              <a:ext cx="102600" cy="1019880"/>
            </a:xfrm>
            <a:custGeom>
              <a:avLst/>
              <a:gdLst>
                <a:gd name="textAreaLeft" fmla="*/ 0 w 102600"/>
                <a:gd name="textAreaRight" fmla="*/ 102960 w 102600"/>
                <a:gd name="textAreaTop" fmla="*/ 0 h 1019880"/>
                <a:gd name="textAreaBottom" fmla="*/ 1020240 h 1019880"/>
              </a:gdLst>
              <a:ahLst/>
              <a:cxnLst/>
              <a:rect l="textAreaLeft" t="textAreaTop" r="textAreaRight" b="textAreaBottom"/>
              <a:pathLst>
                <a:path w="158767" h="1575723">
                  <a:moveTo>
                    <a:pt x="79383" y="1575724"/>
                  </a:moveTo>
                  <a:lnTo>
                    <a:pt x="73133" y="1562598"/>
                  </a:lnTo>
                  <a:cubicBezTo>
                    <a:pt x="-34373" y="1344459"/>
                    <a:pt x="-5622" y="961935"/>
                    <a:pt x="46882" y="266892"/>
                  </a:cubicBezTo>
                  <a:cubicBezTo>
                    <a:pt x="53132" y="186262"/>
                    <a:pt x="59382" y="101256"/>
                    <a:pt x="65633" y="12501"/>
                  </a:cubicBezTo>
                  <a:lnTo>
                    <a:pt x="65633" y="12501"/>
                  </a:lnTo>
                  <a:cubicBezTo>
                    <a:pt x="66258" y="5000"/>
                    <a:pt x="71883" y="0"/>
                    <a:pt x="79383" y="0"/>
                  </a:cubicBezTo>
                  <a:cubicBezTo>
                    <a:pt x="79383" y="0"/>
                    <a:pt x="79383" y="0"/>
                    <a:pt x="79383" y="0"/>
                  </a:cubicBezTo>
                  <a:cubicBezTo>
                    <a:pt x="86884" y="0"/>
                    <a:pt x="92509" y="5000"/>
                    <a:pt x="93135" y="12501"/>
                  </a:cubicBezTo>
                  <a:cubicBezTo>
                    <a:pt x="99385" y="101881"/>
                    <a:pt x="106260" y="186262"/>
                    <a:pt x="111886" y="266892"/>
                  </a:cubicBezTo>
                  <a:cubicBezTo>
                    <a:pt x="164389" y="961935"/>
                    <a:pt x="193141" y="1344459"/>
                    <a:pt x="85634" y="1561973"/>
                  </a:cubicBezTo>
                  <a:lnTo>
                    <a:pt x="79383" y="1575724"/>
                  </a:lnTo>
                  <a:close/>
                  <a:moveTo>
                    <a:pt x="79383" y="24377"/>
                  </a:moveTo>
                  <a:cubicBezTo>
                    <a:pt x="73133" y="110007"/>
                    <a:pt x="66883" y="191262"/>
                    <a:pt x="61257" y="268767"/>
                  </a:cubicBezTo>
                  <a:cubicBezTo>
                    <a:pt x="10004" y="946934"/>
                    <a:pt x="-18747" y="1326333"/>
                    <a:pt x="79383" y="1543222"/>
                  </a:cubicBezTo>
                  <a:cubicBezTo>
                    <a:pt x="177515" y="1326333"/>
                    <a:pt x="148763" y="946934"/>
                    <a:pt x="97510" y="268767"/>
                  </a:cubicBezTo>
                  <a:cubicBezTo>
                    <a:pt x="91884" y="191262"/>
                    <a:pt x="85634" y="109382"/>
                    <a:pt x="79383" y="24377"/>
                  </a:cubicBezTo>
                  <a:close/>
                </a:path>
              </a:pathLst>
            </a:custGeom>
            <a:solidFill>
              <a:srgbClr val="efefef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388" name="Google Shape;581;p28"/>
            <p:cNvSpPr/>
            <p:nvPr/>
          </p:nvSpPr>
          <p:spPr>
            <a:xfrm rot="1588200">
              <a:off x="8295840" y="273240"/>
              <a:ext cx="102600" cy="1019880"/>
            </a:xfrm>
            <a:custGeom>
              <a:avLst/>
              <a:gdLst>
                <a:gd name="textAreaLeft" fmla="*/ 0 w 102600"/>
                <a:gd name="textAreaRight" fmla="*/ 102960 w 102600"/>
                <a:gd name="textAreaTop" fmla="*/ 0 h 1019880"/>
                <a:gd name="textAreaBottom" fmla="*/ 1020240 h 1019880"/>
              </a:gdLst>
              <a:ahLst/>
              <a:cxnLst/>
              <a:rect l="textAreaLeft" t="textAreaTop" r="textAreaRight" b="textAreaBottom"/>
              <a:pathLst>
                <a:path w="158767" h="1575724">
                  <a:moveTo>
                    <a:pt x="79383" y="1575724"/>
                  </a:moveTo>
                  <a:cubicBezTo>
                    <a:pt x="71883" y="1575724"/>
                    <a:pt x="66258" y="1570724"/>
                    <a:pt x="65633" y="1563223"/>
                  </a:cubicBezTo>
                  <a:cubicBezTo>
                    <a:pt x="59382" y="1474468"/>
                    <a:pt x="52507" y="1389462"/>
                    <a:pt x="46882" y="1308832"/>
                  </a:cubicBezTo>
                  <a:cubicBezTo>
                    <a:pt x="-5622" y="613788"/>
                    <a:pt x="-34373" y="231265"/>
                    <a:pt x="73133" y="13126"/>
                  </a:cubicBezTo>
                  <a:lnTo>
                    <a:pt x="79383" y="0"/>
                  </a:lnTo>
                  <a:lnTo>
                    <a:pt x="85634" y="13126"/>
                  </a:lnTo>
                  <a:cubicBezTo>
                    <a:pt x="193141" y="231265"/>
                    <a:pt x="164389" y="613788"/>
                    <a:pt x="111886" y="1308207"/>
                  </a:cubicBezTo>
                  <a:cubicBezTo>
                    <a:pt x="105636" y="1388837"/>
                    <a:pt x="99385" y="1473843"/>
                    <a:pt x="93135" y="1563223"/>
                  </a:cubicBezTo>
                  <a:cubicBezTo>
                    <a:pt x="92509" y="1570724"/>
                    <a:pt x="86884" y="1575724"/>
                    <a:pt x="79383" y="1575724"/>
                  </a:cubicBezTo>
                  <a:cubicBezTo>
                    <a:pt x="79383" y="1575724"/>
                    <a:pt x="79383" y="1575724"/>
                    <a:pt x="79383" y="1575724"/>
                  </a:cubicBezTo>
                  <a:close/>
                  <a:moveTo>
                    <a:pt x="79383" y="33127"/>
                  </a:moveTo>
                  <a:cubicBezTo>
                    <a:pt x="-18747" y="250016"/>
                    <a:pt x="10004" y="630040"/>
                    <a:pt x="61257" y="1307582"/>
                  </a:cubicBezTo>
                  <a:cubicBezTo>
                    <a:pt x="66883" y="1385087"/>
                    <a:pt x="73133" y="1466342"/>
                    <a:pt x="79383" y="1551973"/>
                  </a:cubicBezTo>
                  <a:cubicBezTo>
                    <a:pt x="85634" y="1466342"/>
                    <a:pt x="91884" y="1385087"/>
                    <a:pt x="97510" y="1307582"/>
                  </a:cubicBezTo>
                  <a:cubicBezTo>
                    <a:pt x="148763" y="629414"/>
                    <a:pt x="177515" y="250016"/>
                    <a:pt x="79383" y="33127"/>
                  </a:cubicBezTo>
                  <a:close/>
                </a:path>
              </a:pathLst>
            </a:custGeom>
            <a:solidFill>
              <a:srgbClr val="efefef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389" name="Google Shape;582;p28"/>
            <p:cNvSpPr/>
            <p:nvPr/>
          </p:nvSpPr>
          <p:spPr>
            <a:xfrm rot="1588200">
              <a:off x="8652240" y="459000"/>
              <a:ext cx="1019880" cy="102600"/>
            </a:xfrm>
            <a:custGeom>
              <a:avLst/>
              <a:gdLst>
                <a:gd name="textAreaLeft" fmla="*/ 0 w 1019880"/>
                <a:gd name="textAreaRight" fmla="*/ 1020240 w 1019880"/>
                <a:gd name="textAreaTop" fmla="*/ 0 h 102600"/>
                <a:gd name="textAreaBottom" fmla="*/ 102960 h 102600"/>
              </a:gdLst>
              <a:ahLst/>
              <a:cxnLst/>
              <a:rect l="textAreaLeft" t="textAreaTop" r="textAreaRight" b="textAreaBottom"/>
              <a:pathLst>
                <a:path w="1575723" h="158763">
                  <a:moveTo>
                    <a:pt x="476280" y="158764"/>
                  </a:moveTo>
                  <a:cubicBezTo>
                    <a:pt x="269392" y="158764"/>
                    <a:pt x="120632" y="138762"/>
                    <a:pt x="13126" y="85634"/>
                  </a:cubicBezTo>
                  <a:lnTo>
                    <a:pt x="0" y="79384"/>
                  </a:lnTo>
                  <a:lnTo>
                    <a:pt x="13126" y="73133"/>
                  </a:lnTo>
                  <a:cubicBezTo>
                    <a:pt x="231265" y="-34374"/>
                    <a:pt x="613788" y="-5622"/>
                    <a:pt x="1308832" y="46882"/>
                  </a:cubicBezTo>
                  <a:cubicBezTo>
                    <a:pt x="1389462" y="53132"/>
                    <a:pt x="1474467" y="59382"/>
                    <a:pt x="1563223" y="65633"/>
                  </a:cubicBezTo>
                  <a:cubicBezTo>
                    <a:pt x="1570723" y="66258"/>
                    <a:pt x="1575724" y="71883"/>
                    <a:pt x="1575724" y="79384"/>
                  </a:cubicBezTo>
                  <a:cubicBezTo>
                    <a:pt x="1575724" y="86884"/>
                    <a:pt x="1570723" y="92510"/>
                    <a:pt x="1563223" y="93135"/>
                  </a:cubicBezTo>
                  <a:cubicBezTo>
                    <a:pt x="1474467" y="99385"/>
                    <a:pt x="1389462" y="106260"/>
                    <a:pt x="1308832" y="111886"/>
                  </a:cubicBezTo>
                  <a:cubicBezTo>
                    <a:pt x="958185" y="138137"/>
                    <a:pt x="686918" y="158764"/>
                    <a:pt x="476280" y="158764"/>
                  </a:cubicBezTo>
                  <a:close/>
                  <a:moveTo>
                    <a:pt x="33127" y="79384"/>
                  </a:moveTo>
                  <a:cubicBezTo>
                    <a:pt x="250016" y="177515"/>
                    <a:pt x="630039" y="148763"/>
                    <a:pt x="1308207" y="97510"/>
                  </a:cubicBezTo>
                  <a:cubicBezTo>
                    <a:pt x="1385712" y="91884"/>
                    <a:pt x="1466967" y="85634"/>
                    <a:pt x="1552597" y="79384"/>
                  </a:cubicBezTo>
                  <a:cubicBezTo>
                    <a:pt x="1466967" y="73133"/>
                    <a:pt x="1385712" y="66883"/>
                    <a:pt x="1308207" y="61258"/>
                  </a:cubicBezTo>
                  <a:cubicBezTo>
                    <a:pt x="629414" y="10004"/>
                    <a:pt x="249390" y="-18748"/>
                    <a:pt x="33127" y="79384"/>
                  </a:cubicBezTo>
                  <a:close/>
                </a:path>
              </a:pathLst>
            </a:custGeom>
            <a:solidFill>
              <a:srgbClr val="efefef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390" name="Google Shape;583;p28"/>
            <p:cNvSpPr/>
            <p:nvPr/>
          </p:nvSpPr>
          <p:spPr>
            <a:xfrm rot="1588200">
              <a:off x="7677720" y="71640"/>
              <a:ext cx="723600" cy="723240"/>
            </a:xfrm>
            <a:custGeom>
              <a:avLst/>
              <a:gdLst>
                <a:gd name="textAreaLeft" fmla="*/ 0 w 723600"/>
                <a:gd name="textAreaRight" fmla="*/ 723960 w 723600"/>
                <a:gd name="textAreaTop" fmla="*/ 0 h 723240"/>
                <a:gd name="textAreaBottom" fmla="*/ 723600 h 723240"/>
              </a:gdLst>
              <a:ahLst/>
              <a:cxnLst/>
              <a:rect l="textAreaLeft" t="textAreaTop" r="textAreaRight" b="textAreaBottom"/>
              <a:pathLst>
                <a:path w="1117897" h="1117570">
                  <a:moveTo>
                    <a:pt x="13453" y="1117570"/>
                  </a:moveTo>
                  <a:cubicBezTo>
                    <a:pt x="10328" y="1117570"/>
                    <a:pt x="6578" y="1116320"/>
                    <a:pt x="4077" y="1113195"/>
                  </a:cubicBezTo>
                  <a:cubicBezTo>
                    <a:pt x="-923" y="1108195"/>
                    <a:pt x="-1548" y="1100069"/>
                    <a:pt x="3452" y="1095069"/>
                  </a:cubicBezTo>
                  <a:cubicBezTo>
                    <a:pt x="61581" y="1027565"/>
                    <a:pt x="117210" y="963185"/>
                    <a:pt x="169713" y="901932"/>
                  </a:cubicBezTo>
                  <a:cubicBezTo>
                    <a:pt x="624116" y="373773"/>
                    <a:pt x="874132" y="82505"/>
                    <a:pt x="1104147" y="4375"/>
                  </a:cubicBezTo>
                  <a:lnTo>
                    <a:pt x="1117897" y="0"/>
                  </a:lnTo>
                  <a:lnTo>
                    <a:pt x="1113522" y="13751"/>
                  </a:lnTo>
                  <a:cubicBezTo>
                    <a:pt x="1035392" y="243765"/>
                    <a:pt x="744124" y="493781"/>
                    <a:pt x="215966" y="948184"/>
                  </a:cubicBezTo>
                  <a:cubicBezTo>
                    <a:pt x="154712" y="1000688"/>
                    <a:pt x="90333" y="1056316"/>
                    <a:pt x="22204" y="1115070"/>
                  </a:cubicBezTo>
                  <a:lnTo>
                    <a:pt x="22204" y="1115070"/>
                  </a:lnTo>
                  <a:cubicBezTo>
                    <a:pt x="19703" y="1116320"/>
                    <a:pt x="16578" y="1117570"/>
                    <a:pt x="13453" y="1117570"/>
                  </a:cubicBezTo>
                  <a:close/>
                  <a:moveTo>
                    <a:pt x="1094771" y="22501"/>
                  </a:moveTo>
                  <a:cubicBezTo>
                    <a:pt x="872257" y="106257"/>
                    <a:pt x="624116" y="395025"/>
                    <a:pt x="180963" y="910682"/>
                  </a:cubicBezTo>
                  <a:cubicBezTo>
                    <a:pt x="130335" y="970061"/>
                    <a:pt x="77207" y="1031940"/>
                    <a:pt x="20953" y="1096319"/>
                  </a:cubicBezTo>
                  <a:cubicBezTo>
                    <a:pt x="85958" y="1040065"/>
                    <a:pt x="147836" y="986937"/>
                    <a:pt x="206590" y="936309"/>
                  </a:cubicBezTo>
                  <a:cubicBezTo>
                    <a:pt x="722247" y="493156"/>
                    <a:pt x="1011016" y="245015"/>
                    <a:pt x="1094771" y="22501"/>
                  </a:cubicBezTo>
                  <a:close/>
                </a:path>
              </a:pathLst>
            </a:custGeom>
            <a:solidFill>
              <a:srgbClr val="efefef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391" name="Google Shape;584;p28"/>
            <p:cNvSpPr/>
            <p:nvPr/>
          </p:nvSpPr>
          <p:spPr>
            <a:xfrm rot="1588200">
              <a:off x="8449920" y="456120"/>
              <a:ext cx="723600" cy="723240"/>
            </a:xfrm>
            <a:custGeom>
              <a:avLst/>
              <a:gdLst>
                <a:gd name="textAreaLeft" fmla="*/ 0 w 723600"/>
                <a:gd name="textAreaRight" fmla="*/ 723960 w 723600"/>
                <a:gd name="textAreaTop" fmla="*/ 0 h 723240"/>
                <a:gd name="textAreaBottom" fmla="*/ 723600 h 723240"/>
              </a:gdLst>
              <a:ahLst/>
              <a:cxnLst/>
              <a:rect l="textAreaLeft" t="textAreaTop" r="textAreaRight" b="textAreaBottom"/>
              <a:pathLst>
                <a:path w="1117897" h="1117570">
                  <a:moveTo>
                    <a:pt x="1103819" y="1117570"/>
                  </a:moveTo>
                  <a:cubicBezTo>
                    <a:pt x="1100694" y="1117570"/>
                    <a:pt x="1097569" y="1116320"/>
                    <a:pt x="1095069" y="1114445"/>
                  </a:cubicBezTo>
                  <a:cubicBezTo>
                    <a:pt x="1027564" y="1056316"/>
                    <a:pt x="963185" y="1000688"/>
                    <a:pt x="901931" y="948184"/>
                  </a:cubicBezTo>
                  <a:cubicBezTo>
                    <a:pt x="373148" y="493781"/>
                    <a:pt x="82505" y="243765"/>
                    <a:pt x="4375" y="13751"/>
                  </a:cubicBezTo>
                  <a:lnTo>
                    <a:pt x="0" y="0"/>
                  </a:lnTo>
                  <a:lnTo>
                    <a:pt x="13751" y="4375"/>
                  </a:lnTo>
                  <a:cubicBezTo>
                    <a:pt x="243765" y="82505"/>
                    <a:pt x="493781" y="373773"/>
                    <a:pt x="948184" y="901932"/>
                  </a:cubicBezTo>
                  <a:cubicBezTo>
                    <a:pt x="1000688" y="963185"/>
                    <a:pt x="1056316" y="1027565"/>
                    <a:pt x="1114445" y="1095069"/>
                  </a:cubicBezTo>
                  <a:lnTo>
                    <a:pt x="1114445" y="1095069"/>
                  </a:lnTo>
                  <a:cubicBezTo>
                    <a:pt x="1119445" y="1100694"/>
                    <a:pt x="1118820" y="1108195"/>
                    <a:pt x="1113820" y="1113820"/>
                  </a:cubicBezTo>
                  <a:cubicBezTo>
                    <a:pt x="1110695" y="1116320"/>
                    <a:pt x="1107569" y="1117570"/>
                    <a:pt x="1103819" y="1117570"/>
                  </a:cubicBezTo>
                  <a:close/>
                  <a:moveTo>
                    <a:pt x="22501" y="22501"/>
                  </a:moveTo>
                  <a:cubicBezTo>
                    <a:pt x="106257" y="245015"/>
                    <a:pt x="395025" y="493156"/>
                    <a:pt x="910682" y="936934"/>
                  </a:cubicBezTo>
                  <a:cubicBezTo>
                    <a:pt x="969436" y="987562"/>
                    <a:pt x="1031940" y="1040690"/>
                    <a:pt x="1096318" y="1096944"/>
                  </a:cubicBezTo>
                  <a:cubicBezTo>
                    <a:pt x="1040690" y="1031940"/>
                    <a:pt x="986936" y="970061"/>
                    <a:pt x="936308" y="911307"/>
                  </a:cubicBezTo>
                  <a:cubicBezTo>
                    <a:pt x="493781" y="395025"/>
                    <a:pt x="245640" y="106257"/>
                    <a:pt x="22501" y="22501"/>
                  </a:cubicBezTo>
                  <a:close/>
                </a:path>
              </a:pathLst>
            </a:custGeom>
            <a:solidFill>
              <a:srgbClr val="efefef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392" name="Google Shape;585;p28"/>
            <p:cNvSpPr/>
            <p:nvPr/>
          </p:nvSpPr>
          <p:spPr>
            <a:xfrm rot="1588200">
              <a:off x="8834400" y="-316440"/>
              <a:ext cx="723600" cy="723960"/>
            </a:xfrm>
            <a:custGeom>
              <a:avLst/>
              <a:gdLst>
                <a:gd name="textAreaLeft" fmla="*/ 0 w 723600"/>
                <a:gd name="textAreaRight" fmla="*/ 723960 w 723600"/>
                <a:gd name="textAreaTop" fmla="*/ 0 h 723960"/>
                <a:gd name="textAreaBottom" fmla="*/ 724320 h 723960"/>
              </a:gdLst>
              <a:ahLst/>
              <a:cxnLst/>
              <a:rect l="textAreaLeft" t="textAreaTop" r="textAreaRight" b="textAreaBottom"/>
              <a:pathLst>
                <a:path w="1117897" h="1118522">
                  <a:moveTo>
                    <a:pt x="0" y="1118522"/>
                  </a:moveTo>
                  <a:lnTo>
                    <a:pt x="4376" y="1104772"/>
                  </a:lnTo>
                  <a:cubicBezTo>
                    <a:pt x="82506" y="874757"/>
                    <a:pt x="373774" y="624741"/>
                    <a:pt x="901932" y="170338"/>
                  </a:cubicBezTo>
                  <a:cubicBezTo>
                    <a:pt x="963186" y="117835"/>
                    <a:pt x="1027565" y="62206"/>
                    <a:pt x="1095694" y="3452"/>
                  </a:cubicBezTo>
                  <a:cubicBezTo>
                    <a:pt x="1101320" y="-1548"/>
                    <a:pt x="1108820" y="-923"/>
                    <a:pt x="1113821" y="4077"/>
                  </a:cubicBezTo>
                  <a:cubicBezTo>
                    <a:pt x="1118820" y="9078"/>
                    <a:pt x="1119446" y="17203"/>
                    <a:pt x="1114445" y="22204"/>
                  </a:cubicBezTo>
                  <a:lnTo>
                    <a:pt x="1114445" y="22204"/>
                  </a:lnTo>
                  <a:cubicBezTo>
                    <a:pt x="1056316" y="89708"/>
                    <a:pt x="1000689" y="154087"/>
                    <a:pt x="948185" y="215341"/>
                  </a:cubicBezTo>
                  <a:cubicBezTo>
                    <a:pt x="493781" y="743499"/>
                    <a:pt x="243765" y="1034767"/>
                    <a:pt x="13751" y="1112897"/>
                  </a:cubicBezTo>
                  <a:lnTo>
                    <a:pt x="0" y="1118522"/>
                  </a:lnTo>
                  <a:close/>
                  <a:moveTo>
                    <a:pt x="1103820" y="13453"/>
                  </a:moveTo>
                  <a:cubicBezTo>
                    <a:pt x="1036940" y="72832"/>
                    <a:pt x="972562" y="128460"/>
                    <a:pt x="911308" y="180963"/>
                  </a:cubicBezTo>
                  <a:cubicBezTo>
                    <a:pt x="395650" y="624116"/>
                    <a:pt x="106882" y="872257"/>
                    <a:pt x="23127" y="1094771"/>
                  </a:cubicBezTo>
                  <a:cubicBezTo>
                    <a:pt x="245641" y="1011016"/>
                    <a:pt x="493781" y="722248"/>
                    <a:pt x="937559" y="206590"/>
                  </a:cubicBezTo>
                  <a:cubicBezTo>
                    <a:pt x="990062" y="145336"/>
                    <a:pt x="1045691" y="80957"/>
                    <a:pt x="1103820" y="13453"/>
                  </a:cubicBezTo>
                  <a:lnTo>
                    <a:pt x="1109445" y="18453"/>
                  </a:lnTo>
                  <a:lnTo>
                    <a:pt x="1103820" y="13453"/>
                  </a:lnTo>
                  <a:lnTo>
                    <a:pt x="1109445" y="18453"/>
                  </a:lnTo>
                  <a:lnTo>
                    <a:pt x="1103820" y="13453"/>
                  </a:lnTo>
                  <a:close/>
                </a:path>
              </a:pathLst>
            </a:custGeom>
            <a:solidFill>
              <a:srgbClr val="efefef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393" name="Google Shape;586;p28"/>
            <p:cNvSpPr/>
            <p:nvPr/>
          </p:nvSpPr>
          <p:spPr>
            <a:xfrm rot="1588200">
              <a:off x="8062200" y="-700560"/>
              <a:ext cx="723960" cy="723600"/>
            </a:xfrm>
            <a:custGeom>
              <a:avLst/>
              <a:gdLst>
                <a:gd name="textAreaLeft" fmla="*/ 0 w 723960"/>
                <a:gd name="textAreaRight" fmla="*/ 724320 w 723960"/>
                <a:gd name="textAreaTop" fmla="*/ 0 h 723600"/>
                <a:gd name="textAreaBottom" fmla="*/ 723960 h 723600"/>
              </a:gdLst>
              <a:ahLst/>
              <a:cxnLst/>
              <a:rect l="textAreaLeft" t="textAreaTop" r="textAreaRight" b="textAreaBottom"/>
              <a:pathLst>
                <a:path w="1118522" h="1117897">
                  <a:moveTo>
                    <a:pt x="1118522" y="1117897"/>
                  </a:moveTo>
                  <a:lnTo>
                    <a:pt x="1104772" y="1113522"/>
                  </a:lnTo>
                  <a:cubicBezTo>
                    <a:pt x="874757" y="1035392"/>
                    <a:pt x="624741" y="744124"/>
                    <a:pt x="170338" y="215966"/>
                  </a:cubicBezTo>
                  <a:cubicBezTo>
                    <a:pt x="117834" y="154712"/>
                    <a:pt x="62206" y="90333"/>
                    <a:pt x="3452" y="22204"/>
                  </a:cubicBezTo>
                  <a:lnTo>
                    <a:pt x="3452" y="22204"/>
                  </a:lnTo>
                  <a:cubicBezTo>
                    <a:pt x="-1548" y="16578"/>
                    <a:pt x="-923" y="9078"/>
                    <a:pt x="4077" y="4077"/>
                  </a:cubicBezTo>
                  <a:cubicBezTo>
                    <a:pt x="9077" y="-923"/>
                    <a:pt x="17203" y="-1548"/>
                    <a:pt x="22828" y="3452"/>
                  </a:cubicBezTo>
                  <a:cubicBezTo>
                    <a:pt x="90333" y="61581"/>
                    <a:pt x="154712" y="117209"/>
                    <a:pt x="216591" y="170338"/>
                  </a:cubicBezTo>
                  <a:cubicBezTo>
                    <a:pt x="744749" y="624741"/>
                    <a:pt x="1036017" y="874757"/>
                    <a:pt x="1114147" y="1104771"/>
                  </a:cubicBezTo>
                  <a:lnTo>
                    <a:pt x="1118522" y="1117897"/>
                  </a:lnTo>
                  <a:close/>
                  <a:moveTo>
                    <a:pt x="20953" y="20953"/>
                  </a:moveTo>
                  <a:cubicBezTo>
                    <a:pt x="77207" y="85958"/>
                    <a:pt x="130335" y="147836"/>
                    <a:pt x="180963" y="206590"/>
                  </a:cubicBezTo>
                  <a:cubicBezTo>
                    <a:pt x="624116" y="722248"/>
                    <a:pt x="872257" y="1011016"/>
                    <a:pt x="1094771" y="1094771"/>
                  </a:cubicBezTo>
                  <a:cubicBezTo>
                    <a:pt x="1011016" y="872257"/>
                    <a:pt x="722247" y="624116"/>
                    <a:pt x="206590" y="180963"/>
                  </a:cubicBezTo>
                  <a:cubicBezTo>
                    <a:pt x="147836" y="129710"/>
                    <a:pt x="85958" y="76582"/>
                    <a:pt x="20953" y="20953"/>
                  </a:cubicBezTo>
                  <a:close/>
                </a:path>
              </a:pathLst>
            </a:custGeom>
            <a:solidFill>
              <a:srgbClr val="efefef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394" name="Google Shape;587;p28"/>
            <p:cNvSpPr/>
            <p:nvPr/>
          </p:nvSpPr>
          <p:spPr>
            <a:xfrm rot="1588200">
              <a:off x="7785000" y="-362520"/>
              <a:ext cx="896760" cy="354960"/>
            </a:xfrm>
            <a:custGeom>
              <a:avLst/>
              <a:gdLst>
                <a:gd name="textAreaLeft" fmla="*/ 0 w 896760"/>
                <a:gd name="textAreaRight" fmla="*/ 897120 w 896760"/>
                <a:gd name="textAreaTop" fmla="*/ 0 h 354960"/>
                <a:gd name="textAreaBottom" fmla="*/ 355320 h 354960"/>
              </a:gdLst>
              <a:ahLst/>
              <a:cxnLst/>
              <a:rect l="textAreaLeft" t="textAreaTop" r="textAreaRight" b="textAreaBottom"/>
              <a:pathLst>
                <a:path w="1385324" h="548695">
                  <a:moveTo>
                    <a:pt x="1330322" y="548695"/>
                  </a:moveTo>
                  <a:cubicBezTo>
                    <a:pt x="1104057" y="548695"/>
                    <a:pt x="782787" y="394936"/>
                    <a:pt x="224627" y="128669"/>
                  </a:cubicBezTo>
                  <a:cubicBezTo>
                    <a:pt x="155873" y="96167"/>
                    <a:pt x="83993" y="61165"/>
                    <a:pt x="7739" y="25538"/>
                  </a:cubicBezTo>
                  <a:cubicBezTo>
                    <a:pt x="1488" y="22412"/>
                    <a:pt x="-1637" y="15537"/>
                    <a:pt x="863" y="8661"/>
                  </a:cubicBezTo>
                  <a:cubicBezTo>
                    <a:pt x="3363" y="1786"/>
                    <a:pt x="10239" y="-1339"/>
                    <a:pt x="17114" y="536"/>
                  </a:cubicBezTo>
                  <a:cubicBezTo>
                    <a:pt x="97119" y="24912"/>
                    <a:pt x="173999" y="48664"/>
                    <a:pt x="247129" y="70540"/>
                  </a:cubicBezTo>
                  <a:cubicBezTo>
                    <a:pt x="874668" y="261177"/>
                    <a:pt x="1220940" y="366184"/>
                    <a:pt x="1375325" y="534945"/>
                  </a:cubicBezTo>
                  <a:lnTo>
                    <a:pt x="1385325" y="545570"/>
                  </a:lnTo>
                  <a:lnTo>
                    <a:pt x="1370950" y="546820"/>
                  </a:lnTo>
                  <a:cubicBezTo>
                    <a:pt x="1357823" y="548070"/>
                    <a:pt x="1344073" y="548695"/>
                    <a:pt x="1330322" y="548695"/>
                  </a:cubicBezTo>
                  <a:close/>
                  <a:moveTo>
                    <a:pt x="27740" y="18662"/>
                  </a:moveTo>
                  <a:cubicBezTo>
                    <a:pt x="98369" y="52414"/>
                    <a:pt x="165873" y="84291"/>
                    <a:pt x="230878" y="115543"/>
                  </a:cubicBezTo>
                  <a:cubicBezTo>
                    <a:pt x="807789" y="391185"/>
                    <a:pt x="1131559" y="545570"/>
                    <a:pt x="1354698" y="533694"/>
                  </a:cubicBezTo>
                  <a:cubicBezTo>
                    <a:pt x="1197813" y="374309"/>
                    <a:pt x="854666" y="269928"/>
                    <a:pt x="243379" y="84291"/>
                  </a:cubicBezTo>
                  <a:cubicBezTo>
                    <a:pt x="174624" y="63665"/>
                    <a:pt x="102745" y="41788"/>
                    <a:pt x="27740" y="18662"/>
                  </a:cubicBezTo>
                  <a:close/>
                  <a:moveTo>
                    <a:pt x="13989" y="12412"/>
                  </a:moveTo>
                  <a:lnTo>
                    <a:pt x="10864" y="18662"/>
                  </a:lnTo>
                  <a:lnTo>
                    <a:pt x="13989" y="12412"/>
                  </a:lnTo>
                  <a:close/>
                </a:path>
              </a:pathLst>
            </a:custGeom>
            <a:solidFill>
              <a:srgbClr val="efefef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395" name="Google Shape;588;p28"/>
            <p:cNvSpPr/>
            <p:nvPr/>
          </p:nvSpPr>
          <p:spPr>
            <a:xfrm rot="1588200">
              <a:off x="8865360" y="-593280"/>
              <a:ext cx="354960" cy="896400"/>
            </a:xfrm>
            <a:custGeom>
              <a:avLst/>
              <a:gdLst>
                <a:gd name="textAreaLeft" fmla="*/ 0 w 354960"/>
                <a:gd name="textAreaRight" fmla="*/ 355320 w 354960"/>
                <a:gd name="textAreaTop" fmla="*/ 0 h 896400"/>
                <a:gd name="textAreaBottom" fmla="*/ 896760 h 896400"/>
              </a:gdLst>
              <a:ahLst/>
              <a:cxnLst/>
              <a:rect l="textAreaLeft" t="textAreaTop" r="textAreaRight" b="textAreaBottom"/>
              <a:pathLst>
                <a:path w="548537" h="1384699">
                  <a:moveTo>
                    <a:pt x="2968" y="1384700"/>
                  </a:moveTo>
                  <a:lnTo>
                    <a:pt x="1717" y="1370324"/>
                  </a:lnTo>
                  <a:cubicBezTo>
                    <a:pt x="-18284" y="1142185"/>
                    <a:pt x="137351" y="816539"/>
                    <a:pt x="419869" y="224627"/>
                  </a:cubicBezTo>
                  <a:cubicBezTo>
                    <a:pt x="452996" y="155873"/>
                    <a:pt x="487373" y="83368"/>
                    <a:pt x="523000" y="7739"/>
                  </a:cubicBezTo>
                  <a:lnTo>
                    <a:pt x="523000" y="7739"/>
                  </a:lnTo>
                  <a:cubicBezTo>
                    <a:pt x="526125" y="1488"/>
                    <a:pt x="533001" y="-1637"/>
                    <a:pt x="539876" y="863"/>
                  </a:cubicBezTo>
                  <a:cubicBezTo>
                    <a:pt x="546752" y="3363"/>
                    <a:pt x="549877" y="10239"/>
                    <a:pt x="548002" y="17114"/>
                  </a:cubicBezTo>
                  <a:cubicBezTo>
                    <a:pt x="523625" y="97744"/>
                    <a:pt x="499874" y="173999"/>
                    <a:pt x="477998" y="247129"/>
                  </a:cubicBezTo>
                  <a:cubicBezTo>
                    <a:pt x="287361" y="874668"/>
                    <a:pt x="182354" y="1220315"/>
                    <a:pt x="13593" y="1375324"/>
                  </a:cubicBezTo>
                  <a:lnTo>
                    <a:pt x="2968" y="1384700"/>
                  </a:lnTo>
                  <a:close/>
                  <a:moveTo>
                    <a:pt x="529876" y="27740"/>
                  </a:moveTo>
                  <a:cubicBezTo>
                    <a:pt x="496123" y="98369"/>
                    <a:pt x="463622" y="166498"/>
                    <a:pt x="432994" y="230878"/>
                  </a:cubicBezTo>
                  <a:cubicBezTo>
                    <a:pt x="157352" y="807789"/>
                    <a:pt x="2968" y="1130934"/>
                    <a:pt x="14843" y="1354073"/>
                  </a:cubicBezTo>
                  <a:cubicBezTo>
                    <a:pt x="174228" y="1197188"/>
                    <a:pt x="278610" y="854042"/>
                    <a:pt x="464246" y="242753"/>
                  </a:cubicBezTo>
                  <a:cubicBezTo>
                    <a:pt x="484873" y="174624"/>
                    <a:pt x="506749" y="102745"/>
                    <a:pt x="529876" y="27740"/>
                  </a:cubicBezTo>
                  <a:close/>
                  <a:moveTo>
                    <a:pt x="536126" y="13989"/>
                  </a:moveTo>
                  <a:lnTo>
                    <a:pt x="536126" y="13989"/>
                  </a:lnTo>
                  <a:lnTo>
                    <a:pt x="529876" y="10864"/>
                  </a:lnTo>
                  <a:lnTo>
                    <a:pt x="536126" y="13989"/>
                  </a:lnTo>
                  <a:close/>
                </a:path>
              </a:pathLst>
            </a:custGeom>
            <a:solidFill>
              <a:srgbClr val="efefef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396" name="Google Shape;589;p28"/>
            <p:cNvSpPr/>
            <p:nvPr/>
          </p:nvSpPr>
          <p:spPr>
            <a:xfrm rot="1588200">
              <a:off x="8015760" y="174960"/>
              <a:ext cx="354960" cy="897120"/>
            </a:xfrm>
            <a:custGeom>
              <a:avLst/>
              <a:gdLst>
                <a:gd name="textAreaLeft" fmla="*/ 0 w 354960"/>
                <a:gd name="textAreaRight" fmla="*/ 355320 w 354960"/>
                <a:gd name="textAreaTop" fmla="*/ 0 h 897120"/>
                <a:gd name="textAreaBottom" fmla="*/ 897480 h 897120"/>
              </a:gdLst>
              <a:ahLst/>
              <a:cxnLst/>
              <a:rect l="textAreaLeft" t="textAreaTop" r="textAreaRight" b="textAreaBottom"/>
              <a:pathLst>
                <a:path w="548537" h="1385711">
                  <a:moveTo>
                    <a:pt x="13662" y="1385712"/>
                  </a:moveTo>
                  <a:cubicBezTo>
                    <a:pt x="11787" y="1385712"/>
                    <a:pt x="10537" y="1385712"/>
                    <a:pt x="8662" y="1384462"/>
                  </a:cubicBezTo>
                  <a:cubicBezTo>
                    <a:pt x="1786" y="1381962"/>
                    <a:pt x="-1339" y="1375087"/>
                    <a:pt x="536" y="1368211"/>
                  </a:cubicBezTo>
                  <a:lnTo>
                    <a:pt x="536" y="1368211"/>
                  </a:lnTo>
                  <a:cubicBezTo>
                    <a:pt x="24912" y="1287581"/>
                    <a:pt x="48664" y="1211326"/>
                    <a:pt x="70541" y="1138197"/>
                  </a:cubicBezTo>
                  <a:cubicBezTo>
                    <a:pt x="261178" y="510657"/>
                    <a:pt x="366184" y="165010"/>
                    <a:pt x="534944" y="10001"/>
                  </a:cubicBezTo>
                  <a:lnTo>
                    <a:pt x="545570" y="0"/>
                  </a:lnTo>
                  <a:lnTo>
                    <a:pt x="546820" y="14376"/>
                  </a:lnTo>
                  <a:cubicBezTo>
                    <a:pt x="566822" y="242515"/>
                    <a:pt x="411187" y="568161"/>
                    <a:pt x="128669" y="1160698"/>
                  </a:cubicBezTo>
                  <a:cubicBezTo>
                    <a:pt x="96167" y="1229452"/>
                    <a:pt x="61165" y="1301332"/>
                    <a:pt x="25537" y="1377587"/>
                  </a:cubicBezTo>
                  <a:cubicBezTo>
                    <a:pt x="23038" y="1383212"/>
                    <a:pt x="18662" y="1385712"/>
                    <a:pt x="13662" y="1385712"/>
                  </a:cubicBezTo>
                  <a:close/>
                  <a:moveTo>
                    <a:pt x="8037" y="1370711"/>
                  </a:moveTo>
                  <a:lnTo>
                    <a:pt x="14912" y="1372586"/>
                  </a:lnTo>
                  <a:cubicBezTo>
                    <a:pt x="14912" y="1372586"/>
                    <a:pt x="14912" y="1372586"/>
                    <a:pt x="14912" y="1372586"/>
                  </a:cubicBezTo>
                  <a:lnTo>
                    <a:pt x="8037" y="1370711"/>
                  </a:lnTo>
                  <a:close/>
                  <a:moveTo>
                    <a:pt x="534319" y="31877"/>
                  </a:moveTo>
                  <a:cubicBezTo>
                    <a:pt x="374934" y="188762"/>
                    <a:pt x="270553" y="531908"/>
                    <a:pt x="84916" y="1143197"/>
                  </a:cubicBezTo>
                  <a:cubicBezTo>
                    <a:pt x="63665" y="1213826"/>
                    <a:pt x="41163" y="1287581"/>
                    <a:pt x="17412" y="1364461"/>
                  </a:cubicBezTo>
                  <a:cubicBezTo>
                    <a:pt x="51164" y="1291956"/>
                    <a:pt x="84291" y="1221952"/>
                    <a:pt x="116168" y="1155073"/>
                  </a:cubicBezTo>
                  <a:cubicBezTo>
                    <a:pt x="391185" y="578786"/>
                    <a:pt x="545570" y="255016"/>
                    <a:pt x="534319" y="31877"/>
                  </a:cubicBezTo>
                  <a:close/>
                </a:path>
              </a:pathLst>
            </a:custGeom>
            <a:solidFill>
              <a:srgbClr val="efefef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397" name="Google Shape;590;p28"/>
            <p:cNvSpPr/>
            <p:nvPr/>
          </p:nvSpPr>
          <p:spPr>
            <a:xfrm rot="1588200">
              <a:off x="8554320" y="486720"/>
              <a:ext cx="896400" cy="354960"/>
            </a:xfrm>
            <a:custGeom>
              <a:avLst/>
              <a:gdLst>
                <a:gd name="textAreaLeft" fmla="*/ 0 w 896400"/>
                <a:gd name="textAreaRight" fmla="*/ 896760 w 896400"/>
                <a:gd name="textAreaTop" fmla="*/ 0 h 354960"/>
                <a:gd name="textAreaBottom" fmla="*/ 355320 h 354960"/>
              </a:gdLst>
              <a:ahLst/>
              <a:cxnLst/>
              <a:rect l="textAreaLeft" t="textAreaTop" r="textAreaRight" b="textAreaBottom"/>
              <a:pathLst>
                <a:path w="1384700" h="548626">
                  <a:moveTo>
                    <a:pt x="1371961" y="548627"/>
                  </a:moveTo>
                  <a:cubicBezTo>
                    <a:pt x="1370711" y="548627"/>
                    <a:pt x="1369462" y="548627"/>
                    <a:pt x="1368211" y="548002"/>
                  </a:cubicBezTo>
                  <a:cubicBezTo>
                    <a:pt x="1287581" y="523625"/>
                    <a:pt x="1211326" y="499874"/>
                    <a:pt x="1138197" y="477997"/>
                  </a:cubicBezTo>
                  <a:cubicBezTo>
                    <a:pt x="510658" y="287360"/>
                    <a:pt x="165011" y="182354"/>
                    <a:pt x="10001" y="13593"/>
                  </a:cubicBezTo>
                  <a:lnTo>
                    <a:pt x="0" y="2968"/>
                  </a:lnTo>
                  <a:lnTo>
                    <a:pt x="14376" y="1717"/>
                  </a:lnTo>
                  <a:cubicBezTo>
                    <a:pt x="241891" y="-18284"/>
                    <a:pt x="568161" y="137351"/>
                    <a:pt x="1160074" y="419869"/>
                  </a:cubicBezTo>
                  <a:cubicBezTo>
                    <a:pt x="1228828" y="452996"/>
                    <a:pt x="1300707" y="487373"/>
                    <a:pt x="1376962" y="523000"/>
                  </a:cubicBezTo>
                  <a:lnTo>
                    <a:pt x="1376962" y="523000"/>
                  </a:lnTo>
                  <a:cubicBezTo>
                    <a:pt x="1383212" y="526125"/>
                    <a:pt x="1386337" y="533001"/>
                    <a:pt x="1383837" y="539876"/>
                  </a:cubicBezTo>
                  <a:cubicBezTo>
                    <a:pt x="1381963" y="545502"/>
                    <a:pt x="1376962" y="548627"/>
                    <a:pt x="1371961" y="548627"/>
                  </a:cubicBezTo>
                  <a:close/>
                  <a:moveTo>
                    <a:pt x="1371336" y="536126"/>
                  </a:moveTo>
                  <a:lnTo>
                    <a:pt x="1371336" y="536126"/>
                  </a:lnTo>
                  <a:lnTo>
                    <a:pt x="1374462" y="529876"/>
                  </a:lnTo>
                  <a:lnTo>
                    <a:pt x="1371336" y="536126"/>
                  </a:lnTo>
                  <a:close/>
                  <a:moveTo>
                    <a:pt x="30627" y="14843"/>
                  </a:moveTo>
                  <a:cubicBezTo>
                    <a:pt x="187512" y="174228"/>
                    <a:pt x="530659" y="278610"/>
                    <a:pt x="1141947" y="464246"/>
                  </a:cubicBezTo>
                  <a:cubicBezTo>
                    <a:pt x="1210702" y="484873"/>
                    <a:pt x="1282581" y="506749"/>
                    <a:pt x="1357586" y="529876"/>
                  </a:cubicBezTo>
                  <a:cubicBezTo>
                    <a:pt x="1286956" y="496124"/>
                    <a:pt x="1218827" y="463621"/>
                    <a:pt x="1154448" y="432995"/>
                  </a:cubicBezTo>
                  <a:cubicBezTo>
                    <a:pt x="577536" y="157352"/>
                    <a:pt x="253767" y="2968"/>
                    <a:pt x="30627" y="14843"/>
                  </a:cubicBezTo>
                  <a:close/>
                </a:path>
              </a:pathLst>
            </a:custGeom>
            <a:solidFill>
              <a:srgbClr val="efefef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398" name="Google Shape;591;p28"/>
            <p:cNvSpPr/>
            <p:nvPr/>
          </p:nvSpPr>
          <p:spPr>
            <a:xfrm rot="1588200">
              <a:off x="7605360" y="17640"/>
              <a:ext cx="880200" cy="393120"/>
            </a:xfrm>
            <a:custGeom>
              <a:avLst/>
              <a:gdLst>
                <a:gd name="textAreaLeft" fmla="*/ 0 w 880200"/>
                <a:gd name="textAreaRight" fmla="*/ 880560 w 880200"/>
                <a:gd name="textAreaTop" fmla="*/ 0 h 393120"/>
                <a:gd name="textAreaBottom" fmla="*/ 393480 h 393120"/>
              </a:gdLst>
              <a:ahLst/>
              <a:cxnLst/>
              <a:rect l="textAreaLeft" t="textAreaTop" r="textAreaRight" b="textAreaBottom"/>
              <a:pathLst>
                <a:path w="1359555" h="607906">
                  <a:moveTo>
                    <a:pt x="13221" y="607907"/>
                  </a:moveTo>
                  <a:cubicBezTo>
                    <a:pt x="8221" y="607907"/>
                    <a:pt x="3845" y="604781"/>
                    <a:pt x="1345" y="599781"/>
                  </a:cubicBezTo>
                  <a:cubicBezTo>
                    <a:pt x="-1780" y="593530"/>
                    <a:pt x="720" y="586030"/>
                    <a:pt x="6971" y="582905"/>
                  </a:cubicBezTo>
                  <a:cubicBezTo>
                    <a:pt x="81350" y="543527"/>
                    <a:pt x="151980" y="506025"/>
                    <a:pt x="218859" y="469773"/>
                  </a:cubicBezTo>
                  <a:cubicBezTo>
                    <a:pt x="797645" y="161003"/>
                    <a:pt x="1116415" y="-9007"/>
                    <a:pt x="1345180" y="368"/>
                  </a:cubicBezTo>
                  <a:lnTo>
                    <a:pt x="1359556" y="993"/>
                  </a:lnTo>
                  <a:lnTo>
                    <a:pt x="1350180" y="12244"/>
                  </a:lnTo>
                  <a:cubicBezTo>
                    <a:pt x="1203296" y="187880"/>
                    <a:pt x="862650" y="307888"/>
                    <a:pt x="244486" y="526651"/>
                  </a:cubicBezTo>
                  <a:cubicBezTo>
                    <a:pt x="172606" y="552278"/>
                    <a:pt x="96976" y="578530"/>
                    <a:pt x="17596" y="606656"/>
                  </a:cubicBezTo>
                  <a:lnTo>
                    <a:pt x="17596" y="606656"/>
                  </a:lnTo>
                  <a:cubicBezTo>
                    <a:pt x="15721" y="607281"/>
                    <a:pt x="14471" y="607907"/>
                    <a:pt x="13221" y="607907"/>
                  </a:cubicBezTo>
                  <a:close/>
                  <a:moveTo>
                    <a:pt x="12596" y="593530"/>
                  </a:moveTo>
                  <a:lnTo>
                    <a:pt x="12596" y="593530"/>
                  </a:lnTo>
                  <a:lnTo>
                    <a:pt x="12596" y="593530"/>
                  </a:lnTo>
                  <a:lnTo>
                    <a:pt x="12596" y="593530"/>
                  </a:lnTo>
                  <a:close/>
                  <a:moveTo>
                    <a:pt x="1325804" y="14119"/>
                  </a:moveTo>
                  <a:cubicBezTo>
                    <a:pt x="1102040" y="14119"/>
                    <a:pt x="786395" y="182880"/>
                    <a:pt x="225734" y="482274"/>
                  </a:cubicBezTo>
                  <a:cubicBezTo>
                    <a:pt x="162606" y="516026"/>
                    <a:pt x="96352" y="551028"/>
                    <a:pt x="26972" y="587905"/>
                  </a:cubicBezTo>
                  <a:cubicBezTo>
                    <a:pt x="100727" y="561653"/>
                    <a:pt x="171981" y="536652"/>
                    <a:pt x="239485" y="512900"/>
                  </a:cubicBezTo>
                  <a:cubicBezTo>
                    <a:pt x="842023" y="299762"/>
                    <a:pt x="1179544" y="180379"/>
                    <a:pt x="1329554" y="14119"/>
                  </a:cubicBezTo>
                  <a:cubicBezTo>
                    <a:pt x="1328304" y="14119"/>
                    <a:pt x="1327054" y="14119"/>
                    <a:pt x="1325804" y="14119"/>
                  </a:cubicBezTo>
                  <a:close/>
                </a:path>
              </a:pathLst>
            </a:custGeom>
            <a:solidFill>
              <a:srgbClr val="efefef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399" name="Google Shape;592;p28"/>
            <p:cNvSpPr/>
            <p:nvPr/>
          </p:nvSpPr>
          <p:spPr>
            <a:xfrm rot="1588200">
              <a:off x="8397000" y="372240"/>
              <a:ext cx="393120" cy="879840"/>
            </a:xfrm>
            <a:custGeom>
              <a:avLst/>
              <a:gdLst>
                <a:gd name="textAreaLeft" fmla="*/ 0 w 393120"/>
                <a:gd name="textAreaRight" fmla="*/ 393480 w 393120"/>
                <a:gd name="textAreaTop" fmla="*/ 0 h 879840"/>
                <a:gd name="textAreaBottom" fmla="*/ 880200 h 879840"/>
              </a:gdLst>
              <a:ahLst/>
              <a:cxnLst/>
              <a:rect l="textAreaLeft" t="textAreaTop" r="textAreaRight" b="textAreaBottom"/>
              <a:pathLst>
                <a:path w="607567" h="1359460">
                  <a:moveTo>
                    <a:pt x="594203" y="1359460"/>
                  </a:moveTo>
                  <a:cubicBezTo>
                    <a:pt x="589204" y="1359460"/>
                    <a:pt x="584828" y="1356960"/>
                    <a:pt x="582953" y="1352585"/>
                  </a:cubicBezTo>
                  <a:cubicBezTo>
                    <a:pt x="543575" y="1278205"/>
                    <a:pt x="506073" y="1208201"/>
                    <a:pt x="469821" y="1140697"/>
                  </a:cubicBezTo>
                  <a:cubicBezTo>
                    <a:pt x="161052" y="561910"/>
                    <a:pt x="-9584" y="243140"/>
                    <a:pt x="416" y="14376"/>
                  </a:cubicBezTo>
                  <a:lnTo>
                    <a:pt x="1042" y="0"/>
                  </a:lnTo>
                  <a:lnTo>
                    <a:pt x="12292" y="9376"/>
                  </a:lnTo>
                  <a:cubicBezTo>
                    <a:pt x="187928" y="156260"/>
                    <a:pt x="307936" y="496906"/>
                    <a:pt x="526700" y="1115070"/>
                  </a:cubicBezTo>
                  <a:cubicBezTo>
                    <a:pt x="552326" y="1186949"/>
                    <a:pt x="578578" y="1262579"/>
                    <a:pt x="606704" y="1341334"/>
                  </a:cubicBezTo>
                  <a:lnTo>
                    <a:pt x="606704" y="1341334"/>
                  </a:lnTo>
                  <a:cubicBezTo>
                    <a:pt x="609205" y="1348210"/>
                    <a:pt x="606079" y="1355085"/>
                    <a:pt x="599829" y="1357585"/>
                  </a:cubicBezTo>
                  <a:cubicBezTo>
                    <a:pt x="597329" y="1358835"/>
                    <a:pt x="595454" y="1359460"/>
                    <a:pt x="594203" y="1359460"/>
                  </a:cubicBezTo>
                  <a:close/>
                  <a:moveTo>
                    <a:pt x="592954" y="1346334"/>
                  </a:moveTo>
                  <a:lnTo>
                    <a:pt x="592954" y="1346334"/>
                  </a:lnTo>
                  <a:lnTo>
                    <a:pt x="592954" y="1346334"/>
                  </a:lnTo>
                  <a:lnTo>
                    <a:pt x="592954" y="1346334"/>
                  </a:lnTo>
                  <a:close/>
                  <a:moveTo>
                    <a:pt x="14167" y="30002"/>
                  </a:moveTo>
                  <a:cubicBezTo>
                    <a:pt x="12292" y="253766"/>
                    <a:pt x="181053" y="570036"/>
                    <a:pt x="482322" y="1133821"/>
                  </a:cubicBezTo>
                  <a:cubicBezTo>
                    <a:pt x="516074" y="1196950"/>
                    <a:pt x="551076" y="1263204"/>
                    <a:pt x="587953" y="1331959"/>
                  </a:cubicBezTo>
                  <a:cubicBezTo>
                    <a:pt x="561702" y="1258204"/>
                    <a:pt x="536700" y="1186949"/>
                    <a:pt x="512948" y="1119445"/>
                  </a:cubicBezTo>
                  <a:cubicBezTo>
                    <a:pt x="299810" y="517532"/>
                    <a:pt x="180428" y="179386"/>
                    <a:pt x="14167" y="30002"/>
                  </a:cubicBezTo>
                  <a:close/>
                </a:path>
              </a:pathLst>
            </a:custGeom>
            <a:solidFill>
              <a:srgbClr val="efefef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400" name="Google Shape;593;p28"/>
            <p:cNvSpPr/>
            <p:nvPr/>
          </p:nvSpPr>
          <p:spPr>
            <a:xfrm rot="1588200">
              <a:off x="8751240" y="68040"/>
              <a:ext cx="880200" cy="393120"/>
            </a:xfrm>
            <a:custGeom>
              <a:avLst/>
              <a:gdLst>
                <a:gd name="textAreaLeft" fmla="*/ 0 w 880200"/>
                <a:gd name="textAreaRight" fmla="*/ 880560 w 880200"/>
                <a:gd name="textAreaTop" fmla="*/ 0 h 393120"/>
                <a:gd name="textAreaBottom" fmla="*/ 393480 h 393120"/>
              </a:gdLst>
              <a:ahLst/>
              <a:cxnLst/>
              <a:rect l="textAreaLeft" t="textAreaTop" r="textAreaRight" b="textAreaBottom"/>
              <a:pathLst>
                <a:path w="1359555" h="607776">
                  <a:moveTo>
                    <a:pt x="33127" y="607776"/>
                  </a:moveTo>
                  <a:cubicBezTo>
                    <a:pt x="26876" y="607776"/>
                    <a:pt x="20626" y="607776"/>
                    <a:pt x="14375" y="607151"/>
                  </a:cubicBezTo>
                  <a:lnTo>
                    <a:pt x="0" y="606526"/>
                  </a:lnTo>
                  <a:lnTo>
                    <a:pt x="9376" y="595275"/>
                  </a:lnTo>
                  <a:cubicBezTo>
                    <a:pt x="156260" y="419639"/>
                    <a:pt x="496906" y="299632"/>
                    <a:pt x="1115695" y="80868"/>
                  </a:cubicBezTo>
                  <a:cubicBezTo>
                    <a:pt x="1187575" y="55241"/>
                    <a:pt x="1263204" y="28990"/>
                    <a:pt x="1341959" y="863"/>
                  </a:cubicBezTo>
                  <a:lnTo>
                    <a:pt x="1341959" y="863"/>
                  </a:lnTo>
                  <a:cubicBezTo>
                    <a:pt x="1348834" y="-1637"/>
                    <a:pt x="1355710" y="1488"/>
                    <a:pt x="1358210" y="7739"/>
                  </a:cubicBezTo>
                  <a:cubicBezTo>
                    <a:pt x="1361335" y="13989"/>
                    <a:pt x="1358836" y="21489"/>
                    <a:pt x="1352585" y="24615"/>
                  </a:cubicBezTo>
                  <a:cubicBezTo>
                    <a:pt x="1278205" y="63992"/>
                    <a:pt x="1207576" y="101494"/>
                    <a:pt x="1140697" y="137747"/>
                  </a:cubicBezTo>
                  <a:cubicBezTo>
                    <a:pt x="576911" y="438391"/>
                    <a:pt x="260016" y="607776"/>
                    <a:pt x="33127" y="607776"/>
                  </a:cubicBezTo>
                  <a:close/>
                  <a:moveTo>
                    <a:pt x="29377" y="593400"/>
                  </a:moveTo>
                  <a:cubicBezTo>
                    <a:pt x="30627" y="593400"/>
                    <a:pt x="31877" y="593400"/>
                    <a:pt x="32502" y="593400"/>
                  </a:cubicBezTo>
                  <a:cubicBezTo>
                    <a:pt x="256266" y="593400"/>
                    <a:pt x="571911" y="424640"/>
                    <a:pt x="1132571" y="125246"/>
                  </a:cubicBezTo>
                  <a:cubicBezTo>
                    <a:pt x="1195700" y="91494"/>
                    <a:pt x="1261955" y="56492"/>
                    <a:pt x="1331334" y="19614"/>
                  </a:cubicBezTo>
                  <a:cubicBezTo>
                    <a:pt x="1257579" y="45866"/>
                    <a:pt x="1186950" y="70867"/>
                    <a:pt x="1119445" y="94619"/>
                  </a:cubicBezTo>
                  <a:cubicBezTo>
                    <a:pt x="516907" y="307132"/>
                    <a:pt x="179386" y="426515"/>
                    <a:pt x="29377" y="593400"/>
                  </a:cubicBezTo>
                  <a:close/>
                  <a:moveTo>
                    <a:pt x="1346335" y="13989"/>
                  </a:moveTo>
                  <a:lnTo>
                    <a:pt x="1346335" y="13989"/>
                  </a:lnTo>
                  <a:lnTo>
                    <a:pt x="1343834" y="7113"/>
                  </a:lnTo>
                  <a:lnTo>
                    <a:pt x="1346335" y="13989"/>
                  </a:lnTo>
                  <a:close/>
                </a:path>
              </a:pathLst>
            </a:custGeom>
            <a:solidFill>
              <a:srgbClr val="efefef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401" name="Google Shape;594;p28"/>
            <p:cNvSpPr/>
            <p:nvPr/>
          </p:nvSpPr>
          <p:spPr>
            <a:xfrm rot="1588200">
              <a:off x="8446320" y="-773280"/>
              <a:ext cx="393120" cy="880200"/>
            </a:xfrm>
            <a:custGeom>
              <a:avLst/>
              <a:gdLst>
                <a:gd name="textAreaLeft" fmla="*/ 0 w 393120"/>
                <a:gd name="textAreaRight" fmla="*/ 393480 w 393120"/>
                <a:gd name="textAreaTop" fmla="*/ 0 h 880200"/>
                <a:gd name="textAreaBottom" fmla="*/ 880560 h 880200"/>
              </a:gdLst>
              <a:ahLst/>
              <a:cxnLst/>
              <a:rect l="textAreaLeft" t="textAreaTop" r="textAreaRight" b="textAreaBottom"/>
              <a:pathLst>
                <a:path w="607567" h="1359555">
                  <a:moveTo>
                    <a:pt x="606526" y="1359556"/>
                  </a:moveTo>
                  <a:lnTo>
                    <a:pt x="595275" y="1350180"/>
                  </a:lnTo>
                  <a:cubicBezTo>
                    <a:pt x="419639" y="1203296"/>
                    <a:pt x="299632" y="862650"/>
                    <a:pt x="80869" y="243861"/>
                  </a:cubicBezTo>
                  <a:cubicBezTo>
                    <a:pt x="55242" y="171981"/>
                    <a:pt x="28990" y="96351"/>
                    <a:pt x="863" y="17596"/>
                  </a:cubicBezTo>
                  <a:lnTo>
                    <a:pt x="863" y="17596"/>
                  </a:lnTo>
                  <a:cubicBezTo>
                    <a:pt x="-1637" y="10721"/>
                    <a:pt x="1488" y="3846"/>
                    <a:pt x="7738" y="1345"/>
                  </a:cubicBezTo>
                  <a:cubicBezTo>
                    <a:pt x="13989" y="-1780"/>
                    <a:pt x="21490" y="720"/>
                    <a:pt x="24615" y="6971"/>
                  </a:cubicBezTo>
                  <a:cubicBezTo>
                    <a:pt x="63992" y="81350"/>
                    <a:pt x="101494" y="151980"/>
                    <a:pt x="137747" y="218859"/>
                  </a:cubicBezTo>
                  <a:cubicBezTo>
                    <a:pt x="446516" y="797645"/>
                    <a:pt x="617152" y="1116415"/>
                    <a:pt x="607151" y="1344555"/>
                  </a:cubicBezTo>
                  <a:lnTo>
                    <a:pt x="606526" y="1359556"/>
                  </a:lnTo>
                  <a:close/>
                  <a:moveTo>
                    <a:pt x="19614" y="27597"/>
                  </a:moveTo>
                  <a:cubicBezTo>
                    <a:pt x="45866" y="101352"/>
                    <a:pt x="70868" y="171981"/>
                    <a:pt x="94619" y="239485"/>
                  </a:cubicBezTo>
                  <a:cubicBezTo>
                    <a:pt x="307757" y="842023"/>
                    <a:pt x="427140" y="1180170"/>
                    <a:pt x="593401" y="1329554"/>
                  </a:cubicBezTo>
                  <a:cubicBezTo>
                    <a:pt x="595275" y="1105790"/>
                    <a:pt x="426515" y="789520"/>
                    <a:pt x="125246" y="225735"/>
                  </a:cubicBezTo>
                  <a:cubicBezTo>
                    <a:pt x="91494" y="162606"/>
                    <a:pt x="56492" y="96976"/>
                    <a:pt x="19614" y="27597"/>
                  </a:cubicBezTo>
                  <a:close/>
                  <a:moveTo>
                    <a:pt x="14614" y="13221"/>
                  </a:moveTo>
                  <a:lnTo>
                    <a:pt x="7738" y="15721"/>
                  </a:lnTo>
                  <a:lnTo>
                    <a:pt x="14614" y="13221"/>
                  </a:lnTo>
                  <a:close/>
                </a:path>
              </a:pathLst>
            </a:custGeom>
            <a:solidFill>
              <a:srgbClr val="efefef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</p:grpSp>
      <p:grpSp>
        <p:nvGrpSpPr>
          <p:cNvPr id="402" name="Google Shape;595;p28"/>
          <p:cNvGrpSpPr/>
          <p:nvPr/>
        </p:nvGrpSpPr>
        <p:grpSpPr>
          <a:xfrm>
            <a:off x="132120" y="4414320"/>
            <a:ext cx="498960" cy="499320"/>
            <a:chOff x="132120" y="4414320"/>
            <a:chExt cx="498960" cy="499320"/>
          </a:xfrm>
        </p:grpSpPr>
        <p:sp>
          <p:nvSpPr>
            <p:cNvPr id="403" name="Google Shape;596;p28"/>
            <p:cNvSpPr/>
            <p:nvPr/>
          </p:nvSpPr>
          <p:spPr>
            <a:xfrm>
              <a:off x="408600" y="4652640"/>
              <a:ext cx="222480" cy="23040"/>
            </a:xfrm>
            <a:custGeom>
              <a:avLst/>
              <a:gdLst>
                <a:gd name="textAreaLeft" fmla="*/ 0 w 222480"/>
                <a:gd name="textAreaRight" fmla="*/ 222840 w 222480"/>
                <a:gd name="textAreaTop" fmla="*/ 0 h 23040"/>
                <a:gd name="textAreaBottom" fmla="*/ 23400 h 23040"/>
              </a:gdLst>
              <a:ahLst/>
              <a:cxnLst/>
              <a:rect l="textAreaLeft" t="textAreaTop" r="textAreaRight" b="textAreaBottom"/>
              <a:pathLst>
                <a:path w="517688" h="54004">
                  <a:moveTo>
                    <a:pt x="510657" y="19502"/>
                  </a:moveTo>
                  <a:cubicBezTo>
                    <a:pt x="238140" y="-1125"/>
                    <a:pt x="83755" y="-14250"/>
                    <a:pt x="0" y="27002"/>
                  </a:cubicBezTo>
                  <a:cubicBezTo>
                    <a:pt x="83755" y="68255"/>
                    <a:pt x="238140" y="55129"/>
                    <a:pt x="510657" y="34503"/>
                  </a:cubicBezTo>
                  <a:cubicBezTo>
                    <a:pt x="520033" y="33877"/>
                    <a:pt x="520033" y="20127"/>
                    <a:pt x="510657" y="19502"/>
                  </a:cubicBezTo>
                  <a:close/>
                </a:path>
              </a:pathLst>
            </a:custGeom>
            <a:solidFill>
              <a:schemeClr val="accent4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11520" bIns="1152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404" name="Google Shape;597;p28"/>
            <p:cNvSpPr/>
            <p:nvPr/>
          </p:nvSpPr>
          <p:spPr>
            <a:xfrm>
              <a:off x="370440" y="4691160"/>
              <a:ext cx="22680" cy="222480"/>
            </a:xfrm>
            <a:custGeom>
              <a:avLst/>
              <a:gdLst>
                <a:gd name="textAreaLeft" fmla="*/ 0 w 22680"/>
                <a:gd name="textAreaRight" fmla="*/ 23040 w 22680"/>
                <a:gd name="textAreaTop" fmla="*/ 0 h 222480"/>
                <a:gd name="textAreaBottom" fmla="*/ 222840 h 222480"/>
              </a:gdLst>
              <a:ahLst/>
              <a:cxnLst/>
              <a:rect l="textAreaLeft" t="textAreaTop" r="textAreaRight" b="textAreaBottom"/>
              <a:pathLst>
                <a:path w="53781" h="517688">
                  <a:moveTo>
                    <a:pt x="19279" y="510657"/>
                  </a:moveTo>
                  <a:cubicBezTo>
                    <a:pt x="19904" y="520033"/>
                    <a:pt x="33655" y="520033"/>
                    <a:pt x="34280" y="510657"/>
                  </a:cubicBezTo>
                  <a:cubicBezTo>
                    <a:pt x="54906" y="238140"/>
                    <a:pt x="68032" y="83755"/>
                    <a:pt x="26779" y="0"/>
                  </a:cubicBezTo>
                  <a:cubicBezTo>
                    <a:pt x="-14473" y="83755"/>
                    <a:pt x="-722" y="238140"/>
                    <a:pt x="19279" y="510657"/>
                  </a:cubicBezTo>
                  <a:close/>
                </a:path>
              </a:pathLst>
            </a:custGeom>
            <a:solidFill>
              <a:schemeClr val="accent4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405" name="Google Shape;598;p28"/>
            <p:cNvSpPr/>
            <p:nvPr/>
          </p:nvSpPr>
          <p:spPr>
            <a:xfrm>
              <a:off x="132120" y="4652640"/>
              <a:ext cx="222480" cy="23040"/>
            </a:xfrm>
            <a:custGeom>
              <a:avLst/>
              <a:gdLst>
                <a:gd name="textAreaLeft" fmla="*/ 0 w 222480"/>
                <a:gd name="textAreaRight" fmla="*/ 222840 w 222480"/>
                <a:gd name="textAreaTop" fmla="*/ 0 h 23040"/>
                <a:gd name="textAreaBottom" fmla="*/ 23400 h 23040"/>
              </a:gdLst>
              <a:ahLst/>
              <a:cxnLst/>
              <a:rect l="textAreaLeft" t="textAreaTop" r="textAreaRight" b="textAreaBottom"/>
              <a:pathLst>
                <a:path w="517688" h="54004">
                  <a:moveTo>
                    <a:pt x="7032" y="19502"/>
                  </a:moveTo>
                  <a:cubicBezTo>
                    <a:pt x="-2344" y="20127"/>
                    <a:pt x="-2344" y="33877"/>
                    <a:pt x="7032" y="34503"/>
                  </a:cubicBezTo>
                  <a:cubicBezTo>
                    <a:pt x="279549" y="55129"/>
                    <a:pt x="433934" y="68255"/>
                    <a:pt x="517689" y="27002"/>
                  </a:cubicBezTo>
                  <a:cubicBezTo>
                    <a:pt x="433934" y="-14250"/>
                    <a:pt x="280174" y="-1125"/>
                    <a:pt x="7032" y="19502"/>
                  </a:cubicBezTo>
                  <a:close/>
                </a:path>
              </a:pathLst>
            </a:custGeom>
            <a:solidFill>
              <a:schemeClr val="accent4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11520" bIns="1152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406" name="Google Shape;599;p28"/>
            <p:cNvSpPr/>
            <p:nvPr/>
          </p:nvSpPr>
          <p:spPr>
            <a:xfrm>
              <a:off x="370080" y="4414320"/>
              <a:ext cx="23040" cy="222480"/>
            </a:xfrm>
            <a:custGeom>
              <a:avLst/>
              <a:gdLst>
                <a:gd name="textAreaLeft" fmla="*/ 0 w 23040"/>
                <a:gd name="textAreaRight" fmla="*/ 23400 w 23040"/>
                <a:gd name="textAreaTop" fmla="*/ 0 h 222480"/>
                <a:gd name="textAreaBottom" fmla="*/ 222840 h 222480"/>
              </a:gdLst>
              <a:ahLst/>
              <a:cxnLst/>
              <a:rect l="textAreaLeft" t="textAreaTop" r="textAreaRight" b="textAreaBottom"/>
              <a:pathLst>
                <a:path w="54004" h="517688">
                  <a:moveTo>
                    <a:pt x="34503" y="7032"/>
                  </a:moveTo>
                  <a:cubicBezTo>
                    <a:pt x="33878" y="-2344"/>
                    <a:pt x="20127" y="-2344"/>
                    <a:pt x="19502" y="7032"/>
                  </a:cubicBezTo>
                  <a:cubicBezTo>
                    <a:pt x="-1125" y="279549"/>
                    <a:pt x="-14250" y="433933"/>
                    <a:pt x="27002" y="517689"/>
                  </a:cubicBezTo>
                  <a:cubicBezTo>
                    <a:pt x="68255" y="433933"/>
                    <a:pt x="55129" y="279549"/>
                    <a:pt x="34503" y="7032"/>
                  </a:cubicBezTo>
                  <a:close/>
                </a:path>
              </a:pathLst>
            </a:custGeom>
            <a:solidFill>
              <a:schemeClr val="accent4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407" name="Google Shape;600;p28"/>
            <p:cNvSpPr/>
            <p:nvPr/>
          </p:nvSpPr>
          <p:spPr>
            <a:xfrm>
              <a:off x="401040" y="4486680"/>
              <a:ext cx="158040" cy="158040"/>
            </a:xfrm>
            <a:custGeom>
              <a:avLst/>
              <a:gdLst>
                <a:gd name="textAreaLeft" fmla="*/ 0 w 158040"/>
                <a:gd name="textAreaRight" fmla="*/ 158400 w 158040"/>
                <a:gd name="textAreaTop" fmla="*/ 0 h 158040"/>
                <a:gd name="textAreaBottom" fmla="*/ 158400 h 158040"/>
              </a:gdLst>
              <a:ahLst/>
              <a:cxnLst/>
              <a:rect l="textAreaLeft" t="textAreaTop" r="textAreaRight" b="textAreaBottom"/>
              <a:pathLst>
                <a:path w="368244" h="367995">
                  <a:moveTo>
                    <a:pt x="366273" y="12348"/>
                  </a:moveTo>
                  <a:cubicBezTo>
                    <a:pt x="372523" y="5472"/>
                    <a:pt x="362523" y="-3903"/>
                    <a:pt x="355647" y="1722"/>
                  </a:cubicBezTo>
                  <a:cubicBezTo>
                    <a:pt x="148759" y="179858"/>
                    <a:pt x="30002" y="279240"/>
                    <a:pt x="0" y="367995"/>
                  </a:cubicBezTo>
                  <a:cubicBezTo>
                    <a:pt x="88755" y="337368"/>
                    <a:pt x="188137" y="219236"/>
                    <a:pt x="366273" y="12348"/>
                  </a:cubicBezTo>
                  <a:close/>
                </a:path>
              </a:pathLst>
            </a:custGeom>
            <a:solidFill>
              <a:schemeClr val="accent4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408" name="Google Shape;601;p28"/>
            <p:cNvSpPr/>
            <p:nvPr/>
          </p:nvSpPr>
          <p:spPr>
            <a:xfrm>
              <a:off x="354600" y="4637520"/>
              <a:ext cx="54000" cy="54000"/>
            </a:xfrm>
            <a:custGeom>
              <a:avLst/>
              <a:gdLst>
                <a:gd name="textAreaLeft" fmla="*/ 0 w 54000"/>
                <a:gd name="textAreaRight" fmla="*/ 54360 w 54000"/>
                <a:gd name="textAreaTop" fmla="*/ 0 h 54000"/>
                <a:gd name="textAreaBottom" fmla="*/ 54360 h 54000"/>
              </a:gdLst>
              <a:ahLst/>
              <a:cxnLst/>
              <a:rect l="textAreaLeft" t="textAreaTop" r="textAreaRight" b="textAreaBottom"/>
              <a:pathLst>
                <a:path w="126258" h="126258">
                  <a:moveTo>
                    <a:pt x="108132" y="18126"/>
                  </a:moveTo>
                  <a:cubicBezTo>
                    <a:pt x="98131" y="21251"/>
                    <a:pt x="88756" y="23751"/>
                    <a:pt x="78755" y="25002"/>
                  </a:cubicBezTo>
                  <a:cubicBezTo>
                    <a:pt x="73130" y="17501"/>
                    <a:pt x="67504" y="9376"/>
                    <a:pt x="63129" y="0"/>
                  </a:cubicBezTo>
                  <a:cubicBezTo>
                    <a:pt x="58753" y="9376"/>
                    <a:pt x="53753" y="17501"/>
                    <a:pt x="47503" y="25002"/>
                  </a:cubicBezTo>
                  <a:cubicBezTo>
                    <a:pt x="38127" y="23751"/>
                    <a:pt x="28127" y="21251"/>
                    <a:pt x="18126" y="18126"/>
                  </a:cubicBezTo>
                  <a:cubicBezTo>
                    <a:pt x="21251" y="28127"/>
                    <a:pt x="23751" y="37502"/>
                    <a:pt x="25002" y="47503"/>
                  </a:cubicBezTo>
                  <a:cubicBezTo>
                    <a:pt x="17501" y="53128"/>
                    <a:pt x="9376" y="58754"/>
                    <a:pt x="0" y="63129"/>
                  </a:cubicBezTo>
                  <a:cubicBezTo>
                    <a:pt x="9376" y="67504"/>
                    <a:pt x="17501" y="72504"/>
                    <a:pt x="25002" y="78755"/>
                  </a:cubicBezTo>
                  <a:cubicBezTo>
                    <a:pt x="23751" y="88130"/>
                    <a:pt x="21251" y="98131"/>
                    <a:pt x="18126" y="108132"/>
                  </a:cubicBezTo>
                  <a:cubicBezTo>
                    <a:pt x="28127" y="105007"/>
                    <a:pt x="37502" y="102507"/>
                    <a:pt x="47503" y="101256"/>
                  </a:cubicBezTo>
                  <a:cubicBezTo>
                    <a:pt x="53128" y="108757"/>
                    <a:pt x="58753" y="116882"/>
                    <a:pt x="63129" y="126258"/>
                  </a:cubicBezTo>
                  <a:cubicBezTo>
                    <a:pt x="67504" y="116882"/>
                    <a:pt x="72504" y="108757"/>
                    <a:pt x="78755" y="101256"/>
                  </a:cubicBezTo>
                  <a:cubicBezTo>
                    <a:pt x="88130" y="102507"/>
                    <a:pt x="98131" y="105007"/>
                    <a:pt x="108132" y="108132"/>
                  </a:cubicBezTo>
                  <a:cubicBezTo>
                    <a:pt x="105007" y="98131"/>
                    <a:pt x="102506" y="88756"/>
                    <a:pt x="101256" y="78755"/>
                  </a:cubicBezTo>
                  <a:cubicBezTo>
                    <a:pt x="108757" y="73130"/>
                    <a:pt x="116882" y="67504"/>
                    <a:pt x="126258" y="63129"/>
                  </a:cubicBezTo>
                  <a:cubicBezTo>
                    <a:pt x="116882" y="58754"/>
                    <a:pt x="108757" y="53753"/>
                    <a:pt x="101256" y="47503"/>
                  </a:cubicBezTo>
                  <a:cubicBezTo>
                    <a:pt x="101881" y="37502"/>
                    <a:pt x="104382" y="27502"/>
                    <a:pt x="108132" y="18126"/>
                  </a:cubicBezTo>
                  <a:close/>
                </a:path>
              </a:pathLst>
            </a:custGeom>
            <a:solidFill>
              <a:schemeClr val="accent4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27000" bIns="2700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409" name="Google Shape;602;p28"/>
            <p:cNvSpPr/>
            <p:nvPr/>
          </p:nvSpPr>
          <p:spPr>
            <a:xfrm>
              <a:off x="401040" y="4683240"/>
              <a:ext cx="158040" cy="158040"/>
            </a:xfrm>
            <a:custGeom>
              <a:avLst/>
              <a:gdLst>
                <a:gd name="textAreaLeft" fmla="*/ 0 w 158040"/>
                <a:gd name="textAreaRight" fmla="*/ 158400 w 158040"/>
                <a:gd name="textAreaTop" fmla="*/ 0 h 158040"/>
                <a:gd name="textAreaBottom" fmla="*/ 158400 h 158040"/>
              </a:gdLst>
              <a:ahLst/>
              <a:cxnLst/>
              <a:rect l="textAreaLeft" t="textAreaTop" r="textAreaRight" b="textAreaBottom"/>
              <a:pathLst>
                <a:path w="367994" h="368245">
                  <a:moveTo>
                    <a:pt x="355647" y="366273"/>
                  </a:moveTo>
                  <a:cubicBezTo>
                    <a:pt x="362523" y="372524"/>
                    <a:pt x="371898" y="362523"/>
                    <a:pt x="366273" y="355648"/>
                  </a:cubicBezTo>
                  <a:cubicBezTo>
                    <a:pt x="188137" y="148760"/>
                    <a:pt x="88755" y="30002"/>
                    <a:pt x="0" y="0"/>
                  </a:cubicBezTo>
                  <a:cubicBezTo>
                    <a:pt x="30627" y="88131"/>
                    <a:pt x="148759" y="188137"/>
                    <a:pt x="355647" y="366273"/>
                  </a:cubicBezTo>
                  <a:close/>
                </a:path>
              </a:pathLst>
            </a:custGeom>
            <a:solidFill>
              <a:schemeClr val="accent4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410" name="Google Shape;603;p28"/>
            <p:cNvSpPr/>
            <p:nvPr/>
          </p:nvSpPr>
          <p:spPr>
            <a:xfrm>
              <a:off x="204120" y="4683240"/>
              <a:ext cx="158040" cy="158040"/>
            </a:xfrm>
            <a:custGeom>
              <a:avLst/>
              <a:gdLst>
                <a:gd name="textAreaLeft" fmla="*/ 0 w 158040"/>
                <a:gd name="textAreaRight" fmla="*/ 158400 w 158040"/>
                <a:gd name="textAreaTop" fmla="*/ 0 h 158040"/>
                <a:gd name="textAreaBottom" fmla="*/ 158400 h 158040"/>
              </a:gdLst>
              <a:ahLst/>
              <a:cxnLst/>
              <a:rect l="textAreaLeft" t="textAreaTop" r="textAreaRight" b="textAreaBottom"/>
              <a:pathLst>
                <a:path w="368245" h="367995">
                  <a:moveTo>
                    <a:pt x="1972" y="355648"/>
                  </a:moveTo>
                  <a:cubicBezTo>
                    <a:pt x="-4278" y="362523"/>
                    <a:pt x="5722" y="371898"/>
                    <a:pt x="12598" y="366273"/>
                  </a:cubicBezTo>
                  <a:cubicBezTo>
                    <a:pt x="219486" y="188137"/>
                    <a:pt x="338243" y="88756"/>
                    <a:pt x="368245" y="0"/>
                  </a:cubicBezTo>
                  <a:cubicBezTo>
                    <a:pt x="280114" y="30002"/>
                    <a:pt x="180108" y="148760"/>
                    <a:pt x="1972" y="355648"/>
                  </a:cubicBezTo>
                  <a:close/>
                </a:path>
              </a:pathLst>
            </a:custGeom>
            <a:solidFill>
              <a:schemeClr val="accent4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411" name="Google Shape;604;p28"/>
            <p:cNvSpPr/>
            <p:nvPr/>
          </p:nvSpPr>
          <p:spPr>
            <a:xfrm>
              <a:off x="204120" y="4486680"/>
              <a:ext cx="158040" cy="158040"/>
            </a:xfrm>
            <a:custGeom>
              <a:avLst/>
              <a:gdLst>
                <a:gd name="textAreaLeft" fmla="*/ 0 w 158040"/>
                <a:gd name="textAreaRight" fmla="*/ 158400 w 158040"/>
                <a:gd name="textAreaTop" fmla="*/ 0 h 158040"/>
                <a:gd name="textAreaBottom" fmla="*/ 158400 h 158040"/>
              </a:gdLst>
              <a:ahLst/>
              <a:cxnLst/>
              <a:rect l="textAreaLeft" t="textAreaTop" r="textAreaRight" b="textAreaBottom"/>
              <a:pathLst>
                <a:path w="367995" h="368245">
                  <a:moveTo>
                    <a:pt x="12348" y="1972"/>
                  </a:moveTo>
                  <a:cubicBezTo>
                    <a:pt x="5472" y="-4278"/>
                    <a:pt x="-3903" y="5722"/>
                    <a:pt x="1722" y="12598"/>
                  </a:cubicBezTo>
                  <a:cubicBezTo>
                    <a:pt x="179858" y="219486"/>
                    <a:pt x="279240" y="338243"/>
                    <a:pt x="367995" y="368245"/>
                  </a:cubicBezTo>
                  <a:cubicBezTo>
                    <a:pt x="337993" y="279490"/>
                    <a:pt x="219861" y="180108"/>
                    <a:pt x="12348" y="1972"/>
                  </a:cubicBezTo>
                  <a:close/>
                </a:path>
              </a:pathLst>
            </a:custGeom>
            <a:solidFill>
              <a:schemeClr val="accent4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</p:grpSp>
      <p:sp>
        <p:nvSpPr>
          <p:cNvPr id="412" name="Google Shape;605;p28"/>
          <p:cNvSpPr/>
          <p:nvPr/>
        </p:nvSpPr>
        <p:spPr>
          <a:xfrm>
            <a:off x="8317080" y="4302720"/>
            <a:ext cx="499320" cy="602640"/>
          </a:xfrm>
          <a:custGeom>
            <a:avLst/>
            <a:gdLst>
              <a:gd name="textAreaLeft" fmla="*/ 0 w 499320"/>
              <a:gd name="textAreaRight" fmla="*/ 499680 w 499320"/>
              <a:gd name="textAreaTop" fmla="*/ 0 h 602640"/>
              <a:gd name="textAreaBottom" fmla="*/ 603000 h 602640"/>
            </a:gdLst>
            <a:ahLst/>
            <a:cxnLst/>
            <a:rect l="textAreaLeft" t="textAreaTop" r="textAreaRight" b="textAreaBottom"/>
            <a:pathLst>
              <a:path w="622539" h="751297">
                <a:moveTo>
                  <a:pt x="311270" y="751297"/>
                </a:moveTo>
                <a:cubicBezTo>
                  <a:pt x="315645" y="385649"/>
                  <a:pt x="319395" y="381274"/>
                  <a:pt x="622539" y="375649"/>
                </a:cubicBezTo>
                <a:cubicBezTo>
                  <a:pt x="319395" y="370023"/>
                  <a:pt x="315645" y="366273"/>
                  <a:pt x="311270" y="0"/>
                </a:cubicBezTo>
                <a:cubicBezTo>
                  <a:pt x="306894" y="365648"/>
                  <a:pt x="303144" y="370023"/>
                  <a:pt x="0" y="375649"/>
                </a:cubicBezTo>
                <a:cubicBezTo>
                  <a:pt x="303144" y="381274"/>
                  <a:pt x="306894" y="385649"/>
                  <a:pt x="311270" y="751297"/>
                </a:cubicBezTo>
                <a:close/>
              </a:path>
            </a:pathLst>
          </a:custGeom>
          <a:solidFill>
            <a:schemeClr val="dk1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endParaRPr b="0" lang="en-US" sz="1800" strike="noStrike" u="none">
              <a:solidFill>
                <a:srgbClr val="000000"/>
              </a:solidFill>
              <a:effectLst/>
              <a:uFillTx/>
              <a:latin typeface="OpenSymbol"/>
            </a:endParaRPr>
          </a:p>
        </p:txBody>
      </p:sp>
    </p:spTree>
  </p:cSld>
</p:sldLayout>
</file>

<file path=ppt/slideLayouts/slideLayout1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ITLE_AND_TWO_COLUMNS"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54" name="Google Shape;99;p5" descr=""/>
          <p:cNvPicPr/>
          <p:nvPr/>
        </p:nvPicPr>
        <p:blipFill>
          <a:blip r:embed="rId2">
            <a:alphaModFix amt="30000"/>
          </a:blip>
          <a:stretch/>
        </p:blipFill>
        <p:spPr>
          <a:xfrm flipH="1" rot="10800000">
            <a:off x="0" y="-3600"/>
            <a:ext cx="9143640" cy="515088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455" name="PlaceHolder 1"/>
          <p:cNvSpPr>
            <a:spLocks noGrp="1"/>
          </p:cNvSpPr>
          <p:nvPr>
            <p:ph type="title"/>
          </p:nvPr>
        </p:nvSpPr>
        <p:spPr>
          <a:xfrm>
            <a:off x="720000" y="444960"/>
            <a:ext cx="7703640" cy="5724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t">
            <a:noAutofit/>
          </a:bodyPr>
          <a:p>
            <a:pPr indent="0">
              <a:buNone/>
            </a:pPr>
            <a:r>
              <a:rPr b="0" lang="fr-FR" sz="3500" strike="noStrike" u="none">
                <a:solidFill>
                  <a:schemeClr val="dk1"/>
                </a:solidFill>
                <a:effectLst/>
                <a:uFillTx/>
                <a:latin typeface="Arial"/>
              </a:rPr>
              <a:t>Click to edit the title text format</a:t>
            </a:r>
            <a:endParaRPr b="0" lang="fr-FR" sz="3500" strike="noStrike" u="non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grpSp>
        <p:nvGrpSpPr>
          <p:cNvPr id="456" name="Google Shape;105;p5"/>
          <p:cNvGrpSpPr/>
          <p:nvPr/>
        </p:nvGrpSpPr>
        <p:grpSpPr>
          <a:xfrm>
            <a:off x="7502400" y="3388680"/>
            <a:ext cx="2225520" cy="2225520"/>
            <a:chOff x="7502400" y="3388680"/>
            <a:chExt cx="2225520" cy="2225520"/>
          </a:xfrm>
        </p:grpSpPr>
        <p:sp>
          <p:nvSpPr>
            <p:cNvPr id="457" name="Google Shape;106;p5"/>
            <p:cNvSpPr/>
            <p:nvPr/>
          </p:nvSpPr>
          <p:spPr>
            <a:xfrm>
              <a:off x="7502400" y="4450680"/>
              <a:ext cx="1015200" cy="101880"/>
            </a:xfrm>
            <a:custGeom>
              <a:avLst/>
              <a:gdLst>
                <a:gd name="textAreaLeft" fmla="*/ 0 w 1015200"/>
                <a:gd name="textAreaRight" fmla="*/ 1015560 w 1015200"/>
                <a:gd name="textAreaTop" fmla="*/ 0 h 101880"/>
                <a:gd name="textAreaBottom" fmla="*/ 102240 h 101880"/>
              </a:gdLst>
              <a:ahLst/>
              <a:cxnLst/>
              <a:rect l="textAreaLeft" t="textAreaTop" r="textAreaRight" b="textAreaBottom"/>
              <a:pathLst>
                <a:path w="1575723" h="158763">
                  <a:moveTo>
                    <a:pt x="1099444" y="158764"/>
                  </a:moveTo>
                  <a:cubicBezTo>
                    <a:pt x="888806" y="158764"/>
                    <a:pt x="617539" y="138137"/>
                    <a:pt x="266891" y="111886"/>
                  </a:cubicBezTo>
                  <a:cubicBezTo>
                    <a:pt x="186262" y="105635"/>
                    <a:pt x="101881" y="99385"/>
                    <a:pt x="12501" y="93135"/>
                  </a:cubicBezTo>
                  <a:cubicBezTo>
                    <a:pt x="5000" y="92510"/>
                    <a:pt x="0" y="86884"/>
                    <a:pt x="0" y="79384"/>
                  </a:cubicBezTo>
                  <a:cubicBezTo>
                    <a:pt x="0" y="71883"/>
                    <a:pt x="5000" y="66258"/>
                    <a:pt x="12501" y="65633"/>
                  </a:cubicBezTo>
                  <a:cubicBezTo>
                    <a:pt x="101256" y="59382"/>
                    <a:pt x="186262" y="52507"/>
                    <a:pt x="266891" y="46882"/>
                  </a:cubicBezTo>
                  <a:cubicBezTo>
                    <a:pt x="961936" y="-5622"/>
                    <a:pt x="1344459" y="-34374"/>
                    <a:pt x="1562598" y="73133"/>
                  </a:cubicBezTo>
                  <a:lnTo>
                    <a:pt x="1575724" y="79384"/>
                  </a:lnTo>
                  <a:lnTo>
                    <a:pt x="1562598" y="85634"/>
                  </a:lnTo>
                  <a:cubicBezTo>
                    <a:pt x="1454466" y="138762"/>
                    <a:pt x="1306332" y="158764"/>
                    <a:pt x="1099444" y="158764"/>
                  </a:cubicBezTo>
                  <a:close/>
                  <a:moveTo>
                    <a:pt x="23751" y="79384"/>
                  </a:moveTo>
                  <a:cubicBezTo>
                    <a:pt x="108757" y="85634"/>
                    <a:pt x="190012" y="91884"/>
                    <a:pt x="268142" y="97510"/>
                  </a:cubicBezTo>
                  <a:cubicBezTo>
                    <a:pt x="946310" y="148763"/>
                    <a:pt x="1326333" y="177515"/>
                    <a:pt x="1543222" y="79384"/>
                  </a:cubicBezTo>
                  <a:cubicBezTo>
                    <a:pt x="1326333" y="-18748"/>
                    <a:pt x="946935" y="10004"/>
                    <a:pt x="268767" y="61258"/>
                  </a:cubicBezTo>
                  <a:cubicBezTo>
                    <a:pt x="190637" y="66883"/>
                    <a:pt x="109382" y="73133"/>
                    <a:pt x="23751" y="79384"/>
                  </a:cubicBezTo>
                  <a:close/>
                </a:path>
              </a:pathLst>
            </a:custGeom>
            <a:solidFill>
              <a:schemeClr val="dk1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458" name="Google Shape;107;p5"/>
            <p:cNvSpPr/>
            <p:nvPr/>
          </p:nvSpPr>
          <p:spPr>
            <a:xfrm>
              <a:off x="8564040" y="3388680"/>
              <a:ext cx="101880" cy="1015200"/>
            </a:xfrm>
            <a:custGeom>
              <a:avLst/>
              <a:gdLst>
                <a:gd name="textAreaLeft" fmla="*/ 0 w 101880"/>
                <a:gd name="textAreaRight" fmla="*/ 102240 w 101880"/>
                <a:gd name="textAreaTop" fmla="*/ 0 h 1015200"/>
                <a:gd name="textAreaBottom" fmla="*/ 1015560 h 1015200"/>
              </a:gdLst>
              <a:ahLst/>
              <a:cxnLst/>
              <a:rect l="textAreaLeft" t="textAreaTop" r="textAreaRight" b="textAreaBottom"/>
              <a:pathLst>
                <a:path w="158767" h="1575723">
                  <a:moveTo>
                    <a:pt x="79383" y="1575724"/>
                  </a:moveTo>
                  <a:lnTo>
                    <a:pt x="73133" y="1562598"/>
                  </a:lnTo>
                  <a:cubicBezTo>
                    <a:pt x="-34373" y="1344459"/>
                    <a:pt x="-5622" y="961935"/>
                    <a:pt x="46882" y="266892"/>
                  </a:cubicBezTo>
                  <a:cubicBezTo>
                    <a:pt x="53132" y="186262"/>
                    <a:pt x="59382" y="101256"/>
                    <a:pt x="65633" y="12501"/>
                  </a:cubicBezTo>
                  <a:lnTo>
                    <a:pt x="65633" y="12501"/>
                  </a:lnTo>
                  <a:cubicBezTo>
                    <a:pt x="66258" y="5000"/>
                    <a:pt x="71883" y="0"/>
                    <a:pt x="79383" y="0"/>
                  </a:cubicBezTo>
                  <a:cubicBezTo>
                    <a:pt x="79383" y="0"/>
                    <a:pt x="79383" y="0"/>
                    <a:pt x="79383" y="0"/>
                  </a:cubicBezTo>
                  <a:cubicBezTo>
                    <a:pt x="86884" y="0"/>
                    <a:pt x="92509" y="5000"/>
                    <a:pt x="93135" y="12501"/>
                  </a:cubicBezTo>
                  <a:cubicBezTo>
                    <a:pt x="99385" y="101881"/>
                    <a:pt x="106260" y="186262"/>
                    <a:pt x="111886" y="266892"/>
                  </a:cubicBezTo>
                  <a:cubicBezTo>
                    <a:pt x="164389" y="961935"/>
                    <a:pt x="193141" y="1344459"/>
                    <a:pt x="85634" y="1561973"/>
                  </a:cubicBezTo>
                  <a:lnTo>
                    <a:pt x="79383" y="1575724"/>
                  </a:lnTo>
                  <a:close/>
                  <a:moveTo>
                    <a:pt x="79383" y="24377"/>
                  </a:moveTo>
                  <a:cubicBezTo>
                    <a:pt x="73133" y="110007"/>
                    <a:pt x="66883" y="191262"/>
                    <a:pt x="61257" y="268767"/>
                  </a:cubicBezTo>
                  <a:cubicBezTo>
                    <a:pt x="10004" y="946934"/>
                    <a:pt x="-18747" y="1326333"/>
                    <a:pt x="79383" y="1543222"/>
                  </a:cubicBezTo>
                  <a:cubicBezTo>
                    <a:pt x="177515" y="1326333"/>
                    <a:pt x="148763" y="946934"/>
                    <a:pt x="97510" y="268767"/>
                  </a:cubicBezTo>
                  <a:cubicBezTo>
                    <a:pt x="91884" y="191262"/>
                    <a:pt x="85634" y="109382"/>
                    <a:pt x="79383" y="24377"/>
                  </a:cubicBezTo>
                  <a:close/>
                </a:path>
              </a:pathLst>
            </a:custGeom>
            <a:solidFill>
              <a:schemeClr val="dk1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459" name="Google Shape;108;p5"/>
            <p:cNvSpPr/>
            <p:nvPr/>
          </p:nvSpPr>
          <p:spPr>
            <a:xfrm>
              <a:off x="8564040" y="4599000"/>
              <a:ext cx="101880" cy="1015200"/>
            </a:xfrm>
            <a:custGeom>
              <a:avLst/>
              <a:gdLst>
                <a:gd name="textAreaLeft" fmla="*/ 0 w 101880"/>
                <a:gd name="textAreaRight" fmla="*/ 102240 w 101880"/>
                <a:gd name="textAreaTop" fmla="*/ 0 h 1015200"/>
                <a:gd name="textAreaBottom" fmla="*/ 1015560 h 1015200"/>
              </a:gdLst>
              <a:ahLst/>
              <a:cxnLst/>
              <a:rect l="textAreaLeft" t="textAreaTop" r="textAreaRight" b="textAreaBottom"/>
              <a:pathLst>
                <a:path w="158767" h="1575724">
                  <a:moveTo>
                    <a:pt x="79383" y="1575724"/>
                  </a:moveTo>
                  <a:cubicBezTo>
                    <a:pt x="71883" y="1575724"/>
                    <a:pt x="66258" y="1570724"/>
                    <a:pt x="65633" y="1563223"/>
                  </a:cubicBezTo>
                  <a:cubicBezTo>
                    <a:pt x="59382" y="1474468"/>
                    <a:pt x="52507" y="1389462"/>
                    <a:pt x="46882" y="1308832"/>
                  </a:cubicBezTo>
                  <a:cubicBezTo>
                    <a:pt x="-5622" y="613788"/>
                    <a:pt x="-34373" y="231265"/>
                    <a:pt x="73133" y="13126"/>
                  </a:cubicBezTo>
                  <a:lnTo>
                    <a:pt x="79383" y="0"/>
                  </a:lnTo>
                  <a:lnTo>
                    <a:pt x="85634" y="13126"/>
                  </a:lnTo>
                  <a:cubicBezTo>
                    <a:pt x="193141" y="231265"/>
                    <a:pt x="164389" y="613788"/>
                    <a:pt x="111886" y="1308207"/>
                  </a:cubicBezTo>
                  <a:cubicBezTo>
                    <a:pt x="105636" y="1388837"/>
                    <a:pt x="99385" y="1473843"/>
                    <a:pt x="93135" y="1563223"/>
                  </a:cubicBezTo>
                  <a:cubicBezTo>
                    <a:pt x="92509" y="1570724"/>
                    <a:pt x="86884" y="1575724"/>
                    <a:pt x="79383" y="1575724"/>
                  </a:cubicBezTo>
                  <a:cubicBezTo>
                    <a:pt x="79383" y="1575724"/>
                    <a:pt x="79383" y="1575724"/>
                    <a:pt x="79383" y="1575724"/>
                  </a:cubicBezTo>
                  <a:close/>
                  <a:moveTo>
                    <a:pt x="79383" y="33127"/>
                  </a:moveTo>
                  <a:cubicBezTo>
                    <a:pt x="-18747" y="250016"/>
                    <a:pt x="10004" y="630040"/>
                    <a:pt x="61257" y="1307582"/>
                  </a:cubicBezTo>
                  <a:cubicBezTo>
                    <a:pt x="66883" y="1385087"/>
                    <a:pt x="73133" y="1466342"/>
                    <a:pt x="79383" y="1551973"/>
                  </a:cubicBezTo>
                  <a:cubicBezTo>
                    <a:pt x="85634" y="1466342"/>
                    <a:pt x="91884" y="1385087"/>
                    <a:pt x="97510" y="1307582"/>
                  </a:cubicBezTo>
                  <a:cubicBezTo>
                    <a:pt x="148763" y="629414"/>
                    <a:pt x="177515" y="250016"/>
                    <a:pt x="79383" y="33127"/>
                  </a:cubicBezTo>
                  <a:close/>
                </a:path>
              </a:pathLst>
            </a:custGeom>
            <a:solidFill>
              <a:schemeClr val="dk1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460" name="Google Shape;109;p5"/>
            <p:cNvSpPr/>
            <p:nvPr/>
          </p:nvSpPr>
          <p:spPr>
            <a:xfrm>
              <a:off x="8712720" y="4450680"/>
              <a:ext cx="1015200" cy="101880"/>
            </a:xfrm>
            <a:custGeom>
              <a:avLst/>
              <a:gdLst>
                <a:gd name="textAreaLeft" fmla="*/ 0 w 1015200"/>
                <a:gd name="textAreaRight" fmla="*/ 1015560 w 1015200"/>
                <a:gd name="textAreaTop" fmla="*/ 0 h 101880"/>
                <a:gd name="textAreaBottom" fmla="*/ 102240 h 101880"/>
              </a:gdLst>
              <a:ahLst/>
              <a:cxnLst/>
              <a:rect l="textAreaLeft" t="textAreaTop" r="textAreaRight" b="textAreaBottom"/>
              <a:pathLst>
                <a:path w="1575723" h="158763">
                  <a:moveTo>
                    <a:pt x="476280" y="158764"/>
                  </a:moveTo>
                  <a:cubicBezTo>
                    <a:pt x="269392" y="158764"/>
                    <a:pt x="120632" y="138762"/>
                    <a:pt x="13126" y="85634"/>
                  </a:cubicBezTo>
                  <a:lnTo>
                    <a:pt x="0" y="79384"/>
                  </a:lnTo>
                  <a:lnTo>
                    <a:pt x="13126" y="73133"/>
                  </a:lnTo>
                  <a:cubicBezTo>
                    <a:pt x="231265" y="-34374"/>
                    <a:pt x="613788" y="-5622"/>
                    <a:pt x="1308832" y="46882"/>
                  </a:cubicBezTo>
                  <a:cubicBezTo>
                    <a:pt x="1389462" y="53132"/>
                    <a:pt x="1474467" y="59382"/>
                    <a:pt x="1563223" y="65633"/>
                  </a:cubicBezTo>
                  <a:cubicBezTo>
                    <a:pt x="1570723" y="66258"/>
                    <a:pt x="1575724" y="71883"/>
                    <a:pt x="1575724" y="79384"/>
                  </a:cubicBezTo>
                  <a:cubicBezTo>
                    <a:pt x="1575724" y="86884"/>
                    <a:pt x="1570723" y="92510"/>
                    <a:pt x="1563223" y="93135"/>
                  </a:cubicBezTo>
                  <a:cubicBezTo>
                    <a:pt x="1474467" y="99385"/>
                    <a:pt x="1389462" y="106260"/>
                    <a:pt x="1308832" y="111886"/>
                  </a:cubicBezTo>
                  <a:cubicBezTo>
                    <a:pt x="958185" y="138137"/>
                    <a:pt x="686918" y="158764"/>
                    <a:pt x="476280" y="158764"/>
                  </a:cubicBezTo>
                  <a:close/>
                  <a:moveTo>
                    <a:pt x="33127" y="79384"/>
                  </a:moveTo>
                  <a:cubicBezTo>
                    <a:pt x="250016" y="177515"/>
                    <a:pt x="630039" y="148763"/>
                    <a:pt x="1308207" y="97510"/>
                  </a:cubicBezTo>
                  <a:cubicBezTo>
                    <a:pt x="1385712" y="91884"/>
                    <a:pt x="1466967" y="85634"/>
                    <a:pt x="1552597" y="79384"/>
                  </a:cubicBezTo>
                  <a:cubicBezTo>
                    <a:pt x="1466967" y="73133"/>
                    <a:pt x="1385712" y="66883"/>
                    <a:pt x="1308207" y="61258"/>
                  </a:cubicBezTo>
                  <a:cubicBezTo>
                    <a:pt x="629414" y="10004"/>
                    <a:pt x="249390" y="-18748"/>
                    <a:pt x="33127" y="79384"/>
                  </a:cubicBezTo>
                  <a:close/>
                </a:path>
              </a:pathLst>
            </a:custGeom>
            <a:solidFill>
              <a:schemeClr val="dk1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461" name="Google Shape;110;p5"/>
            <p:cNvSpPr/>
            <p:nvPr/>
          </p:nvSpPr>
          <p:spPr>
            <a:xfrm>
              <a:off x="7825680" y="4571280"/>
              <a:ext cx="720000" cy="720000"/>
            </a:xfrm>
            <a:custGeom>
              <a:avLst/>
              <a:gdLst>
                <a:gd name="textAreaLeft" fmla="*/ 0 w 720000"/>
                <a:gd name="textAreaRight" fmla="*/ 720360 w 720000"/>
                <a:gd name="textAreaTop" fmla="*/ 0 h 720000"/>
                <a:gd name="textAreaBottom" fmla="*/ 720360 h 720000"/>
              </a:gdLst>
              <a:ahLst/>
              <a:cxnLst/>
              <a:rect l="textAreaLeft" t="textAreaTop" r="textAreaRight" b="textAreaBottom"/>
              <a:pathLst>
                <a:path w="1117897" h="1117570">
                  <a:moveTo>
                    <a:pt x="13453" y="1117570"/>
                  </a:moveTo>
                  <a:cubicBezTo>
                    <a:pt x="10328" y="1117570"/>
                    <a:pt x="6578" y="1116320"/>
                    <a:pt x="4077" y="1113195"/>
                  </a:cubicBezTo>
                  <a:cubicBezTo>
                    <a:pt x="-923" y="1108195"/>
                    <a:pt x="-1548" y="1100069"/>
                    <a:pt x="3452" y="1095069"/>
                  </a:cubicBezTo>
                  <a:cubicBezTo>
                    <a:pt x="61581" y="1027565"/>
                    <a:pt x="117210" y="963185"/>
                    <a:pt x="169713" y="901932"/>
                  </a:cubicBezTo>
                  <a:cubicBezTo>
                    <a:pt x="624116" y="373773"/>
                    <a:pt x="874132" y="82505"/>
                    <a:pt x="1104147" y="4375"/>
                  </a:cubicBezTo>
                  <a:lnTo>
                    <a:pt x="1117897" y="0"/>
                  </a:lnTo>
                  <a:lnTo>
                    <a:pt x="1113522" y="13751"/>
                  </a:lnTo>
                  <a:cubicBezTo>
                    <a:pt x="1035392" y="243765"/>
                    <a:pt x="744124" y="493781"/>
                    <a:pt x="215966" y="948184"/>
                  </a:cubicBezTo>
                  <a:cubicBezTo>
                    <a:pt x="154712" y="1000688"/>
                    <a:pt x="90333" y="1056316"/>
                    <a:pt x="22204" y="1115070"/>
                  </a:cubicBezTo>
                  <a:lnTo>
                    <a:pt x="22204" y="1115070"/>
                  </a:lnTo>
                  <a:cubicBezTo>
                    <a:pt x="19703" y="1116320"/>
                    <a:pt x="16578" y="1117570"/>
                    <a:pt x="13453" y="1117570"/>
                  </a:cubicBezTo>
                  <a:close/>
                  <a:moveTo>
                    <a:pt x="1094771" y="22501"/>
                  </a:moveTo>
                  <a:cubicBezTo>
                    <a:pt x="872257" y="106257"/>
                    <a:pt x="624116" y="395025"/>
                    <a:pt x="180963" y="910682"/>
                  </a:cubicBezTo>
                  <a:cubicBezTo>
                    <a:pt x="130335" y="970061"/>
                    <a:pt x="77207" y="1031940"/>
                    <a:pt x="20953" y="1096319"/>
                  </a:cubicBezTo>
                  <a:cubicBezTo>
                    <a:pt x="85958" y="1040065"/>
                    <a:pt x="147836" y="986937"/>
                    <a:pt x="206590" y="936309"/>
                  </a:cubicBezTo>
                  <a:cubicBezTo>
                    <a:pt x="722247" y="493156"/>
                    <a:pt x="1011016" y="245015"/>
                    <a:pt x="1094771" y="22501"/>
                  </a:cubicBezTo>
                  <a:close/>
                </a:path>
              </a:pathLst>
            </a:custGeom>
            <a:solidFill>
              <a:schemeClr val="dk1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462" name="Google Shape;111;p5"/>
            <p:cNvSpPr/>
            <p:nvPr/>
          </p:nvSpPr>
          <p:spPr>
            <a:xfrm>
              <a:off x="8684280" y="4571280"/>
              <a:ext cx="720000" cy="720000"/>
            </a:xfrm>
            <a:custGeom>
              <a:avLst/>
              <a:gdLst>
                <a:gd name="textAreaLeft" fmla="*/ 0 w 720000"/>
                <a:gd name="textAreaRight" fmla="*/ 720360 w 720000"/>
                <a:gd name="textAreaTop" fmla="*/ 0 h 720000"/>
                <a:gd name="textAreaBottom" fmla="*/ 720360 h 720000"/>
              </a:gdLst>
              <a:ahLst/>
              <a:cxnLst/>
              <a:rect l="textAreaLeft" t="textAreaTop" r="textAreaRight" b="textAreaBottom"/>
              <a:pathLst>
                <a:path w="1117897" h="1117570">
                  <a:moveTo>
                    <a:pt x="1103819" y="1117570"/>
                  </a:moveTo>
                  <a:cubicBezTo>
                    <a:pt x="1100694" y="1117570"/>
                    <a:pt x="1097569" y="1116320"/>
                    <a:pt x="1095069" y="1114445"/>
                  </a:cubicBezTo>
                  <a:cubicBezTo>
                    <a:pt x="1027564" y="1056316"/>
                    <a:pt x="963185" y="1000688"/>
                    <a:pt x="901931" y="948184"/>
                  </a:cubicBezTo>
                  <a:cubicBezTo>
                    <a:pt x="373148" y="493781"/>
                    <a:pt x="82505" y="243765"/>
                    <a:pt x="4375" y="13751"/>
                  </a:cubicBezTo>
                  <a:lnTo>
                    <a:pt x="0" y="0"/>
                  </a:lnTo>
                  <a:lnTo>
                    <a:pt x="13751" y="4375"/>
                  </a:lnTo>
                  <a:cubicBezTo>
                    <a:pt x="243765" y="82505"/>
                    <a:pt x="493781" y="373773"/>
                    <a:pt x="948184" y="901932"/>
                  </a:cubicBezTo>
                  <a:cubicBezTo>
                    <a:pt x="1000688" y="963185"/>
                    <a:pt x="1056316" y="1027565"/>
                    <a:pt x="1114445" y="1095069"/>
                  </a:cubicBezTo>
                  <a:lnTo>
                    <a:pt x="1114445" y="1095069"/>
                  </a:lnTo>
                  <a:cubicBezTo>
                    <a:pt x="1119445" y="1100694"/>
                    <a:pt x="1118820" y="1108195"/>
                    <a:pt x="1113820" y="1113820"/>
                  </a:cubicBezTo>
                  <a:cubicBezTo>
                    <a:pt x="1110695" y="1116320"/>
                    <a:pt x="1107569" y="1117570"/>
                    <a:pt x="1103819" y="1117570"/>
                  </a:cubicBezTo>
                  <a:close/>
                  <a:moveTo>
                    <a:pt x="22501" y="22501"/>
                  </a:moveTo>
                  <a:cubicBezTo>
                    <a:pt x="106257" y="245015"/>
                    <a:pt x="395025" y="493156"/>
                    <a:pt x="910682" y="936934"/>
                  </a:cubicBezTo>
                  <a:cubicBezTo>
                    <a:pt x="969436" y="987562"/>
                    <a:pt x="1031940" y="1040690"/>
                    <a:pt x="1096318" y="1096944"/>
                  </a:cubicBezTo>
                  <a:cubicBezTo>
                    <a:pt x="1040690" y="1031940"/>
                    <a:pt x="986936" y="970061"/>
                    <a:pt x="936308" y="911307"/>
                  </a:cubicBezTo>
                  <a:cubicBezTo>
                    <a:pt x="493781" y="395025"/>
                    <a:pt x="245640" y="106257"/>
                    <a:pt x="22501" y="22501"/>
                  </a:cubicBezTo>
                  <a:close/>
                </a:path>
              </a:pathLst>
            </a:custGeom>
            <a:solidFill>
              <a:schemeClr val="dk1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463" name="Google Shape;112;p5"/>
            <p:cNvSpPr/>
            <p:nvPr/>
          </p:nvSpPr>
          <p:spPr>
            <a:xfrm>
              <a:off x="8683920" y="3711960"/>
              <a:ext cx="720000" cy="720360"/>
            </a:xfrm>
            <a:custGeom>
              <a:avLst/>
              <a:gdLst>
                <a:gd name="textAreaLeft" fmla="*/ 0 w 720000"/>
                <a:gd name="textAreaRight" fmla="*/ 720360 w 720000"/>
                <a:gd name="textAreaTop" fmla="*/ 0 h 720360"/>
                <a:gd name="textAreaBottom" fmla="*/ 720720 h 720360"/>
              </a:gdLst>
              <a:ahLst/>
              <a:cxnLst/>
              <a:rect l="textAreaLeft" t="textAreaTop" r="textAreaRight" b="textAreaBottom"/>
              <a:pathLst>
                <a:path w="1117897" h="1118522">
                  <a:moveTo>
                    <a:pt x="0" y="1118522"/>
                  </a:moveTo>
                  <a:lnTo>
                    <a:pt x="4376" y="1104772"/>
                  </a:lnTo>
                  <a:cubicBezTo>
                    <a:pt x="82506" y="874757"/>
                    <a:pt x="373774" y="624741"/>
                    <a:pt x="901932" y="170338"/>
                  </a:cubicBezTo>
                  <a:cubicBezTo>
                    <a:pt x="963186" y="117835"/>
                    <a:pt x="1027565" y="62206"/>
                    <a:pt x="1095694" y="3452"/>
                  </a:cubicBezTo>
                  <a:cubicBezTo>
                    <a:pt x="1101320" y="-1548"/>
                    <a:pt x="1108820" y="-923"/>
                    <a:pt x="1113821" y="4077"/>
                  </a:cubicBezTo>
                  <a:cubicBezTo>
                    <a:pt x="1118820" y="9078"/>
                    <a:pt x="1119446" y="17203"/>
                    <a:pt x="1114445" y="22204"/>
                  </a:cubicBezTo>
                  <a:lnTo>
                    <a:pt x="1114445" y="22204"/>
                  </a:lnTo>
                  <a:cubicBezTo>
                    <a:pt x="1056316" y="89708"/>
                    <a:pt x="1000689" y="154087"/>
                    <a:pt x="948185" y="215341"/>
                  </a:cubicBezTo>
                  <a:cubicBezTo>
                    <a:pt x="493781" y="743499"/>
                    <a:pt x="243765" y="1034767"/>
                    <a:pt x="13751" y="1112897"/>
                  </a:cubicBezTo>
                  <a:lnTo>
                    <a:pt x="0" y="1118522"/>
                  </a:lnTo>
                  <a:close/>
                  <a:moveTo>
                    <a:pt x="1103820" y="13453"/>
                  </a:moveTo>
                  <a:cubicBezTo>
                    <a:pt x="1036940" y="72832"/>
                    <a:pt x="972562" y="128460"/>
                    <a:pt x="911308" y="180963"/>
                  </a:cubicBezTo>
                  <a:cubicBezTo>
                    <a:pt x="395650" y="624116"/>
                    <a:pt x="106882" y="872257"/>
                    <a:pt x="23127" y="1094771"/>
                  </a:cubicBezTo>
                  <a:cubicBezTo>
                    <a:pt x="245641" y="1011016"/>
                    <a:pt x="493781" y="722248"/>
                    <a:pt x="937559" y="206590"/>
                  </a:cubicBezTo>
                  <a:cubicBezTo>
                    <a:pt x="990062" y="145336"/>
                    <a:pt x="1045691" y="80957"/>
                    <a:pt x="1103820" y="13453"/>
                  </a:cubicBezTo>
                  <a:lnTo>
                    <a:pt x="1109445" y="18453"/>
                  </a:lnTo>
                  <a:lnTo>
                    <a:pt x="1103820" y="13453"/>
                  </a:lnTo>
                  <a:lnTo>
                    <a:pt x="1109445" y="18453"/>
                  </a:lnTo>
                  <a:lnTo>
                    <a:pt x="1103820" y="13453"/>
                  </a:lnTo>
                  <a:close/>
                </a:path>
              </a:pathLst>
            </a:custGeom>
            <a:solidFill>
              <a:schemeClr val="dk1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464" name="Google Shape;113;p5"/>
            <p:cNvSpPr/>
            <p:nvPr/>
          </p:nvSpPr>
          <p:spPr>
            <a:xfrm>
              <a:off x="7825680" y="3712680"/>
              <a:ext cx="720360" cy="720000"/>
            </a:xfrm>
            <a:custGeom>
              <a:avLst/>
              <a:gdLst>
                <a:gd name="textAreaLeft" fmla="*/ 0 w 720360"/>
                <a:gd name="textAreaRight" fmla="*/ 720720 w 720360"/>
                <a:gd name="textAreaTop" fmla="*/ 0 h 720000"/>
                <a:gd name="textAreaBottom" fmla="*/ 720360 h 720000"/>
              </a:gdLst>
              <a:ahLst/>
              <a:cxnLst/>
              <a:rect l="textAreaLeft" t="textAreaTop" r="textAreaRight" b="textAreaBottom"/>
              <a:pathLst>
                <a:path w="1118522" h="1117897">
                  <a:moveTo>
                    <a:pt x="1118522" y="1117897"/>
                  </a:moveTo>
                  <a:lnTo>
                    <a:pt x="1104772" y="1113522"/>
                  </a:lnTo>
                  <a:cubicBezTo>
                    <a:pt x="874757" y="1035392"/>
                    <a:pt x="624741" y="744124"/>
                    <a:pt x="170338" y="215966"/>
                  </a:cubicBezTo>
                  <a:cubicBezTo>
                    <a:pt x="117834" y="154712"/>
                    <a:pt x="62206" y="90333"/>
                    <a:pt x="3452" y="22204"/>
                  </a:cubicBezTo>
                  <a:lnTo>
                    <a:pt x="3452" y="22204"/>
                  </a:lnTo>
                  <a:cubicBezTo>
                    <a:pt x="-1548" y="16578"/>
                    <a:pt x="-923" y="9078"/>
                    <a:pt x="4077" y="4077"/>
                  </a:cubicBezTo>
                  <a:cubicBezTo>
                    <a:pt x="9077" y="-923"/>
                    <a:pt x="17203" y="-1548"/>
                    <a:pt x="22828" y="3452"/>
                  </a:cubicBezTo>
                  <a:cubicBezTo>
                    <a:pt x="90333" y="61581"/>
                    <a:pt x="154712" y="117209"/>
                    <a:pt x="216591" y="170338"/>
                  </a:cubicBezTo>
                  <a:cubicBezTo>
                    <a:pt x="744749" y="624741"/>
                    <a:pt x="1036017" y="874757"/>
                    <a:pt x="1114147" y="1104771"/>
                  </a:cubicBezTo>
                  <a:lnTo>
                    <a:pt x="1118522" y="1117897"/>
                  </a:lnTo>
                  <a:close/>
                  <a:moveTo>
                    <a:pt x="20953" y="20953"/>
                  </a:moveTo>
                  <a:cubicBezTo>
                    <a:pt x="77207" y="85958"/>
                    <a:pt x="130335" y="147836"/>
                    <a:pt x="180963" y="206590"/>
                  </a:cubicBezTo>
                  <a:cubicBezTo>
                    <a:pt x="624116" y="722248"/>
                    <a:pt x="872257" y="1011016"/>
                    <a:pt x="1094771" y="1094771"/>
                  </a:cubicBezTo>
                  <a:cubicBezTo>
                    <a:pt x="1011016" y="872257"/>
                    <a:pt x="722247" y="624116"/>
                    <a:pt x="206590" y="180963"/>
                  </a:cubicBezTo>
                  <a:cubicBezTo>
                    <a:pt x="147836" y="129710"/>
                    <a:pt x="85958" y="76582"/>
                    <a:pt x="20953" y="20953"/>
                  </a:cubicBezTo>
                  <a:close/>
                </a:path>
              </a:pathLst>
            </a:custGeom>
            <a:solidFill>
              <a:schemeClr val="dk1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465" name="Google Shape;114;p5"/>
            <p:cNvSpPr/>
            <p:nvPr/>
          </p:nvSpPr>
          <p:spPr>
            <a:xfrm>
              <a:off x="7637760" y="4117320"/>
              <a:ext cx="892440" cy="353160"/>
            </a:xfrm>
            <a:custGeom>
              <a:avLst/>
              <a:gdLst>
                <a:gd name="textAreaLeft" fmla="*/ 0 w 892440"/>
                <a:gd name="textAreaRight" fmla="*/ 892800 w 892440"/>
                <a:gd name="textAreaTop" fmla="*/ 0 h 353160"/>
                <a:gd name="textAreaBottom" fmla="*/ 353520 h 353160"/>
              </a:gdLst>
              <a:ahLst/>
              <a:cxnLst/>
              <a:rect l="textAreaLeft" t="textAreaTop" r="textAreaRight" b="textAreaBottom"/>
              <a:pathLst>
                <a:path w="1385324" h="548695">
                  <a:moveTo>
                    <a:pt x="1330322" y="548695"/>
                  </a:moveTo>
                  <a:cubicBezTo>
                    <a:pt x="1104057" y="548695"/>
                    <a:pt x="782787" y="394936"/>
                    <a:pt x="224627" y="128669"/>
                  </a:cubicBezTo>
                  <a:cubicBezTo>
                    <a:pt x="155873" y="96167"/>
                    <a:pt x="83993" y="61165"/>
                    <a:pt x="7739" y="25538"/>
                  </a:cubicBezTo>
                  <a:cubicBezTo>
                    <a:pt x="1488" y="22412"/>
                    <a:pt x="-1637" y="15537"/>
                    <a:pt x="863" y="8661"/>
                  </a:cubicBezTo>
                  <a:cubicBezTo>
                    <a:pt x="3363" y="1786"/>
                    <a:pt x="10239" y="-1339"/>
                    <a:pt x="17114" y="536"/>
                  </a:cubicBezTo>
                  <a:cubicBezTo>
                    <a:pt x="97119" y="24912"/>
                    <a:pt x="173999" y="48664"/>
                    <a:pt x="247129" y="70540"/>
                  </a:cubicBezTo>
                  <a:cubicBezTo>
                    <a:pt x="874668" y="261177"/>
                    <a:pt x="1220940" y="366184"/>
                    <a:pt x="1375325" y="534945"/>
                  </a:cubicBezTo>
                  <a:lnTo>
                    <a:pt x="1385325" y="545570"/>
                  </a:lnTo>
                  <a:lnTo>
                    <a:pt x="1370950" y="546820"/>
                  </a:lnTo>
                  <a:cubicBezTo>
                    <a:pt x="1357823" y="548070"/>
                    <a:pt x="1344073" y="548695"/>
                    <a:pt x="1330322" y="548695"/>
                  </a:cubicBezTo>
                  <a:close/>
                  <a:moveTo>
                    <a:pt x="27740" y="18662"/>
                  </a:moveTo>
                  <a:cubicBezTo>
                    <a:pt x="98369" y="52414"/>
                    <a:pt x="165873" y="84291"/>
                    <a:pt x="230878" y="115543"/>
                  </a:cubicBezTo>
                  <a:cubicBezTo>
                    <a:pt x="807789" y="391185"/>
                    <a:pt x="1131559" y="545570"/>
                    <a:pt x="1354698" y="533694"/>
                  </a:cubicBezTo>
                  <a:cubicBezTo>
                    <a:pt x="1197813" y="374309"/>
                    <a:pt x="854666" y="269928"/>
                    <a:pt x="243379" y="84291"/>
                  </a:cubicBezTo>
                  <a:cubicBezTo>
                    <a:pt x="174624" y="63665"/>
                    <a:pt x="102745" y="41788"/>
                    <a:pt x="27740" y="18662"/>
                  </a:cubicBezTo>
                  <a:close/>
                  <a:moveTo>
                    <a:pt x="13989" y="12412"/>
                  </a:moveTo>
                  <a:lnTo>
                    <a:pt x="10864" y="18662"/>
                  </a:lnTo>
                  <a:lnTo>
                    <a:pt x="13989" y="12412"/>
                  </a:lnTo>
                  <a:close/>
                </a:path>
              </a:pathLst>
            </a:custGeom>
            <a:solidFill>
              <a:schemeClr val="dk1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466" name="Google Shape;115;p5"/>
            <p:cNvSpPr/>
            <p:nvPr/>
          </p:nvSpPr>
          <p:spPr>
            <a:xfrm>
              <a:off x="8646120" y="3524400"/>
              <a:ext cx="353160" cy="892080"/>
            </a:xfrm>
            <a:custGeom>
              <a:avLst/>
              <a:gdLst>
                <a:gd name="textAreaLeft" fmla="*/ 0 w 353160"/>
                <a:gd name="textAreaRight" fmla="*/ 353520 w 353160"/>
                <a:gd name="textAreaTop" fmla="*/ 0 h 892080"/>
                <a:gd name="textAreaBottom" fmla="*/ 892440 h 892080"/>
              </a:gdLst>
              <a:ahLst/>
              <a:cxnLst/>
              <a:rect l="textAreaLeft" t="textAreaTop" r="textAreaRight" b="textAreaBottom"/>
              <a:pathLst>
                <a:path w="548537" h="1384699">
                  <a:moveTo>
                    <a:pt x="2968" y="1384700"/>
                  </a:moveTo>
                  <a:lnTo>
                    <a:pt x="1717" y="1370324"/>
                  </a:lnTo>
                  <a:cubicBezTo>
                    <a:pt x="-18284" y="1142185"/>
                    <a:pt x="137351" y="816539"/>
                    <a:pt x="419869" y="224627"/>
                  </a:cubicBezTo>
                  <a:cubicBezTo>
                    <a:pt x="452996" y="155873"/>
                    <a:pt x="487373" y="83368"/>
                    <a:pt x="523000" y="7739"/>
                  </a:cubicBezTo>
                  <a:lnTo>
                    <a:pt x="523000" y="7739"/>
                  </a:lnTo>
                  <a:cubicBezTo>
                    <a:pt x="526125" y="1488"/>
                    <a:pt x="533001" y="-1637"/>
                    <a:pt x="539876" y="863"/>
                  </a:cubicBezTo>
                  <a:cubicBezTo>
                    <a:pt x="546752" y="3363"/>
                    <a:pt x="549877" y="10239"/>
                    <a:pt x="548002" y="17114"/>
                  </a:cubicBezTo>
                  <a:cubicBezTo>
                    <a:pt x="523625" y="97744"/>
                    <a:pt x="499874" y="173999"/>
                    <a:pt x="477998" y="247129"/>
                  </a:cubicBezTo>
                  <a:cubicBezTo>
                    <a:pt x="287361" y="874668"/>
                    <a:pt x="182354" y="1220315"/>
                    <a:pt x="13593" y="1375324"/>
                  </a:cubicBezTo>
                  <a:lnTo>
                    <a:pt x="2968" y="1384700"/>
                  </a:lnTo>
                  <a:close/>
                  <a:moveTo>
                    <a:pt x="529876" y="27740"/>
                  </a:moveTo>
                  <a:cubicBezTo>
                    <a:pt x="496123" y="98369"/>
                    <a:pt x="463622" y="166498"/>
                    <a:pt x="432994" y="230878"/>
                  </a:cubicBezTo>
                  <a:cubicBezTo>
                    <a:pt x="157352" y="807789"/>
                    <a:pt x="2968" y="1130934"/>
                    <a:pt x="14843" y="1354073"/>
                  </a:cubicBezTo>
                  <a:cubicBezTo>
                    <a:pt x="174228" y="1197188"/>
                    <a:pt x="278610" y="854042"/>
                    <a:pt x="464246" y="242753"/>
                  </a:cubicBezTo>
                  <a:cubicBezTo>
                    <a:pt x="484873" y="174624"/>
                    <a:pt x="506749" y="102745"/>
                    <a:pt x="529876" y="27740"/>
                  </a:cubicBezTo>
                  <a:close/>
                  <a:moveTo>
                    <a:pt x="536126" y="13989"/>
                  </a:moveTo>
                  <a:lnTo>
                    <a:pt x="536126" y="13989"/>
                  </a:lnTo>
                  <a:lnTo>
                    <a:pt x="529876" y="10864"/>
                  </a:lnTo>
                  <a:lnTo>
                    <a:pt x="536126" y="13989"/>
                  </a:lnTo>
                  <a:close/>
                </a:path>
              </a:pathLst>
            </a:custGeom>
            <a:solidFill>
              <a:schemeClr val="dk1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467" name="Google Shape;116;p5"/>
            <p:cNvSpPr/>
            <p:nvPr/>
          </p:nvSpPr>
          <p:spPr>
            <a:xfrm>
              <a:off x="8230320" y="4586040"/>
              <a:ext cx="353160" cy="892800"/>
            </a:xfrm>
            <a:custGeom>
              <a:avLst/>
              <a:gdLst>
                <a:gd name="textAreaLeft" fmla="*/ 0 w 353160"/>
                <a:gd name="textAreaRight" fmla="*/ 353520 w 353160"/>
                <a:gd name="textAreaTop" fmla="*/ 0 h 892800"/>
                <a:gd name="textAreaBottom" fmla="*/ 893160 h 892800"/>
              </a:gdLst>
              <a:ahLst/>
              <a:cxnLst/>
              <a:rect l="textAreaLeft" t="textAreaTop" r="textAreaRight" b="textAreaBottom"/>
              <a:pathLst>
                <a:path w="548537" h="1385711">
                  <a:moveTo>
                    <a:pt x="13662" y="1385712"/>
                  </a:moveTo>
                  <a:cubicBezTo>
                    <a:pt x="11787" y="1385712"/>
                    <a:pt x="10537" y="1385712"/>
                    <a:pt x="8662" y="1384462"/>
                  </a:cubicBezTo>
                  <a:cubicBezTo>
                    <a:pt x="1786" y="1381962"/>
                    <a:pt x="-1339" y="1375087"/>
                    <a:pt x="536" y="1368211"/>
                  </a:cubicBezTo>
                  <a:lnTo>
                    <a:pt x="536" y="1368211"/>
                  </a:lnTo>
                  <a:cubicBezTo>
                    <a:pt x="24912" y="1287581"/>
                    <a:pt x="48664" y="1211326"/>
                    <a:pt x="70541" y="1138197"/>
                  </a:cubicBezTo>
                  <a:cubicBezTo>
                    <a:pt x="261178" y="510657"/>
                    <a:pt x="366184" y="165010"/>
                    <a:pt x="534944" y="10001"/>
                  </a:cubicBezTo>
                  <a:lnTo>
                    <a:pt x="545570" y="0"/>
                  </a:lnTo>
                  <a:lnTo>
                    <a:pt x="546820" y="14376"/>
                  </a:lnTo>
                  <a:cubicBezTo>
                    <a:pt x="566822" y="242515"/>
                    <a:pt x="411187" y="568161"/>
                    <a:pt x="128669" y="1160698"/>
                  </a:cubicBezTo>
                  <a:cubicBezTo>
                    <a:pt x="96167" y="1229452"/>
                    <a:pt x="61165" y="1301332"/>
                    <a:pt x="25537" y="1377587"/>
                  </a:cubicBezTo>
                  <a:cubicBezTo>
                    <a:pt x="23038" y="1383212"/>
                    <a:pt x="18662" y="1385712"/>
                    <a:pt x="13662" y="1385712"/>
                  </a:cubicBezTo>
                  <a:close/>
                  <a:moveTo>
                    <a:pt x="8037" y="1370711"/>
                  </a:moveTo>
                  <a:lnTo>
                    <a:pt x="14912" y="1372586"/>
                  </a:lnTo>
                  <a:cubicBezTo>
                    <a:pt x="14912" y="1372586"/>
                    <a:pt x="14912" y="1372586"/>
                    <a:pt x="14912" y="1372586"/>
                  </a:cubicBezTo>
                  <a:lnTo>
                    <a:pt x="8037" y="1370711"/>
                  </a:lnTo>
                  <a:close/>
                  <a:moveTo>
                    <a:pt x="534319" y="31877"/>
                  </a:moveTo>
                  <a:cubicBezTo>
                    <a:pt x="374934" y="188762"/>
                    <a:pt x="270553" y="531908"/>
                    <a:pt x="84916" y="1143197"/>
                  </a:cubicBezTo>
                  <a:cubicBezTo>
                    <a:pt x="63665" y="1213826"/>
                    <a:pt x="41163" y="1287581"/>
                    <a:pt x="17412" y="1364461"/>
                  </a:cubicBezTo>
                  <a:cubicBezTo>
                    <a:pt x="51164" y="1291956"/>
                    <a:pt x="84291" y="1221952"/>
                    <a:pt x="116168" y="1155073"/>
                  </a:cubicBezTo>
                  <a:cubicBezTo>
                    <a:pt x="391185" y="578786"/>
                    <a:pt x="545570" y="255016"/>
                    <a:pt x="534319" y="31877"/>
                  </a:cubicBezTo>
                  <a:close/>
                </a:path>
              </a:pathLst>
            </a:custGeom>
            <a:solidFill>
              <a:schemeClr val="dk1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468" name="Google Shape;117;p5"/>
            <p:cNvSpPr/>
            <p:nvPr/>
          </p:nvSpPr>
          <p:spPr>
            <a:xfrm>
              <a:off x="8700120" y="4533120"/>
              <a:ext cx="892080" cy="353160"/>
            </a:xfrm>
            <a:custGeom>
              <a:avLst/>
              <a:gdLst>
                <a:gd name="textAreaLeft" fmla="*/ 0 w 892080"/>
                <a:gd name="textAreaRight" fmla="*/ 892440 w 892080"/>
                <a:gd name="textAreaTop" fmla="*/ 0 h 353160"/>
                <a:gd name="textAreaBottom" fmla="*/ 353520 h 353160"/>
              </a:gdLst>
              <a:ahLst/>
              <a:cxnLst/>
              <a:rect l="textAreaLeft" t="textAreaTop" r="textAreaRight" b="textAreaBottom"/>
              <a:pathLst>
                <a:path w="1384700" h="548626">
                  <a:moveTo>
                    <a:pt x="1371961" y="548627"/>
                  </a:moveTo>
                  <a:cubicBezTo>
                    <a:pt x="1370711" y="548627"/>
                    <a:pt x="1369462" y="548627"/>
                    <a:pt x="1368211" y="548002"/>
                  </a:cubicBezTo>
                  <a:cubicBezTo>
                    <a:pt x="1287581" y="523625"/>
                    <a:pt x="1211326" y="499874"/>
                    <a:pt x="1138197" y="477997"/>
                  </a:cubicBezTo>
                  <a:cubicBezTo>
                    <a:pt x="510658" y="287360"/>
                    <a:pt x="165011" y="182354"/>
                    <a:pt x="10001" y="13593"/>
                  </a:cubicBezTo>
                  <a:lnTo>
                    <a:pt x="0" y="2968"/>
                  </a:lnTo>
                  <a:lnTo>
                    <a:pt x="14376" y="1717"/>
                  </a:lnTo>
                  <a:cubicBezTo>
                    <a:pt x="241891" y="-18284"/>
                    <a:pt x="568161" y="137351"/>
                    <a:pt x="1160074" y="419869"/>
                  </a:cubicBezTo>
                  <a:cubicBezTo>
                    <a:pt x="1228828" y="452996"/>
                    <a:pt x="1300707" y="487373"/>
                    <a:pt x="1376962" y="523000"/>
                  </a:cubicBezTo>
                  <a:lnTo>
                    <a:pt x="1376962" y="523000"/>
                  </a:lnTo>
                  <a:cubicBezTo>
                    <a:pt x="1383212" y="526125"/>
                    <a:pt x="1386337" y="533001"/>
                    <a:pt x="1383837" y="539876"/>
                  </a:cubicBezTo>
                  <a:cubicBezTo>
                    <a:pt x="1381963" y="545502"/>
                    <a:pt x="1376962" y="548627"/>
                    <a:pt x="1371961" y="548627"/>
                  </a:cubicBezTo>
                  <a:close/>
                  <a:moveTo>
                    <a:pt x="1371336" y="536126"/>
                  </a:moveTo>
                  <a:lnTo>
                    <a:pt x="1371336" y="536126"/>
                  </a:lnTo>
                  <a:lnTo>
                    <a:pt x="1374462" y="529876"/>
                  </a:lnTo>
                  <a:lnTo>
                    <a:pt x="1371336" y="536126"/>
                  </a:lnTo>
                  <a:close/>
                  <a:moveTo>
                    <a:pt x="30627" y="14843"/>
                  </a:moveTo>
                  <a:cubicBezTo>
                    <a:pt x="187512" y="174228"/>
                    <a:pt x="530659" y="278610"/>
                    <a:pt x="1141947" y="464246"/>
                  </a:cubicBezTo>
                  <a:cubicBezTo>
                    <a:pt x="1210702" y="484873"/>
                    <a:pt x="1282581" y="506749"/>
                    <a:pt x="1357586" y="529876"/>
                  </a:cubicBezTo>
                  <a:cubicBezTo>
                    <a:pt x="1286956" y="496124"/>
                    <a:pt x="1218827" y="463621"/>
                    <a:pt x="1154448" y="432995"/>
                  </a:cubicBezTo>
                  <a:cubicBezTo>
                    <a:pt x="577536" y="157352"/>
                    <a:pt x="253767" y="2968"/>
                    <a:pt x="30627" y="14843"/>
                  </a:cubicBezTo>
                  <a:close/>
                </a:path>
              </a:pathLst>
            </a:custGeom>
            <a:solidFill>
              <a:schemeClr val="dk1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469" name="Google Shape;118;p5"/>
            <p:cNvSpPr/>
            <p:nvPr/>
          </p:nvSpPr>
          <p:spPr>
            <a:xfrm>
              <a:off x="7655760" y="4537800"/>
              <a:ext cx="875880" cy="391320"/>
            </a:xfrm>
            <a:custGeom>
              <a:avLst/>
              <a:gdLst>
                <a:gd name="textAreaLeft" fmla="*/ 0 w 875880"/>
                <a:gd name="textAreaRight" fmla="*/ 876240 w 875880"/>
                <a:gd name="textAreaTop" fmla="*/ 0 h 391320"/>
                <a:gd name="textAreaBottom" fmla="*/ 391680 h 391320"/>
              </a:gdLst>
              <a:ahLst/>
              <a:cxnLst/>
              <a:rect l="textAreaLeft" t="textAreaTop" r="textAreaRight" b="textAreaBottom"/>
              <a:pathLst>
                <a:path w="1359555" h="607906">
                  <a:moveTo>
                    <a:pt x="13221" y="607907"/>
                  </a:moveTo>
                  <a:cubicBezTo>
                    <a:pt x="8221" y="607907"/>
                    <a:pt x="3845" y="604781"/>
                    <a:pt x="1345" y="599781"/>
                  </a:cubicBezTo>
                  <a:cubicBezTo>
                    <a:pt x="-1780" y="593530"/>
                    <a:pt x="720" y="586030"/>
                    <a:pt x="6971" y="582905"/>
                  </a:cubicBezTo>
                  <a:cubicBezTo>
                    <a:pt x="81350" y="543527"/>
                    <a:pt x="151980" y="506025"/>
                    <a:pt x="218859" y="469773"/>
                  </a:cubicBezTo>
                  <a:cubicBezTo>
                    <a:pt x="797645" y="161003"/>
                    <a:pt x="1116415" y="-9007"/>
                    <a:pt x="1345180" y="368"/>
                  </a:cubicBezTo>
                  <a:lnTo>
                    <a:pt x="1359556" y="993"/>
                  </a:lnTo>
                  <a:lnTo>
                    <a:pt x="1350180" y="12244"/>
                  </a:lnTo>
                  <a:cubicBezTo>
                    <a:pt x="1203296" y="187880"/>
                    <a:pt x="862650" y="307888"/>
                    <a:pt x="244486" y="526651"/>
                  </a:cubicBezTo>
                  <a:cubicBezTo>
                    <a:pt x="172606" y="552278"/>
                    <a:pt x="96976" y="578530"/>
                    <a:pt x="17596" y="606656"/>
                  </a:cubicBezTo>
                  <a:lnTo>
                    <a:pt x="17596" y="606656"/>
                  </a:lnTo>
                  <a:cubicBezTo>
                    <a:pt x="15721" y="607281"/>
                    <a:pt x="14471" y="607907"/>
                    <a:pt x="13221" y="607907"/>
                  </a:cubicBezTo>
                  <a:close/>
                  <a:moveTo>
                    <a:pt x="12596" y="593530"/>
                  </a:moveTo>
                  <a:lnTo>
                    <a:pt x="12596" y="593530"/>
                  </a:lnTo>
                  <a:lnTo>
                    <a:pt x="12596" y="593530"/>
                  </a:lnTo>
                  <a:lnTo>
                    <a:pt x="12596" y="593530"/>
                  </a:lnTo>
                  <a:close/>
                  <a:moveTo>
                    <a:pt x="1325804" y="14119"/>
                  </a:moveTo>
                  <a:cubicBezTo>
                    <a:pt x="1102040" y="14119"/>
                    <a:pt x="786395" y="182880"/>
                    <a:pt x="225734" y="482274"/>
                  </a:cubicBezTo>
                  <a:cubicBezTo>
                    <a:pt x="162606" y="516026"/>
                    <a:pt x="96352" y="551028"/>
                    <a:pt x="26972" y="587905"/>
                  </a:cubicBezTo>
                  <a:cubicBezTo>
                    <a:pt x="100727" y="561653"/>
                    <a:pt x="171981" y="536652"/>
                    <a:pt x="239485" y="512900"/>
                  </a:cubicBezTo>
                  <a:cubicBezTo>
                    <a:pt x="842023" y="299762"/>
                    <a:pt x="1179544" y="180379"/>
                    <a:pt x="1329554" y="14119"/>
                  </a:cubicBezTo>
                  <a:cubicBezTo>
                    <a:pt x="1328304" y="14119"/>
                    <a:pt x="1327054" y="14119"/>
                    <a:pt x="1325804" y="14119"/>
                  </a:cubicBezTo>
                  <a:close/>
                </a:path>
              </a:pathLst>
            </a:custGeom>
            <a:solidFill>
              <a:schemeClr val="dk1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470" name="Google Shape;119;p5"/>
            <p:cNvSpPr/>
            <p:nvPr/>
          </p:nvSpPr>
          <p:spPr>
            <a:xfrm>
              <a:off x="8651520" y="4585320"/>
              <a:ext cx="391320" cy="875880"/>
            </a:xfrm>
            <a:custGeom>
              <a:avLst/>
              <a:gdLst>
                <a:gd name="textAreaLeft" fmla="*/ 0 w 391320"/>
                <a:gd name="textAreaRight" fmla="*/ 391680 w 391320"/>
                <a:gd name="textAreaTop" fmla="*/ 0 h 875880"/>
                <a:gd name="textAreaBottom" fmla="*/ 876240 h 875880"/>
              </a:gdLst>
              <a:ahLst/>
              <a:cxnLst/>
              <a:rect l="textAreaLeft" t="textAreaTop" r="textAreaRight" b="textAreaBottom"/>
              <a:pathLst>
                <a:path w="607567" h="1359460">
                  <a:moveTo>
                    <a:pt x="594203" y="1359460"/>
                  </a:moveTo>
                  <a:cubicBezTo>
                    <a:pt x="589204" y="1359460"/>
                    <a:pt x="584828" y="1356960"/>
                    <a:pt x="582953" y="1352585"/>
                  </a:cubicBezTo>
                  <a:cubicBezTo>
                    <a:pt x="543575" y="1278205"/>
                    <a:pt x="506073" y="1208201"/>
                    <a:pt x="469821" y="1140697"/>
                  </a:cubicBezTo>
                  <a:cubicBezTo>
                    <a:pt x="161052" y="561910"/>
                    <a:pt x="-9584" y="243140"/>
                    <a:pt x="416" y="14376"/>
                  </a:cubicBezTo>
                  <a:lnTo>
                    <a:pt x="1042" y="0"/>
                  </a:lnTo>
                  <a:lnTo>
                    <a:pt x="12292" y="9376"/>
                  </a:lnTo>
                  <a:cubicBezTo>
                    <a:pt x="187928" y="156260"/>
                    <a:pt x="307936" y="496906"/>
                    <a:pt x="526700" y="1115070"/>
                  </a:cubicBezTo>
                  <a:cubicBezTo>
                    <a:pt x="552326" y="1186949"/>
                    <a:pt x="578578" y="1262579"/>
                    <a:pt x="606704" y="1341334"/>
                  </a:cubicBezTo>
                  <a:lnTo>
                    <a:pt x="606704" y="1341334"/>
                  </a:lnTo>
                  <a:cubicBezTo>
                    <a:pt x="609205" y="1348210"/>
                    <a:pt x="606079" y="1355085"/>
                    <a:pt x="599829" y="1357585"/>
                  </a:cubicBezTo>
                  <a:cubicBezTo>
                    <a:pt x="597329" y="1358835"/>
                    <a:pt x="595454" y="1359460"/>
                    <a:pt x="594203" y="1359460"/>
                  </a:cubicBezTo>
                  <a:close/>
                  <a:moveTo>
                    <a:pt x="592954" y="1346334"/>
                  </a:moveTo>
                  <a:lnTo>
                    <a:pt x="592954" y="1346334"/>
                  </a:lnTo>
                  <a:lnTo>
                    <a:pt x="592954" y="1346334"/>
                  </a:lnTo>
                  <a:lnTo>
                    <a:pt x="592954" y="1346334"/>
                  </a:lnTo>
                  <a:close/>
                  <a:moveTo>
                    <a:pt x="14167" y="30002"/>
                  </a:moveTo>
                  <a:cubicBezTo>
                    <a:pt x="12292" y="253766"/>
                    <a:pt x="181053" y="570036"/>
                    <a:pt x="482322" y="1133821"/>
                  </a:cubicBezTo>
                  <a:cubicBezTo>
                    <a:pt x="516074" y="1196950"/>
                    <a:pt x="551076" y="1263204"/>
                    <a:pt x="587953" y="1331959"/>
                  </a:cubicBezTo>
                  <a:cubicBezTo>
                    <a:pt x="561702" y="1258204"/>
                    <a:pt x="536700" y="1186949"/>
                    <a:pt x="512948" y="1119445"/>
                  </a:cubicBezTo>
                  <a:cubicBezTo>
                    <a:pt x="299810" y="517532"/>
                    <a:pt x="180428" y="179386"/>
                    <a:pt x="14167" y="30002"/>
                  </a:cubicBezTo>
                  <a:close/>
                </a:path>
              </a:pathLst>
            </a:custGeom>
            <a:solidFill>
              <a:schemeClr val="dk1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471" name="Google Shape;120;p5"/>
            <p:cNvSpPr/>
            <p:nvPr/>
          </p:nvSpPr>
          <p:spPr>
            <a:xfrm>
              <a:off x="8699040" y="4074480"/>
              <a:ext cx="875880" cy="391320"/>
            </a:xfrm>
            <a:custGeom>
              <a:avLst/>
              <a:gdLst>
                <a:gd name="textAreaLeft" fmla="*/ 0 w 875880"/>
                <a:gd name="textAreaRight" fmla="*/ 876240 w 875880"/>
                <a:gd name="textAreaTop" fmla="*/ 0 h 391320"/>
                <a:gd name="textAreaBottom" fmla="*/ 391680 h 391320"/>
              </a:gdLst>
              <a:ahLst/>
              <a:cxnLst/>
              <a:rect l="textAreaLeft" t="textAreaTop" r="textAreaRight" b="textAreaBottom"/>
              <a:pathLst>
                <a:path w="1359555" h="607776">
                  <a:moveTo>
                    <a:pt x="33127" y="607776"/>
                  </a:moveTo>
                  <a:cubicBezTo>
                    <a:pt x="26876" y="607776"/>
                    <a:pt x="20626" y="607776"/>
                    <a:pt x="14375" y="607151"/>
                  </a:cubicBezTo>
                  <a:lnTo>
                    <a:pt x="0" y="606526"/>
                  </a:lnTo>
                  <a:lnTo>
                    <a:pt x="9376" y="595275"/>
                  </a:lnTo>
                  <a:cubicBezTo>
                    <a:pt x="156260" y="419639"/>
                    <a:pt x="496906" y="299632"/>
                    <a:pt x="1115695" y="80868"/>
                  </a:cubicBezTo>
                  <a:cubicBezTo>
                    <a:pt x="1187575" y="55241"/>
                    <a:pt x="1263204" y="28990"/>
                    <a:pt x="1341959" y="863"/>
                  </a:cubicBezTo>
                  <a:lnTo>
                    <a:pt x="1341959" y="863"/>
                  </a:lnTo>
                  <a:cubicBezTo>
                    <a:pt x="1348834" y="-1637"/>
                    <a:pt x="1355710" y="1488"/>
                    <a:pt x="1358210" y="7739"/>
                  </a:cubicBezTo>
                  <a:cubicBezTo>
                    <a:pt x="1361335" y="13989"/>
                    <a:pt x="1358836" y="21489"/>
                    <a:pt x="1352585" y="24615"/>
                  </a:cubicBezTo>
                  <a:cubicBezTo>
                    <a:pt x="1278205" y="63992"/>
                    <a:pt x="1207576" y="101494"/>
                    <a:pt x="1140697" y="137747"/>
                  </a:cubicBezTo>
                  <a:cubicBezTo>
                    <a:pt x="576911" y="438391"/>
                    <a:pt x="260016" y="607776"/>
                    <a:pt x="33127" y="607776"/>
                  </a:cubicBezTo>
                  <a:close/>
                  <a:moveTo>
                    <a:pt x="29377" y="593400"/>
                  </a:moveTo>
                  <a:cubicBezTo>
                    <a:pt x="30627" y="593400"/>
                    <a:pt x="31877" y="593400"/>
                    <a:pt x="32502" y="593400"/>
                  </a:cubicBezTo>
                  <a:cubicBezTo>
                    <a:pt x="256266" y="593400"/>
                    <a:pt x="571911" y="424640"/>
                    <a:pt x="1132571" y="125246"/>
                  </a:cubicBezTo>
                  <a:cubicBezTo>
                    <a:pt x="1195700" y="91494"/>
                    <a:pt x="1261955" y="56492"/>
                    <a:pt x="1331334" y="19614"/>
                  </a:cubicBezTo>
                  <a:cubicBezTo>
                    <a:pt x="1257579" y="45866"/>
                    <a:pt x="1186950" y="70867"/>
                    <a:pt x="1119445" y="94619"/>
                  </a:cubicBezTo>
                  <a:cubicBezTo>
                    <a:pt x="516907" y="307132"/>
                    <a:pt x="179386" y="426515"/>
                    <a:pt x="29377" y="593400"/>
                  </a:cubicBezTo>
                  <a:close/>
                  <a:moveTo>
                    <a:pt x="1346335" y="13989"/>
                  </a:moveTo>
                  <a:lnTo>
                    <a:pt x="1346335" y="13989"/>
                  </a:lnTo>
                  <a:lnTo>
                    <a:pt x="1343834" y="7113"/>
                  </a:lnTo>
                  <a:lnTo>
                    <a:pt x="1346335" y="13989"/>
                  </a:lnTo>
                  <a:close/>
                </a:path>
              </a:pathLst>
            </a:custGeom>
            <a:solidFill>
              <a:schemeClr val="dk1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472" name="Google Shape;121;p5"/>
            <p:cNvSpPr/>
            <p:nvPr/>
          </p:nvSpPr>
          <p:spPr>
            <a:xfrm>
              <a:off x="8187480" y="3542400"/>
              <a:ext cx="391320" cy="875880"/>
            </a:xfrm>
            <a:custGeom>
              <a:avLst/>
              <a:gdLst>
                <a:gd name="textAreaLeft" fmla="*/ 0 w 391320"/>
                <a:gd name="textAreaRight" fmla="*/ 391680 w 391320"/>
                <a:gd name="textAreaTop" fmla="*/ 0 h 875880"/>
                <a:gd name="textAreaBottom" fmla="*/ 876240 h 875880"/>
              </a:gdLst>
              <a:ahLst/>
              <a:cxnLst/>
              <a:rect l="textAreaLeft" t="textAreaTop" r="textAreaRight" b="textAreaBottom"/>
              <a:pathLst>
                <a:path w="607567" h="1359555">
                  <a:moveTo>
                    <a:pt x="606526" y="1359556"/>
                  </a:moveTo>
                  <a:lnTo>
                    <a:pt x="595275" y="1350180"/>
                  </a:lnTo>
                  <a:cubicBezTo>
                    <a:pt x="419639" y="1203296"/>
                    <a:pt x="299632" y="862650"/>
                    <a:pt x="80869" y="243861"/>
                  </a:cubicBezTo>
                  <a:cubicBezTo>
                    <a:pt x="55242" y="171981"/>
                    <a:pt x="28990" y="96351"/>
                    <a:pt x="863" y="17596"/>
                  </a:cubicBezTo>
                  <a:lnTo>
                    <a:pt x="863" y="17596"/>
                  </a:lnTo>
                  <a:cubicBezTo>
                    <a:pt x="-1637" y="10721"/>
                    <a:pt x="1488" y="3846"/>
                    <a:pt x="7738" y="1345"/>
                  </a:cubicBezTo>
                  <a:cubicBezTo>
                    <a:pt x="13989" y="-1780"/>
                    <a:pt x="21490" y="720"/>
                    <a:pt x="24615" y="6971"/>
                  </a:cubicBezTo>
                  <a:cubicBezTo>
                    <a:pt x="63992" y="81350"/>
                    <a:pt x="101494" y="151980"/>
                    <a:pt x="137747" y="218859"/>
                  </a:cubicBezTo>
                  <a:cubicBezTo>
                    <a:pt x="446516" y="797645"/>
                    <a:pt x="617152" y="1116415"/>
                    <a:pt x="607151" y="1344555"/>
                  </a:cubicBezTo>
                  <a:lnTo>
                    <a:pt x="606526" y="1359556"/>
                  </a:lnTo>
                  <a:close/>
                  <a:moveTo>
                    <a:pt x="19614" y="27597"/>
                  </a:moveTo>
                  <a:cubicBezTo>
                    <a:pt x="45866" y="101352"/>
                    <a:pt x="70868" y="171981"/>
                    <a:pt x="94619" y="239485"/>
                  </a:cubicBezTo>
                  <a:cubicBezTo>
                    <a:pt x="307757" y="842023"/>
                    <a:pt x="427140" y="1180170"/>
                    <a:pt x="593401" y="1329554"/>
                  </a:cubicBezTo>
                  <a:cubicBezTo>
                    <a:pt x="595275" y="1105790"/>
                    <a:pt x="426515" y="789520"/>
                    <a:pt x="125246" y="225735"/>
                  </a:cubicBezTo>
                  <a:cubicBezTo>
                    <a:pt x="91494" y="162606"/>
                    <a:pt x="56492" y="96976"/>
                    <a:pt x="19614" y="27597"/>
                  </a:cubicBezTo>
                  <a:close/>
                  <a:moveTo>
                    <a:pt x="14614" y="13221"/>
                  </a:moveTo>
                  <a:lnTo>
                    <a:pt x="7738" y="15721"/>
                  </a:lnTo>
                  <a:lnTo>
                    <a:pt x="14614" y="13221"/>
                  </a:lnTo>
                  <a:close/>
                </a:path>
              </a:pathLst>
            </a:custGeom>
            <a:solidFill>
              <a:schemeClr val="dk1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</p:grpSp>
      <p:sp>
        <p:nvSpPr>
          <p:cNvPr id="473" name="Google Shape;122;p5"/>
          <p:cNvSpPr/>
          <p:nvPr/>
        </p:nvSpPr>
        <p:spPr>
          <a:xfrm>
            <a:off x="-990000" y="244080"/>
            <a:ext cx="1840320" cy="1812960"/>
          </a:xfrm>
          <a:custGeom>
            <a:avLst/>
            <a:gdLst>
              <a:gd name="textAreaLeft" fmla="*/ 0 w 1840320"/>
              <a:gd name="textAreaRight" fmla="*/ 1840680 w 1840320"/>
              <a:gd name="textAreaTop" fmla="*/ 0 h 1812960"/>
              <a:gd name="textAreaBottom" fmla="*/ 1813320 h 1812960"/>
            </a:gdLst>
            <a:ahLst/>
            <a:cxnLst/>
            <a:rect l="textAreaLeft" t="textAreaTop" r="textAreaRight" b="textAreaBottom"/>
            <a:pathLst>
              <a:path w="1973873" h="1944496">
                <a:moveTo>
                  <a:pt x="1330709" y="1944497"/>
                </a:moveTo>
                <a:lnTo>
                  <a:pt x="987562" y="1251328"/>
                </a:lnTo>
                <a:lnTo>
                  <a:pt x="644416" y="1944497"/>
                </a:lnTo>
                <a:lnTo>
                  <a:pt x="827552" y="1193200"/>
                </a:lnTo>
                <a:lnTo>
                  <a:pt x="119382" y="1503844"/>
                </a:lnTo>
                <a:lnTo>
                  <a:pt x="741922" y="1045691"/>
                </a:lnTo>
                <a:lnTo>
                  <a:pt x="0" y="828177"/>
                </a:lnTo>
                <a:lnTo>
                  <a:pt x="771298" y="877555"/>
                </a:lnTo>
                <a:lnTo>
                  <a:pt x="342521" y="234390"/>
                </a:lnTo>
                <a:lnTo>
                  <a:pt x="901932" y="768173"/>
                </a:lnTo>
                <a:lnTo>
                  <a:pt x="986937" y="0"/>
                </a:lnTo>
                <a:lnTo>
                  <a:pt x="1071942" y="768173"/>
                </a:lnTo>
                <a:lnTo>
                  <a:pt x="1631353" y="234390"/>
                </a:lnTo>
                <a:lnTo>
                  <a:pt x="1202576" y="877555"/>
                </a:lnTo>
                <a:lnTo>
                  <a:pt x="1973874" y="828177"/>
                </a:lnTo>
                <a:lnTo>
                  <a:pt x="1231953" y="1045691"/>
                </a:lnTo>
                <a:lnTo>
                  <a:pt x="1854491" y="1503844"/>
                </a:lnTo>
                <a:lnTo>
                  <a:pt x="1146322" y="1193200"/>
                </a:lnTo>
                <a:lnTo>
                  <a:pt x="1330709" y="1944497"/>
                </a:lnTo>
                <a:close/>
                <a:moveTo>
                  <a:pt x="987562" y="1234453"/>
                </a:moveTo>
                <a:lnTo>
                  <a:pt x="1306957" y="1879493"/>
                </a:lnTo>
                <a:lnTo>
                  <a:pt x="1136946" y="1180074"/>
                </a:lnTo>
                <a:lnTo>
                  <a:pt x="1795738" y="1468842"/>
                </a:lnTo>
                <a:lnTo>
                  <a:pt x="1216327" y="1042565"/>
                </a:lnTo>
                <a:lnTo>
                  <a:pt x="1223827" y="1040690"/>
                </a:lnTo>
                <a:lnTo>
                  <a:pt x="1906995" y="840678"/>
                </a:lnTo>
                <a:lnTo>
                  <a:pt x="1188825" y="886931"/>
                </a:lnTo>
                <a:lnTo>
                  <a:pt x="1587600" y="288143"/>
                </a:lnTo>
                <a:lnTo>
                  <a:pt x="1066942" y="785049"/>
                </a:lnTo>
                <a:lnTo>
                  <a:pt x="987562" y="69379"/>
                </a:lnTo>
                <a:lnTo>
                  <a:pt x="908182" y="784424"/>
                </a:lnTo>
                <a:lnTo>
                  <a:pt x="387524" y="287518"/>
                </a:lnTo>
                <a:lnTo>
                  <a:pt x="786299" y="886306"/>
                </a:lnTo>
                <a:lnTo>
                  <a:pt x="778799" y="885680"/>
                </a:lnTo>
                <a:lnTo>
                  <a:pt x="68754" y="840053"/>
                </a:lnTo>
                <a:lnTo>
                  <a:pt x="758798" y="1042565"/>
                </a:lnTo>
                <a:lnTo>
                  <a:pt x="752547" y="1046941"/>
                </a:lnTo>
                <a:lnTo>
                  <a:pt x="179386" y="1468842"/>
                </a:lnTo>
                <a:lnTo>
                  <a:pt x="838178" y="1180074"/>
                </a:lnTo>
                <a:lnTo>
                  <a:pt x="668167" y="1879493"/>
                </a:lnTo>
                <a:lnTo>
                  <a:pt x="987562" y="1234453"/>
                </a:lnTo>
                <a:close/>
              </a:path>
            </a:pathLst>
          </a:custGeom>
          <a:solidFill>
            <a:schemeClr val="dk1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endParaRPr b="0" lang="en-US" sz="1800" strike="noStrike" u="none">
              <a:solidFill>
                <a:srgbClr val="000000"/>
              </a:solidFill>
              <a:effectLst/>
              <a:uFillTx/>
              <a:latin typeface="OpenSymbol"/>
            </a:endParaRPr>
          </a:p>
        </p:txBody>
      </p:sp>
      <p:grpSp>
        <p:nvGrpSpPr>
          <p:cNvPr id="474" name="Google Shape;123;p5"/>
          <p:cNvGrpSpPr/>
          <p:nvPr/>
        </p:nvGrpSpPr>
        <p:grpSpPr>
          <a:xfrm>
            <a:off x="6568560" y="4423320"/>
            <a:ext cx="498960" cy="498960"/>
            <a:chOff x="6568560" y="4423320"/>
            <a:chExt cx="498960" cy="498960"/>
          </a:xfrm>
        </p:grpSpPr>
        <p:sp>
          <p:nvSpPr>
            <p:cNvPr id="475" name="Google Shape;124;p5"/>
            <p:cNvSpPr/>
            <p:nvPr/>
          </p:nvSpPr>
          <p:spPr>
            <a:xfrm>
              <a:off x="6845040" y="4661280"/>
              <a:ext cx="222480" cy="23040"/>
            </a:xfrm>
            <a:custGeom>
              <a:avLst/>
              <a:gdLst>
                <a:gd name="textAreaLeft" fmla="*/ 0 w 222480"/>
                <a:gd name="textAreaRight" fmla="*/ 222840 w 222480"/>
                <a:gd name="textAreaTop" fmla="*/ 0 h 23040"/>
                <a:gd name="textAreaBottom" fmla="*/ 23400 h 23040"/>
              </a:gdLst>
              <a:ahLst/>
              <a:cxnLst/>
              <a:rect l="textAreaLeft" t="textAreaTop" r="textAreaRight" b="textAreaBottom"/>
              <a:pathLst>
                <a:path w="517688" h="54004">
                  <a:moveTo>
                    <a:pt x="510657" y="19502"/>
                  </a:moveTo>
                  <a:cubicBezTo>
                    <a:pt x="238140" y="-1125"/>
                    <a:pt x="83755" y="-14250"/>
                    <a:pt x="0" y="27002"/>
                  </a:cubicBezTo>
                  <a:cubicBezTo>
                    <a:pt x="83755" y="68255"/>
                    <a:pt x="238140" y="55129"/>
                    <a:pt x="510657" y="34503"/>
                  </a:cubicBezTo>
                  <a:cubicBezTo>
                    <a:pt x="520033" y="33877"/>
                    <a:pt x="520033" y="20127"/>
                    <a:pt x="510657" y="19502"/>
                  </a:cubicBezTo>
                  <a:close/>
                </a:path>
              </a:pathLst>
            </a:custGeom>
            <a:solidFill>
              <a:schemeClr val="accent4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11520" bIns="1152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476" name="Google Shape;125;p5"/>
            <p:cNvSpPr/>
            <p:nvPr/>
          </p:nvSpPr>
          <p:spPr>
            <a:xfrm>
              <a:off x="6806880" y="4699800"/>
              <a:ext cx="22680" cy="222480"/>
            </a:xfrm>
            <a:custGeom>
              <a:avLst/>
              <a:gdLst>
                <a:gd name="textAreaLeft" fmla="*/ 0 w 22680"/>
                <a:gd name="textAreaRight" fmla="*/ 23040 w 22680"/>
                <a:gd name="textAreaTop" fmla="*/ 0 h 222480"/>
                <a:gd name="textAreaBottom" fmla="*/ 222840 h 222480"/>
              </a:gdLst>
              <a:ahLst/>
              <a:cxnLst/>
              <a:rect l="textAreaLeft" t="textAreaTop" r="textAreaRight" b="textAreaBottom"/>
              <a:pathLst>
                <a:path w="53781" h="517688">
                  <a:moveTo>
                    <a:pt x="19279" y="510657"/>
                  </a:moveTo>
                  <a:cubicBezTo>
                    <a:pt x="19904" y="520033"/>
                    <a:pt x="33655" y="520033"/>
                    <a:pt x="34280" y="510657"/>
                  </a:cubicBezTo>
                  <a:cubicBezTo>
                    <a:pt x="54906" y="238140"/>
                    <a:pt x="68032" y="83755"/>
                    <a:pt x="26779" y="0"/>
                  </a:cubicBezTo>
                  <a:cubicBezTo>
                    <a:pt x="-14473" y="83755"/>
                    <a:pt x="-722" y="238140"/>
                    <a:pt x="19279" y="510657"/>
                  </a:cubicBezTo>
                  <a:close/>
                </a:path>
              </a:pathLst>
            </a:custGeom>
            <a:solidFill>
              <a:schemeClr val="accent4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477" name="Google Shape;126;p5"/>
            <p:cNvSpPr/>
            <p:nvPr/>
          </p:nvSpPr>
          <p:spPr>
            <a:xfrm>
              <a:off x="6568560" y="4661280"/>
              <a:ext cx="222480" cy="23040"/>
            </a:xfrm>
            <a:custGeom>
              <a:avLst/>
              <a:gdLst>
                <a:gd name="textAreaLeft" fmla="*/ 0 w 222480"/>
                <a:gd name="textAreaRight" fmla="*/ 222840 w 222480"/>
                <a:gd name="textAreaTop" fmla="*/ 0 h 23040"/>
                <a:gd name="textAreaBottom" fmla="*/ 23400 h 23040"/>
              </a:gdLst>
              <a:ahLst/>
              <a:cxnLst/>
              <a:rect l="textAreaLeft" t="textAreaTop" r="textAreaRight" b="textAreaBottom"/>
              <a:pathLst>
                <a:path w="517688" h="54004">
                  <a:moveTo>
                    <a:pt x="7032" y="19502"/>
                  </a:moveTo>
                  <a:cubicBezTo>
                    <a:pt x="-2344" y="20127"/>
                    <a:pt x="-2344" y="33877"/>
                    <a:pt x="7032" y="34503"/>
                  </a:cubicBezTo>
                  <a:cubicBezTo>
                    <a:pt x="279549" y="55129"/>
                    <a:pt x="433934" y="68255"/>
                    <a:pt x="517689" y="27002"/>
                  </a:cubicBezTo>
                  <a:cubicBezTo>
                    <a:pt x="433934" y="-14250"/>
                    <a:pt x="280174" y="-1125"/>
                    <a:pt x="7032" y="19502"/>
                  </a:cubicBezTo>
                  <a:close/>
                </a:path>
              </a:pathLst>
            </a:custGeom>
            <a:solidFill>
              <a:schemeClr val="accent4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11520" bIns="1152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478" name="Google Shape;127;p5"/>
            <p:cNvSpPr/>
            <p:nvPr/>
          </p:nvSpPr>
          <p:spPr>
            <a:xfrm>
              <a:off x="6806520" y="4423320"/>
              <a:ext cx="23040" cy="222480"/>
            </a:xfrm>
            <a:custGeom>
              <a:avLst/>
              <a:gdLst>
                <a:gd name="textAreaLeft" fmla="*/ 0 w 23040"/>
                <a:gd name="textAreaRight" fmla="*/ 23400 w 23040"/>
                <a:gd name="textAreaTop" fmla="*/ 0 h 222480"/>
                <a:gd name="textAreaBottom" fmla="*/ 222840 h 222480"/>
              </a:gdLst>
              <a:ahLst/>
              <a:cxnLst/>
              <a:rect l="textAreaLeft" t="textAreaTop" r="textAreaRight" b="textAreaBottom"/>
              <a:pathLst>
                <a:path w="54004" h="517688">
                  <a:moveTo>
                    <a:pt x="34503" y="7032"/>
                  </a:moveTo>
                  <a:cubicBezTo>
                    <a:pt x="33878" y="-2344"/>
                    <a:pt x="20127" y="-2344"/>
                    <a:pt x="19502" y="7032"/>
                  </a:cubicBezTo>
                  <a:cubicBezTo>
                    <a:pt x="-1125" y="279549"/>
                    <a:pt x="-14250" y="433933"/>
                    <a:pt x="27002" y="517689"/>
                  </a:cubicBezTo>
                  <a:cubicBezTo>
                    <a:pt x="68255" y="433933"/>
                    <a:pt x="55129" y="279549"/>
                    <a:pt x="34503" y="7032"/>
                  </a:cubicBezTo>
                  <a:close/>
                </a:path>
              </a:pathLst>
            </a:custGeom>
            <a:solidFill>
              <a:schemeClr val="accent4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479" name="Google Shape;128;p5"/>
            <p:cNvSpPr/>
            <p:nvPr/>
          </p:nvSpPr>
          <p:spPr>
            <a:xfrm>
              <a:off x="6837480" y="4495320"/>
              <a:ext cx="158040" cy="158040"/>
            </a:xfrm>
            <a:custGeom>
              <a:avLst/>
              <a:gdLst>
                <a:gd name="textAreaLeft" fmla="*/ 0 w 158040"/>
                <a:gd name="textAreaRight" fmla="*/ 158400 w 158040"/>
                <a:gd name="textAreaTop" fmla="*/ 0 h 158040"/>
                <a:gd name="textAreaBottom" fmla="*/ 158400 h 158040"/>
              </a:gdLst>
              <a:ahLst/>
              <a:cxnLst/>
              <a:rect l="textAreaLeft" t="textAreaTop" r="textAreaRight" b="textAreaBottom"/>
              <a:pathLst>
                <a:path w="368244" h="367995">
                  <a:moveTo>
                    <a:pt x="366273" y="12348"/>
                  </a:moveTo>
                  <a:cubicBezTo>
                    <a:pt x="372523" y="5472"/>
                    <a:pt x="362523" y="-3903"/>
                    <a:pt x="355647" y="1722"/>
                  </a:cubicBezTo>
                  <a:cubicBezTo>
                    <a:pt x="148759" y="179858"/>
                    <a:pt x="30002" y="279240"/>
                    <a:pt x="0" y="367995"/>
                  </a:cubicBezTo>
                  <a:cubicBezTo>
                    <a:pt x="88755" y="337368"/>
                    <a:pt x="188137" y="219236"/>
                    <a:pt x="366273" y="12348"/>
                  </a:cubicBezTo>
                  <a:close/>
                </a:path>
              </a:pathLst>
            </a:custGeom>
            <a:solidFill>
              <a:schemeClr val="accent4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480" name="Google Shape;129;p5"/>
            <p:cNvSpPr/>
            <p:nvPr/>
          </p:nvSpPr>
          <p:spPr>
            <a:xfrm>
              <a:off x="6791040" y="4646160"/>
              <a:ext cx="54000" cy="54000"/>
            </a:xfrm>
            <a:custGeom>
              <a:avLst/>
              <a:gdLst>
                <a:gd name="textAreaLeft" fmla="*/ 0 w 54000"/>
                <a:gd name="textAreaRight" fmla="*/ 54360 w 54000"/>
                <a:gd name="textAreaTop" fmla="*/ 0 h 54000"/>
                <a:gd name="textAreaBottom" fmla="*/ 54360 h 54000"/>
              </a:gdLst>
              <a:ahLst/>
              <a:cxnLst/>
              <a:rect l="textAreaLeft" t="textAreaTop" r="textAreaRight" b="textAreaBottom"/>
              <a:pathLst>
                <a:path w="126258" h="126258">
                  <a:moveTo>
                    <a:pt x="108132" y="18126"/>
                  </a:moveTo>
                  <a:cubicBezTo>
                    <a:pt x="98131" y="21251"/>
                    <a:pt x="88756" y="23751"/>
                    <a:pt x="78755" y="25002"/>
                  </a:cubicBezTo>
                  <a:cubicBezTo>
                    <a:pt x="73130" y="17501"/>
                    <a:pt x="67504" y="9376"/>
                    <a:pt x="63129" y="0"/>
                  </a:cubicBezTo>
                  <a:cubicBezTo>
                    <a:pt x="58753" y="9376"/>
                    <a:pt x="53753" y="17501"/>
                    <a:pt x="47503" y="25002"/>
                  </a:cubicBezTo>
                  <a:cubicBezTo>
                    <a:pt x="38127" y="23751"/>
                    <a:pt x="28127" y="21251"/>
                    <a:pt x="18126" y="18126"/>
                  </a:cubicBezTo>
                  <a:cubicBezTo>
                    <a:pt x="21251" y="28127"/>
                    <a:pt x="23751" y="37502"/>
                    <a:pt x="25002" y="47503"/>
                  </a:cubicBezTo>
                  <a:cubicBezTo>
                    <a:pt x="17501" y="53128"/>
                    <a:pt x="9376" y="58754"/>
                    <a:pt x="0" y="63129"/>
                  </a:cubicBezTo>
                  <a:cubicBezTo>
                    <a:pt x="9376" y="67504"/>
                    <a:pt x="17501" y="72504"/>
                    <a:pt x="25002" y="78755"/>
                  </a:cubicBezTo>
                  <a:cubicBezTo>
                    <a:pt x="23751" y="88130"/>
                    <a:pt x="21251" y="98131"/>
                    <a:pt x="18126" y="108132"/>
                  </a:cubicBezTo>
                  <a:cubicBezTo>
                    <a:pt x="28127" y="105007"/>
                    <a:pt x="37502" y="102507"/>
                    <a:pt x="47503" y="101256"/>
                  </a:cubicBezTo>
                  <a:cubicBezTo>
                    <a:pt x="53128" y="108757"/>
                    <a:pt x="58753" y="116882"/>
                    <a:pt x="63129" y="126258"/>
                  </a:cubicBezTo>
                  <a:cubicBezTo>
                    <a:pt x="67504" y="116882"/>
                    <a:pt x="72504" y="108757"/>
                    <a:pt x="78755" y="101256"/>
                  </a:cubicBezTo>
                  <a:cubicBezTo>
                    <a:pt x="88130" y="102507"/>
                    <a:pt x="98131" y="105007"/>
                    <a:pt x="108132" y="108132"/>
                  </a:cubicBezTo>
                  <a:cubicBezTo>
                    <a:pt x="105007" y="98131"/>
                    <a:pt x="102506" y="88756"/>
                    <a:pt x="101256" y="78755"/>
                  </a:cubicBezTo>
                  <a:cubicBezTo>
                    <a:pt x="108757" y="73130"/>
                    <a:pt x="116882" y="67504"/>
                    <a:pt x="126258" y="63129"/>
                  </a:cubicBezTo>
                  <a:cubicBezTo>
                    <a:pt x="116882" y="58754"/>
                    <a:pt x="108757" y="53753"/>
                    <a:pt x="101256" y="47503"/>
                  </a:cubicBezTo>
                  <a:cubicBezTo>
                    <a:pt x="101881" y="37502"/>
                    <a:pt x="104382" y="27502"/>
                    <a:pt x="108132" y="18126"/>
                  </a:cubicBezTo>
                  <a:close/>
                </a:path>
              </a:pathLst>
            </a:custGeom>
            <a:solidFill>
              <a:schemeClr val="accent4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27000" bIns="2700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481" name="Google Shape;130;p5"/>
            <p:cNvSpPr/>
            <p:nvPr/>
          </p:nvSpPr>
          <p:spPr>
            <a:xfrm>
              <a:off x="6837480" y="4692240"/>
              <a:ext cx="158040" cy="158040"/>
            </a:xfrm>
            <a:custGeom>
              <a:avLst/>
              <a:gdLst>
                <a:gd name="textAreaLeft" fmla="*/ 0 w 158040"/>
                <a:gd name="textAreaRight" fmla="*/ 158400 w 158040"/>
                <a:gd name="textAreaTop" fmla="*/ 0 h 158040"/>
                <a:gd name="textAreaBottom" fmla="*/ 158400 h 158040"/>
              </a:gdLst>
              <a:ahLst/>
              <a:cxnLst/>
              <a:rect l="textAreaLeft" t="textAreaTop" r="textAreaRight" b="textAreaBottom"/>
              <a:pathLst>
                <a:path w="367994" h="368245">
                  <a:moveTo>
                    <a:pt x="355647" y="366273"/>
                  </a:moveTo>
                  <a:cubicBezTo>
                    <a:pt x="362523" y="372524"/>
                    <a:pt x="371898" y="362523"/>
                    <a:pt x="366273" y="355648"/>
                  </a:cubicBezTo>
                  <a:cubicBezTo>
                    <a:pt x="188137" y="148760"/>
                    <a:pt x="88755" y="30002"/>
                    <a:pt x="0" y="0"/>
                  </a:cubicBezTo>
                  <a:cubicBezTo>
                    <a:pt x="30627" y="88131"/>
                    <a:pt x="148759" y="188137"/>
                    <a:pt x="355647" y="366273"/>
                  </a:cubicBezTo>
                  <a:close/>
                </a:path>
              </a:pathLst>
            </a:custGeom>
            <a:solidFill>
              <a:schemeClr val="accent4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482" name="Google Shape;131;p5"/>
            <p:cNvSpPr/>
            <p:nvPr/>
          </p:nvSpPr>
          <p:spPr>
            <a:xfrm>
              <a:off x="6640560" y="4692240"/>
              <a:ext cx="158040" cy="158040"/>
            </a:xfrm>
            <a:custGeom>
              <a:avLst/>
              <a:gdLst>
                <a:gd name="textAreaLeft" fmla="*/ 0 w 158040"/>
                <a:gd name="textAreaRight" fmla="*/ 158400 w 158040"/>
                <a:gd name="textAreaTop" fmla="*/ 0 h 158040"/>
                <a:gd name="textAreaBottom" fmla="*/ 158400 h 158040"/>
              </a:gdLst>
              <a:ahLst/>
              <a:cxnLst/>
              <a:rect l="textAreaLeft" t="textAreaTop" r="textAreaRight" b="textAreaBottom"/>
              <a:pathLst>
                <a:path w="368245" h="367995">
                  <a:moveTo>
                    <a:pt x="1972" y="355648"/>
                  </a:moveTo>
                  <a:cubicBezTo>
                    <a:pt x="-4278" y="362523"/>
                    <a:pt x="5722" y="371898"/>
                    <a:pt x="12598" y="366273"/>
                  </a:cubicBezTo>
                  <a:cubicBezTo>
                    <a:pt x="219486" y="188137"/>
                    <a:pt x="338243" y="88756"/>
                    <a:pt x="368245" y="0"/>
                  </a:cubicBezTo>
                  <a:cubicBezTo>
                    <a:pt x="280114" y="30002"/>
                    <a:pt x="180108" y="148760"/>
                    <a:pt x="1972" y="355648"/>
                  </a:cubicBezTo>
                  <a:close/>
                </a:path>
              </a:pathLst>
            </a:custGeom>
            <a:solidFill>
              <a:schemeClr val="accent4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483" name="Google Shape;132;p5"/>
            <p:cNvSpPr/>
            <p:nvPr/>
          </p:nvSpPr>
          <p:spPr>
            <a:xfrm>
              <a:off x="6640560" y="4495320"/>
              <a:ext cx="158040" cy="158040"/>
            </a:xfrm>
            <a:custGeom>
              <a:avLst/>
              <a:gdLst>
                <a:gd name="textAreaLeft" fmla="*/ 0 w 158040"/>
                <a:gd name="textAreaRight" fmla="*/ 158400 w 158040"/>
                <a:gd name="textAreaTop" fmla="*/ 0 h 158040"/>
                <a:gd name="textAreaBottom" fmla="*/ 158400 h 158040"/>
              </a:gdLst>
              <a:ahLst/>
              <a:cxnLst/>
              <a:rect l="textAreaLeft" t="textAreaTop" r="textAreaRight" b="textAreaBottom"/>
              <a:pathLst>
                <a:path w="367995" h="368245">
                  <a:moveTo>
                    <a:pt x="12348" y="1972"/>
                  </a:moveTo>
                  <a:cubicBezTo>
                    <a:pt x="5472" y="-4278"/>
                    <a:pt x="-3903" y="5722"/>
                    <a:pt x="1722" y="12598"/>
                  </a:cubicBezTo>
                  <a:cubicBezTo>
                    <a:pt x="179858" y="219486"/>
                    <a:pt x="279240" y="338243"/>
                    <a:pt x="367995" y="368245"/>
                  </a:cubicBezTo>
                  <a:cubicBezTo>
                    <a:pt x="337993" y="279490"/>
                    <a:pt x="219861" y="180108"/>
                    <a:pt x="12348" y="1972"/>
                  </a:cubicBezTo>
                  <a:close/>
                </a:path>
              </a:pathLst>
            </a:custGeom>
            <a:solidFill>
              <a:schemeClr val="accent4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</p:grpSp>
    </p:spTree>
  </p:cSld>
</p:sldLayout>
</file>

<file path=ppt/slideLayouts/slideLayout1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ONE_COLUMN_TEXT"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03" name="Google Shape;154;p7" descr=""/>
          <p:cNvPicPr/>
          <p:nvPr/>
        </p:nvPicPr>
        <p:blipFill>
          <a:blip r:embed="rId2">
            <a:alphaModFix amt="30000"/>
          </a:blip>
          <a:stretch/>
        </p:blipFill>
        <p:spPr>
          <a:xfrm flipH="1">
            <a:off x="360" y="-3960"/>
            <a:ext cx="9143640" cy="515088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504" name="PlaceHolder 1"/>
          <p:cNvSpPr>
            <a:spLocks noGrp="1"/>
          </p:cNvSpPr>
          <p:nvPr>
            <p:ph type="title"/>
          </p:nvPr>
        </p:nvSpPr>
        <p:spPr>
          <a:xfrm>
            <a:off x="720000" y="444960"/>
            <a:ext cx="7710480" cy="5724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t">
            <a:noAutofit/>
          </a:bodyPr>
          <a:p>
            <a:pPr indent="0">
              <a:buNone/>
            </a:pPr>
            <a:r>
              <a:rPr b="0" lang="fr-FR" sz="3500" strike="noStrike" u="none">
                <a:solidFill>
                  <a:schemeClr val="dk1"/>
                </a:solidFill>
                <a:effectLst/>
                <a:uFillTx/>
                <a:latin typeface="Arial"/>
              </a:rPr>
              <a:t>Click to edit the title text format</a:t>
            </a:r>
            <a:endParaRPr b="0" lang="fr-FR" sz="3500" strike="noStrike" u="non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505" name="PlaceHolder 2"/>
          <p:cNvSpPr>
            <a:spLocks noGrp="1"/>
          </p:cNvSpPr>
          <p:nvPr>
            <p:ph type="body"/>
          </p:nvPr>
        </p:nvSpPr>
        <p:spPr>
          <a:xfrm>
            <a:off x="5699160" y="1398960"/>
            <a:ext cx="2686320" cy="2971080"/>
          </a:xfrm>
          <a:prstGeom prst="rect">
            <a:avLst/>
          </a:prstGeom>
          <a:noFill/>
          <a:ln w="19080">
            <a:solidFill>
              <a:schemeClr val="dk1"/>
            </a:solidFill>
            <a:miter/>
          </a:ln>
        </p:spPr>
        <p:txBody>
          <a:bodyPr lIns="90000" rIns="90000" tIns="45000" bIns="45000" anchor="t">
            <a:normAutofit fontScale="25000" lnSpcReduction="19999"/>
          </a:bodyPr>
          <a:p>
            <a:pPr marL="432000" indent="-324000">
              <a:spcBef>
                <a:spcPts val="1417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fr-FR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  <a:endParaRPr b="0" lang="fr-FR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b="0" lang="fr-FR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  <a:endParaRPr b="0" lang="fr-FR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fr-FR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  <a:endParaRPr b="0" lang="fr-FR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b="0" lang="fr-FR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  <a:endParaRPr b="0" lang="fr-FR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fr-FR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  <a:endParaRPr b="0" lang="fr-FR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fr-FR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  <a:endParaRPr b="0" lang="fr-FR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fr-FR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  <a:endParaRPr b="0" lang="fr-FR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06" name="Google Shape;158;p7"/>
          <p:cNvSpPr/>
          <p:nvPr/>
        </p:nvSpPr>
        <p:spPr>
          <a:xfrm rot="1435800">
            <a:off x="-500040" y="3950640"/>
            <a:ext cx="1873080" cy="1845000"/>
          </a:xfrm>
          <a:custGeom>
            <a:avLst/>
            <a:gdLst>
              <a:gd name="textAreaLeft" fmla="*/ 0 w 1873080"/>
              <a:gd name="textAreaRight" fmla="*/ 1873440 w 1873080"/>
              <a:gd name="textAreaTop" fmla="*/ 0 h 1845000"/>
              <a:gd name="textAreaBottom" fmla="*/ 1845360 h 1845000"/>
            </a:gdLst>
            <a:ahLst/>
            <a:cxnLst/>
            <a:rect l="textAreaLeft" t="textAreaTop" r="textAreaRight" b="textAreaBottom"/>
            <a:pathLst>
              <a:path w="1973873" h="1944496">
                <a:moveTo>
                  <a:pt x="1330709" y="1944497"/>
                </a:moveTo>
                <a:lnTo>
                  <a:pt x="987562" y="1251328"/>
                </a:lnTo>
                <a:lnTo>
                  <a:pt x="644416" y="1944497"/>
                </a:lnTo>
                <a:lnTo>
                  <a:pt x="827552" y="1193200"/>
                </a:lnTo>
                <a:lnTo>
                  <a:pt x="119382" y="1503844"/>
                </a:lnTo>
                <a:lnTo>
                  <a:pt x="741922" y="1045691"/>
                </a:lnTo>
                <a:lnTo>
                  <a:pt x="0" y="828177"/>
                </a:lnTo>
                <a:lnTo>
                  <a:pt x="771298" y="877555"/>
                </a:lnTo>
                <a:lnTo>
                  <a:pt x="342521" y="234390"/>
                </a:lnTo>
                <a:lnTo>
                  <a:pt x="901932" y="768173"/>
                </a:lnTo>
                <a:lnTo>
                  <a:pt x="986937" y="0"/>
                </a:lnTo>
                <a:lnTo>
                  <a:pt x="1071942" y="768173"/>
                </a:lnTo>
                <a:lnTo>
                  <a:pt x="1631353" y="234390"/>
                </a:lnTo>
                <a:lnTo>
                  <a:pt x="1202576" y="877555"/>
                </a:lnTo>
                <a:lnTo>
                  <a:pt x="1973874" y="828177"/>
                </a:lnTo>
                <a:lnTo>
                  <a:pt x="1231953" y="1045691"/>
                </a:lnTo>
                <a:lnTo>
                  <a:pt x="1854491" y="1503844"/>
                </a:lnTo>
                <a:lnTo>
                  <a:pt x="1146322" y="1193200"/>
                </a:lnTo>
                <a:lnTo>
                  <a:pt x="1330709" y="1944497"/>
                </a:lnTo>
                <a:close/>
                <a:moveTo>
                  <a:pt x="987562" y="1234453"/>
                </a:moveTo>
                <a:lnTo>
                  <a:pt x="1306957" y="1879493"/>
                </a:lnTo>
                <a:lnTo>
                  <a:pt x="1136946" y="1180074"/>
                </a:lnTo>
                <a:lnTo>
                  <a:pt x="1795738" y="1468842"/>
                </a:lnTo>
                <a:lnTo>
                  <a:pt x="1216327" y="1042565"/>
                </a:lnTo>
                <a:lnTo>
                  <a:pt x="1223827" y="1040690"/>
                </a:lnTo>
                <a:lnTo>
                  <a:pt x="1906995" y="840678"/>
                </a:lnTo>
                <a:lnTo>
                  <a:pt x="1188825" y="886931"/>
                </a:lnTo>
                <a:lnTo>
                  <a:pt x="1587600" y="288143"/>
                </a:lnTo>
                <a:lnTo>
                  <a:pt x="1066942" y="785049"/>
                </a:lnTo>
                <a:lnTo>
                  <a:pt x="987562" y="69379"/>
                </a:lnTo>
                <a:lnTo>
                  <a:pt x="908182" y="784424"/>
                </a:lnTo>
                <a:lnTo>
                  <a:pt x="387524" y="287518"/>
                </a:lnTo>
                <a:lnTo>
                  <a:pt x="786299" y="886306"/>
                </a:lnTo>
                <a:lnTo>
                  <a:pt x="778799" y="885680"/>
                </a:lnTo>
                <a:lnTo>
                  <a:pt x="68754" y="840053"/>
                </a:lnTo>
                <a:lnTo>
                  <a:pt x="758798" y="1042565"/>
                </a:lnTo>
                <a:lnTo>
                  <a:pt x="752547" y="1046941"/>
                </a:lnTo>
                <a:lnTo>
                  <a:pt x="179386" y="1468842"/>
                </a:lnTo>
                <a:lnTo>
                  <a:pt x="838178" y="1180074"/>
                </a:lnTo>
                <a:lnTo>
                  <a:pt x="668167" y="1879493"/>
                </a:lnTo>
                <a:lnTo>
                  <a:pt x="987562" y="1234453"/>
                </a:lnTo>
                <a:close/>
              </a:path>
            </a:pathLst>
          </a:custGeom>
          <a:solidFill>
            <a:schemeClr val="dk1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endParaRPr b="0" lang="en-US" sz="1800" strike="noStrike" u="none">
              <a:solidFill>
                <a:srgbClr val="000000"/>
              </a:solidFill>
              <a:effectLst/>
              <a:uFillTx/>
              <a:latin typeface="OpenSymbol"/>
            </a:endParaRPr>
          </a:p>
        </p:txBody>
      </p:sp>
      <p:grpSp>
        <p:nvGrpSpPr>
          <p:cNvPr id="507" name="Google Shape;159;p7"/>
          <p:cNvGrpSpPr/>
          <p:nvPr/>
        </p:nvGrpSpPr>
        <p:grpSpPr>
          <a:xfrm>
            <a:off x="8430840" y="606960"/>
            <a:ext cx="499320" cy="499320"/>
            <a:chOff x="8430840" y="606960"/>
            <a:chExt cx="499320" cy="499320"/>
          </a:xfrm>
        </p:grpSpPr>
        <p:sp>
          <p:nvSpPr>
            <p:cNvPr id="508" name="Google Shape;160;p7"/>
            <p:cNvSpPr/>
            <p:nvPr/>
          </p:nvSpPr>
          <p:spPr>
            <a:xfrm>
              <a:off x="8707680" y="845280"/>
              <a:ext cx="222480" cy="23040"/>
            </a:xfrm>
            <a:custGeom>
              <a:avLst/>
              <a:gdLst>
                <a:gd name="textAreaLeft" fmla="*/ 0 w 222480"/>
                <a:gd name="textAreaRight" fmla="*/ 222840 w 222480"/>
                <a:gd name="textAreaTop" fmla="*/ 0 h 23040"/>
                <a:gd name="textAreaBottom" fmla="*/ 23400 h 23040"/>
              </a:gdLst>
              <a:ahLst/>
              <a:cxnLst/>
              <a:rect l="textAreaLeft" t="textAreaTop" r="textAreaRight" b="textAreaBottom"/>
              <a:pathLst>
                <a:path w="517688" h="54004">
                  <a:moveTo>
                    <a:pt x="510657" y="19502"/>
                  </a:moveTo>
                  <a:cubicBezTo>
                    <a:pt x="238140" y="-1125"/>
                    <a:pt x="83755" y="-14250"/>
                    <a:pt x="0" y="27002"/>
                  </a:cubicBezTo>
                  <a:cubicBezTo>
                    <a:pt x="83755" y="68255"/>
                    <a:pt x="238140" y="55129"/>
                    <a:pt x="510657" y="34503"/>
                  </a:cubicBezTo>
                  <a:cubicBezTo>
                    <a:pt x="520033" y="33877"/>
                    <a:pt x="520033" y="20127"/>
                    <a:pt x="510657" y="19502"/>
                  </a:cubicBezTo>
                  <a:close/>
                </a:path>
              </a:pathLst>
            </a:custGeom>
            <a:solidFill>
              <a:schemeClr val="accent4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11520" bIns="1152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509" name="Google Shape;161;p7"/>
            <p:cNvSpPr/>
            <p:nvPr/>
          </p:nvSpPr>
          <p:spPr>
            <a:xfrm>
              <a:off x="8669160" y="883800"/>
              <a:ext cx="22680" cy="222480"/>
            </a:xfrm>
            <a:custGeom>
              <a:avLst/>
              <a:gdLst>
                <a:gd name="textAreaLeft" fmla="*/ 0 w 22680"/>
                <a:gd name="textAreaRight" fmla="*/ 23040 w 22680"/>
                <a:gd name="textAreaTop" fmla="*/ 0 h 222480"/>
                <a:gd name="textAreaBottom" fmla="*/ 222840 h 222480"/>
              </a:gdLst>
              <a:ahLst/>
              <a:cxnLst/>
              <a:rect l="textAreaLeft" t="textAreaTop" r="textAreaRight" b="textAreaBottom"/>
              <a:pathLst>
                <a:path w="53781" h="517688">
                  <a:moveTo>
                    <a:pt x="19279" y="510657"/>
                  </a:moveTo>
                  <a:cubicBezTo>
                    <a:pt x="19904" y="520033"/>
                    <a:pt x="33655" y="520033"/>
                    <a:pt x="34280" y="510657"/>
                  </a:cubicBezTo>
                  <a:cubicBezTo>
                    <a:pt x="54906" y="238140"/>
                    <a:pt x="68032" y="83755"/>
                    <a:pt x="26779" y="0"/>
                  </a:cubicBezTo>
                  <a:cubicBezTo>
                    <a:pt x="-14473" y="83755"/>
                    <a:pt x="-722" y="238140"/>
                    <a:pt x="19279" y="510657"/>
                  </a:cubicBezTo>
                  <a:close/>
                </a:path>
              </a:pathLst>
            </a:custGeom>
            <a:solidFill>
              <a:schemeClr val="accent4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510" name="Google Shape;162;p7"/>
            <p:cNvSpPr/>
            <p:nvPr/>
          </p:nvSpPr>
          <p:spPr>
            <a:xfrm>
              <a:off x="8430840" y="845280"/>
              <a:ext cx="222480" cy="23040"/>
            </a:xfrm>
            <a:custGeom>
              <a:avLst/>
              <a:gdLst>
                <a:gd name="textAreaLeft" fmla="*/ 0 w 222480"/>
                <a:gd name="textAreaRight" fmla="*/ 222840 w 222480"/>
                <a:gd name="textAreaTop" fmla="*/ 0 h 23040"/>
                <a:gd name="textAreaBottom" fmla="*/ 23400 h 23040"/>
              </a:gdLst>
              <a:ahLst/>
              <a:cxnLst/>
              <a:rect l="textAreaLeft" t="textAreaTop" r="textAreaRight" b="textAreaBottom"/>
              <a:pathLst>
                <a:path w="517688" h="54004">
                  <a:moveTo>
                    <a:pt x="7032" y="19502"/>
                  </a:moveTo>
                  <a:cubicBezTo>
                    <a:pt x="-2344" y="20127"/>
                    <a:pt x="-2344" y="33877"/>
                    <a:pt x="7032" y="34503"/>
                  </a:cubicBezTo>
                  <a:cubicBezTo>
                    <a:pt x="279549" y="55129"/>
                    <a:pt x="433934" y="68255"/>
                    <a:pt x="517689" y="27002"/>
                  </a:cubicBezTo>
                  <a:cubicBezTo>
                    <a:pt x="433934" y="-14250"/>
                    <a:pt x="280174" y="-1125"/>
                    <a:pt x="7032" y="19502"/>
                  </a:cubicBezTo>
                  <a:close/>
                </a:path>
              </a:pathLst>
            </a:custGeom>
            <a:solidFill>
              <a:schemeClr val="accent4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11520" bIns="1152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511" name="Google Shape;163;p7"/>
            <p:cNvSpPr/>
            <p:nvPr/>
          </p:nvSpPr>
          <p:spPr>
            <a:xfrm>
              <a:off x="8668800" y="606960"/>
              <a:ext cx="23040" cy="222480"/>
            </a:xfrm>
            <a:custGeom>
              <a:avLst/>
              <a:gdLst>
                <a:gd name="textAreaLeft" fmla="*/ 0 w 23040"/>
                <a:gd name="textAreaRight" fmla="*/ 23400 w 23040"/>
                <a:gd name="textAreaTop" fmla="*/ 0 h 222480"/>
                <a:gd name="textAreaBottom" fmla="*/ 222840 h 222480"/>
              </a:gdLst>
              <a:ahLst/>
              <a:cxnLst/>
              <a:rect l="textAreaLeft" t="textAreaTop" r="textAreaRight" b="textAreaBottom"/>
              <a:pathLst>
                <a:path w="54004" h="517688">
                  <a:moveTo>
                    <a:pt x="34503" y="7032"/>
                  </a:moveTo>
                  <a:cubicBezTo>
                    <a:pt x="33878" y="-2344"/>
                    <a:pt x="20127" y="-2344"/>
                    <a:pt x="19502" y="7032"/>
                  </a:cubicBezTo>
                  <a:cubicBezTo>
                    <a:pt x="-1125" y="279549"/>
                    <a:pt x="-14250" y="433933"/>
                    <a:pt x="27002" y="517689"/>
                  </a:cubicBezTo>
                  <a:cubicBezTo>
                    <a:pt x="68255" y="433933"/>
                    <a:pt x="55129" y="279549"/>
                    <a:pt x="34503" y="7032"/>
                  </a:cubicBezTo>
                  <a:close/>
                </a:path>
              </a:pathLst>
            </a:custGeom>
            <a:solidFill>
              <a:schemeClr val="accent4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512" name="Google Shape;164;p7"/>
            <p:cNvSpPr/>
            <p:nvPr/>
          </p:nvSpPr>
          <p:spPr>
            <a:xfrm>
              <a:off x="8699760" y="679320"/>
              <a:ext cx="158040" cy="158040"/>
            </a:xfrm>
            <a:custGeom>
              <a:avLst/>
              <a:gdLst>
                <a:gd name="textAreaLeft" fmla="*/ 0 w 158040"/>
                <a:gd name="textAreaRight" fmla="*/ 158400 w 158040"/>
                <a:gd name="textAreaTop" fmla="*/ 0 h 158040"/>
                <a:gd name="textAreaBottom" fmla="*/ 158400 h 158040"/>
              </a:gdLst>
              <a:ahLst/>
              <a:cxnLst/>
              <a:rect l="textAreaLeft" t="textAreaTop" r="textAreaRight" b="textAreaBottom"/>
              <a:pathLst>
                <a:path w="368244" h="367995">
                  <a:moveTo>
                    <a:pt x="366273" y="12348"/>
                  </a:moveTo>
                  <a:cubicBezTo>
                    <a:pt x="372523" y="5472"/>
                    <a:pt x="362523" y="-3903"/>
                    <a:pt x="355647" y="1722"/>
                  </a:cubicBezTo>
                  <a:cubicBezTo>
                    <a:pt x="148759" y="179858"/>
                    <a:pt x="30002" y="279240"/>
                    <a:pt x="0" y="367995"/>
                  </a:cubicBezTo>
                  <a:cubicBezTo>
                    <a:pt x="88755" y="337368"/>
                    <a:pt x="188137" y="219236"/>
                    <a:pt x="366273" y="12348"/>
                  </a:cubicBezTo>
                  <a:close/>
                </a:path>
              </a:pathLst>
            </a:custGeom>
            <a:solidFill>
              <a:schemeClr val="accent4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513" name="Google Shape;165;p7"/>
            <p:cNvSpPr/>
            <p:nvPr/>
          </p:nvSpPr>
          <p:spPr>
            <a:xfrm>
              <a:off x="8653320" y="830160"/>
              <a:ext cx="54000" cy="54000"/>
            </a:xfrm>
            <a:custGeom>
              <a:avLst/>
              <a:gdLst>
                <a:gd name="textAreaLeft" fmla="*/ 0 w 54000"/>
                <a:gd name="textAreaRight" fmla="*/ 54360 w 54000"/>
                <a:gd name="textAreaTop" fmla="*/ 0 h 54000"/>
                <a:gd name="textAreaBottom" fmla="*/ 54360 h 54000"/>
              </a:gdLst>
              <a:ahLst/>
              <a:cxnLst/>
              <a:rect l="textAreaLeft" t="textAreaTop" r="textAreaRight" b="textAreaBottom"/>
              <a:pathLst>
                <a:path w="126258" h="126258">
                  <a:moveTo>
                    <a:pt x="108132" y="18126"/>
                  </a:moveTo>
                  <a:cubicBezTo>
                    <a:pt x="98131" y="21251"/>
                    <a:pt x="88756" y="23751"/>
                    <a:pt x="78755" y="25002"/>
                  </a:cubicBezTo>
                  <a:cubicBezTo>
                    <a:pt x="73130" y="17501"/>
                    <a:pt x="67504" y="9376"/>
                    <a:pt x="63129" y="0"/>
                  </a:cubicBezTo>
                  <a:cubicBezTo>
                    <a:pt x="58753" y="9376"/>
                    <a:pt x="53753" y="17501"/>
                    <a:pt x="47503" y="25002"/>
                  </a:cubicBezTo>
                  <a:cubicBezTo>
                    <a:pt x="38127" y="23751"/>
                    <a:pt x="28127" y="21251"/>
                    <a:pt x="18126" y="18126"/>
                  </a:cubicBezTo>
                  <a:cubicBezTo>
                    <a:pt x="21251" y="28127"/>
                    <a:pt x="23751" y="37502"/>
                    <a:pt x="25002" y="47503"/>
                  </a:cubicBezTo>
                  <a:cubicBezTo>
                    <a:pt x="17501" y="53128"/>
                    <a:pt x="9376" y="58754"/>
                    <a:pt x="0" y="63129"/>
                  </a:cubicBezTo>
                  <a:cubicBezTo>
                    <a:pt x="9376" y="67504"/>
                    <a:pt x="17501" y="72504"/>
                    <a:pt x="25002" y="78755"/>
                  </a:cubicBezTo>
                  <a:cubicBezTo>
                    <a:pt x="23751" y="88130"/>
                    <a:pt x="21251" y="98131"/>
                    <a:pt x="18126" y="108132"/>
                  </a:cubicBezTo>
                  <a:cubicBezTo>
                    <a:pt x="28127" y="105007"/>
                    <a:pt x="37502" y="102507"/>
                    <a:pt x="47503" y="101256"/>
                  </a:cubicBezTo>
                  <a:cubicBezTo>
                    <a:pt x="53128" y="108757"/>
                    <a:pt x="58753" y="116882"/>
                    <a:pt x="63129" y="126258"/>
                  </a:cubicBezTo>
                  <a:cubicBezTo>
                    <a:pt x="67504" y="116882"/>
                    <a:pt x="72504" y="108757"/>
                    <a:pt x="78755" y="101256"/>
                  </a:cubicBezTo>
                  <a:cubicBezTo>
                    <a:pt x="88130" y="102507"/>
                    <a:pt x="98131" y="105007"/>
                    <a:pt x="108132" y="108132"/>
                  </a:cubicBezTo>
                  <a:cubicBezTo>
                    <a:pt x="105007" y="98131"/>
                    <a:pt x="102506" y="88756"/>
                    <a:pt x="101256" y="78755"/>
                  </a:cubicBezTo>
                  <a:cubicBezTo>
                    <a:pt x="108757" y="73130"/>
                    <a:pt x="116882" y="67504"/>
                    <a:pt x="126258" y="63129"/>
                  </a:cubicBezTo>
                  <a:cubicBezTo>
                    <a:pt x="116882" y="58754"/>
                    <a:pt x="108757" y="53753"/>
                    <a:pt x="101256" y="47503"/>
                  </a:cubicBezTo>
                  <a:cubicBezTo>
                    <a:pt x="101881" y="37502"/>
                    <a:pt x="104382" y="27502"/>
                    <a:pt x="108132" y="18126"/>
                  </a:cubicBezTo>
                  <a:close/>
                </a:path>
              </a:pathLst>
            </a:custGeom>
            <a:solidFill>
              <a:schemeClr val="accent4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27000" bIns="2700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514" name="Google Shape;166;p7"/>
            <p:cNvSpPr/>
            <p:nvPr/>
          </p:nvSpPr>
          <p:spPr>
            <a:xfrm>
              <a:off x="8699760" y="875880"/>
              <a:ext cx="158040" cy="158040"/>
            </a:xfrm>
            <a:custGeom>
              <a:avLst/>
              <a:gdLst>
                <a:gd name="textAreaLeft" fmla="*/ 0 w 158040"/>
                <a:gd name="textAreaRight" fmla="*/ 158400 w 158040"/>
                <a:gd name="textAreaTop" fmla="*/ 0 h 158040"/>
                <a:gd name="textAreaBottom" fmla="*/ 158400 h 158040"/>
              </a:gdLst>
              <a:ahLst/>
              <a:cxnLst/>
              <a:rect l="textAreaLeft" t="textAreaTop" r="textAreaRight" b="textAreaBottom"/>
              <a:pathLst>
                <a:path w="367994" h="368245">
                  <a:moveTo>
                    <a:pt x="355647" y="366273"/>
                  </a:moveTo>
                  <a:cubicBezTo>
                    <a:pt x="362523" y="372524"/>
                    <a:pt x="371898" y="362523"/>
                    <a:pt x="366273" y="355648"/>
                  </a:cubicBezTo>
                  <a:cubicBezTo>
                    <a:pt x="188137" y="148760"/>
                    <a:pt x="88755" y="30002"/>
                    <a:pt x="0" y="0"/>
                  </a:cubicBezTo>
                  <a:cubicBezTo>
                    <a:pt x="30627" y="88131"/>
                    <a:pt x="148759" y="188137"/>
                    <a:pt x="355647" y="366273"/>
                  </a:cubicBezTo>
                  <a:close/>
                </a:path>
              </a:pathLst>
            </a:custGeom>
            <a:solidFill>
              <a:schemeClr val="accent4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515" name="Google Shape;167;p7"/>
            <p:cNvSpPr/>
            <p:nvPr/>
          </p:nvSpPr>
          <p:spPr>
            <a:xfrm>
              <a:off x="8502840" y="875880"/>
              <a:ext cx="158040" cy="158040"/>
            </a:xfrm>
            <a:custGeom>
              <a:avLst/>
              <a:gdLst>
                <a:gd name="textAreaLeft" fmla="*/ 0 w 158040"/>
                <a:gd name="textAreaRight" fmla="*/ 158400 w 158040"/>
                <a:gd name="textAreaTop" fmla="*/ 0 h 158040"/>
                <a:gd name="textAreaBottom" fmla="*/ 158400 h 158040"/>
              </a:gdLst>
              <a:ahLst/>
              <a:cxnLst/>
              <a:rect l="textAreaLeft" t="textAreaTop" r="textAreaRight" b="textAreaBottom"/>
              <a:pathLst>
                <a:path w="368245" h="367995">
                  <a:moveTo>
                    <a:pt x="1972" y="355648"/>
                  </a:moveTo>
                  <a:cubicBezTo>
                    <a:pt x="-4278" y="362523"/>
                    <a:pt x="5722" y="371898"/>
                    <a:pt x="12598" y="366273"/>
                  </a:cubicBezTo>
                  <a:cubicBezTo>
                    <a:pt x="219486" y="188137"/>
                    <a:pt x="338243" y="88756"/>
                    <a:pt x="368245" y="0"/>
                  </a:cubicBezTo>
                  <a:cubicBezTo>
                    <a:pt x="280114" y="30002"/>
                    <a:pt x="180108" y="148760"/>
                    <a:pt x="1972" y="355648"/>
                  </a:cubicBezTo>
                  <a:close/>
                </a:path>
              </a:pathLst>
            </a:custGeom>
            <a:solidFill>
              <a:schemeClr val="accent4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516" name="Google Shape;168;p7"/>
            <p:cNvSpPr/>
            <p:nvPr/>
          </p:nvSpPr>
          <p:spPr>
            <a:xfrm>
              <a:off x="8503200" y="679320"/>
              <a:ext cx="158040" cy="158040"/>
            </a:xfrm>
            <a:custGeom>
              <a:avLst/>
              <a:gdLst>
                <a:gd name="textAreaLeft" fmla="*/ 0 w 158040"/>
                <a:gd name="textAreaRight" fmla="*/ 158400 w 158040"/>
                <a:gd name="textAreaTop" fmla="*/ 0 h 158040"/>
                <a:gd name="textAreaBottom" fmla="*/ 158400 h 158040"/>
              </a:gdLst>
              <a:ahLst/>
              <a:cxnLst/>
              <a:rect l="textAreaLeft" t="textAreaTop" r="textAreaRight" b="textAreaBottom"/>
              <a:pathLst>
                <a:path w="367995" h="368245">
                  <a:moveTo>
                    <a:pt x="12348" y="1972"/>
                  </a:moveTo>
                  <a:cubicBezTo>
                    <a:pt x="5472" y="-4278"/>
                    <a:pt x="-3903" y="5722"/>
                    <a:pt x="1722" y="12598"/>
                  </a:cubicBezTo>
                  <a:cubicBezTo>
                    <a:pt x="179858" y="219486"/>
                    <a:pt x="279240" y="338243"/>
                    <a:pt x="367995" y="368245"/>
                  </a:cubicBezTo>
                  <a:cubicBezTo>
                    <a:pt x="337993" y="279490"/>
                    <a:pt x="219861" y="180108"/>
                    <a:pt x="12348" y="1972"/>
                  </a:cubicBezTo>
                  <a:close/>
                </a:path>
              </a:pathLst>
            </a:custGeom>
            <a:solidFill>
              <a:schemeClr val="accent4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</p:grpSp>
    </p:spTree>
  </p:cSld>
</p:sldLayout>
</file>

<file path=ppt/slideLayouts/slideLayout1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</p:sldLayout>
</file>

<file path=ppt/slideLayouts/slideLayout2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CUSTOM_12_1"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9" name="Google Shape;261;p15" descr=""/>
          <p:cNvPicPr/>
          <p:nvPr/>
        </p:nvPicPr>
        <p:blipFill>
          <a:blip r:embed="rId2">
            <a:alphaModFix amt="30000"/>
          </a:blip>
          <a:stretch/>
        </p:blipFill>
        <p:spPr>
          <a:xfrm rot="10800000">
            <a:off x="360" y="-3600"/>
            <a:ext cx="9143640" cy="515088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80" name="PlaceHolder 1"/>
          <p:cNvSpPr>
            <a:spLocks noGrp="1"/>
          </p:cNvSpPr>
          <p:nvPr>
            <p:ph type="title"/>
          </p:nvPr>
        </p:nvSpPr>
        <p:spPr>
          <a:xfrm>
            <a:off x="720000" y="444960"/>
            <a:ext cx="7703640" cy="5724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t">
            <a:noAutofit/>
          </a:bodyPr>
          <a:p>
            <a:pPr indent="0">
              <a:buNone/>
            </a:pPr>
            <a:r>
              <a:rPr b="0" lang="fr-FR" sz="3500" strike="noStrike" u="none">
                <a:solidFill>
                  <a:schemeClr val="dk1"/>
                </a:solidFill>
                <a:effectLst/>
                <a:uFillTx/>
                <a:latin typeface="Arial"/>
              </a:rPr>
              <a:t>Click to edit the title text format</a:t>
            </a:r>
            <a:endParaRPr b="0" lang="fr-FR" sz="3500" strike="noStrike" u="non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81" name="Google Shape;263;p15"/>
          <p:cNvSpPr/>
          <p:nvPr/>
        </p:nvSpPr>
        <p:spPr>
          <a:xfrm>
            <a:off x="-207000" y="4277520"/>
            <a:ext cx="1840320" cy="1812960"/>
          </a:xfrm>
          <a:custGeom>
            <a:avLst/>
            <a:gdLst>
              <a:gd name="textAreaLeft" fmla="*/ 0 w 1840320"/>
              <a:gd name="textAreaRight" fmla="*/ 1840680 w 1840320"/>
              <a:gd name="textAreaTop" fmla="*/ 0 h 1812960"/>
              <a:gd name="textAreaBottom" fmla="*/ 1813320 h 1812960"/>
            </a:gdLst>
            <a:ahLst/>
            <a:cxnLst/>
            <a:rect l="textAreaLeft" t="textAreaTop" r="textAreaRight" b="textAreaBottom"/>
            <a:pathLst>
              <a:path w="1973873" h="1944496">
                <a:moveTo>
                  <a:pt x="1330709" y="1944497"/>
                </a:moveTo>
                <a:lnTo>
                  <a:pt x="987562" y="1251328"/>
                </a:lnTo>
                <a:lnTo>
                  <a:pt x="644416" y="1944497"/>
                </a:lnTo>
                <a:lnTo>
                  <a:pt x="827552" y="1193200"/>
                </a:lnTo>
                <a:lnTo>
                  <a:pt x="119382" y="1503844"/>
                </a:lnTo>
                <a:lnTo>
                  <a:pt x="741922" y="1045691"/>
                </a:lnTo>
                <a:lnTo>
                  <a:pt x="0" y="828177"/>
                </a:lnTo>
                <a:lnTo>
                  <a:pt x="771298" y="877555"/>
                </a:lnTo>
                <a:lnTo>
                  <a:pt x="342521" y="234390"/>
                </a:lnTo>
                <a:lnTo>
                  <a:pt x="901932" y="768173"/>
                </a:lnTo>
                <a:lnTo>
                  <a:pt x="986937" y="0"/>
                </a:lnTo>
                <a:lnTo>
                  <a:pt x="1071942" y="768173"/>
                </a:lnTo>
                <a:lnTo>
                  <a:pt x="1631353" y="234390"/>
                </a:lnTo>
                <a:lnTo>
                  <a:pt x="1202576" y="877555"/>
                </a:lnTo>
                <a:lnTo>
                  <a:pt x="1973874" y="828177"/>
                </a:lnTo>
                <a:lnTo>
                  <a:pt x="1231953" y="1045691"/>
                </a:lnTo>
                <a:lnTo>
                  <a:pt x="1854491" y="1503844"/>
                </a:lnTo>
                <a:lnTo>
                  <a:pt x="1146322" y="1193200"/>
                </a:lnTo>
                <a:lnTo>
                  <a:pt x="1330709" y="1944497"/>
                </a:lnTo>
                <a:close/>
                <a:moveTo>
                  <a:pt x="987562" y="1234453"/>
                </a:moveTo>
                <a:lnTo>
                  <a:pt x="1306957" y="1879493"/>
                </a:lnTo>
                <a:lnTo>
                  <a:pt x="1136946" y="1180074"/>
                </a:lnTo>
                <a:lnTo>
                  <a:pt x="1795738" y="1468842"/>
                </a:lnTo>
                <a:lnTo>
                  <a:pt x="1216327" y="1042565"/>
                </a:lnTo>
                <a:lnTo>
                  <a:pt x="1223827" y="1040690"/>
                </a:lnTo>
                <a:lnTo>
                  <a:pt x="1906995" y="840678"/>
                </a:lnTo>
                <a:lnTo>
                  <a:pt x="1188825" y="886931"/>
                </a:lnTo>
                <a:lnTo>
                  <a:pt x="1587600" y="288143"/>
                </a:lnTo>
                <a:lnTo>
                  <a:pt x="1066942" y="785049"/>
                </a:lnTo>
                <a:lnTo>
                  <a:pt x="987562" y="69379"/>
                </a:lnTo>
                <a:lnTo>
                  <a:pt x="908182" y="784424"/>
                </a:lnTo>
                <a:lnTo>
                  <a:pt x="387524" y="287518"/>
                </a:lnTo>
                <a:lnTo>
                  <a:pt x="786299" y="886306"/>
                </a:lnTo>
                <a:lnTo>
                  <a:pt x="778799" y="885680"/>
                </a:lnTo>
                <a:lnTo>
                  <a:pt x="68754" y="840053"/>
                </a:lnTo>
                <a:lnTo>
                  <a:pt x="758798" y="1042565"/>
                </a:lnTo>
                <a:lnTo>
                  <a:pt x="752547" y="1046941"/>
                </a:lnTo>
                <a:lnTo>
                  <a:pt x="179386" y="1468842"/>
                </a:lnTo>
                <a:lnTo>
                  <a:pt x="838178" y="1180074"/>
                </a:lnTo>
                <a:lnTo>
                  <a:pt x="668167" y="1879493"/>
                </a:lnTo>
                <a:lnTo>
                  <a:pt x="987562" y="1234453"/>
                </a:lnTo>
                <a:close/>
              </a:path>
            </a:pathLst>
          </a:custGeom>
          <a:solidFill>
            <a:schemeClr val="dk1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endParaRPr b="0" lang="en-US" sz="1800" strike="noStrike" u="none">
              <a:solidFill>
                <a:srgbClr val="000000"/>
              </a:solidFill>
              <a:effectLst/>
              <a:uFillTx/>
              <a:latin typeface="OpenSymbol"/>
            </a:endParaRPr>
          </a:p>
        </p:txBody>
      </p:sp>
      <p:sp>
        <p:nvSpPr>
          <p:cNvPr id="82" name="Google Shape;264;p15"/>
          <p:cNvSpPr/>
          <p:nvPr/>
        </p:nvSpPr>
        <p:spPr>
          <a:xfrm>
            <a:off x="8512560" y="335160"/>
            <a:ext cx="371520" cy="448560"/>
          </a:xfrm>
          <a:custGeom>
            <a:avLst/>
            <a:gdLst>
              <a:gd name="textAreaLeft" fmla="*/ 0 w 371520"/>
              <a:gd name="textAreaRight" fmla="*/ 371880 w 371520"/>
              <a:gd name="textAreaTop" fmla="*/ 0 h 448560"/>
              <a:gd name="textAreaBottom" fmla="*/ 448920 h 448560"/>
            </a:gdLst>
            <a:ahLst/>
            <a:cxnLst/>
            <a:rect l="textAreaLeft" t="textAreaTop" r="textAreaRight" b="textAreaBottom"/>
            <a:pathLst>
              <a:path w="622539" h="751297">
                <a:moveTo>
                  <a:pt x="311270" y="751297"/>
                </a:moveTo>
                <a:cubicBezTo>
                  <a:pt x="315645" y="385649"/>
                  <a:pt x="319395" y="381274"/>
                  <a:pt x="622539" y="375649"/>
                </a:cubicBezTo>
                <a:cubicBezTo>
                  <a:pt x="319395" y="370023"/>
                  <a:pt x="315645" y="366273"/>
                  <a:pt x="311270" y="0"/>
                </a:cubicBezTo>
                <a:cubicBezTo>
                  <a:pt x="306894" y="365648"/>
                  <a:pt x="303144" y="370023"/>
                  <a:pt x="0" y="375649"/>
                </a:cubicBezTo>
                <a:cubicBezTo>
                  <a:pt x="303144" y="381274"/>
                  <a:pt x="306894" y="385649"/>
                  <a:pt x="311270" y="751297"/>
                </a:cubicBezTo>
                <a:close/>
              </a:path>
            </a:pathLst>
          </a:custGeom>
          <a:solidFill>
            <a:schemeClr val="dk1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endParaRPr b="0" lang="en-US" sz="1800" strike="noStrike" u="none">
              <a:solidFill>
                <a:srgbClr val="000000"/>
              </a:solidFill>
              <a:effectLst/>
              <a:uFillTx/>
              <a:latin typeface="OpenSymbol"/>
            </a:endParaRPr>
          </a:p>
        </p:txBody>
      </p:sp>
    </p:spTree>
  </p:cSld>
</p:sldLayout>
</file>

<file path=ppt/slideLayouts/slideLayout2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CUSTOM_10"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52" name="Google Shape;403;p21" descr=""/>
          <p:cNvPicPr/>
          <p:nvPr/>
        </p:nvPicPr>
        <p:blipFill>
          <a:blip r:embed="rId2">
            <a:alphaModFix amt="30000"/>
          </a:blip>
          <a:stretch/>
        </p:blipFill>
        <p:spPr>
          <a:xfrm rot="10800000">
            <a:off x="360" y="-3600"/>
            <a:ext cx="9143640" cy="515088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253" name="PlaceHolder 1"/>
          <p:cNvSpPr>
            <a:spLocks noGrp="1"/>
          </p:cNvSpPr>
          <p:nvPr>
            <p:ph type="title"/>
          </p:nvPr>
        </p:nvSpPr>
        <p:spPr>
          <a:xfrm>
            <a:off x="720000" y="444960"/>
            <a:ext cx="7703640" cy="5724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t">
            <a:noAutofit/>
          </a:bodyPr>
          <a:p>
            <a:pPr indent="0">
              <a:buNone/>
            </a:pPr>
            <a:r>
              <a:rPr b="0" lang="fr-FR" sz="3500" strike="noStrike" u="none">
                <a:solidFill>
                  <a:schemeClr val="dk1"/>
                </a:solidFill>
                <a:effectLst/>
                <a:uFillTx/>
                <a:latin typeface="Arial"/>
              </a:rPr>
              <a:t>Click to edit the title text format</a:t>
            </a:r>
            <a:endParaRPr b="0" lang="fr-FR" sz="3500" strike="noStrike" u="non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254" name="PlaceHolder 2"/>
          <p:cNvSpPr>
            <a:spLocks noGrp="1"/>
          </p:cNvSpPr>
          <p:nvPr>
            <p:ph type="body"/>
          </p:nvPr>
        </p:nvSpPr>
        <p:spPr>
          <a:xfrm>
            <a:off x="720000" y="1215720"/>
            <a:ext cx="7703640" cy="7747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t">
            <a:noAutofit/>
          </a:bodyPr>
          <a:p>
            <a:pPr marL="432000" indent="-324000">
              <a:spcBef>
                <a:spcPts val="1417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fr-FR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  <a:endParaRPr b="0" lang="fr-F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b="0" lang="fr-FR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  <a:endParaRPr b="0" lang="fr-F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fr-FR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  <a:endParaRPr b="0" lang="fr-F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b="0" lang="fr-FR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  <a:endParaRPr b="0" lang="fr-F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fr-FR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  <a:endParaRPr b="0" lang="fr-F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fr-FR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  <a:endParaRPr b="0" lang="fr-F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fr-FR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  <a:endParaRPr b="0" lang="fr-F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55" name="Google Shape;406;p21"/>
          <p:cNvSpPr/>
          <p:nvPr/>
        </p:nvSpPr>
        <p:spPr>
          <a:xfrm>
            <a:off x="-307440" y="4188600"/>
            <a:ext cx="1840320" cy="1812960"/>
          </a:xfrm>
          <a:custGeom>
            <a:avLst/>
            <a:gdLst>
              <a:gd name="textAreaLeft" fmla="*/ 0 w 1840320"/>
              <a:gd name="textAreaRight" fmla="*/ 1840680 w 1840320"/>
              <a:gd name="textAreaTop" fmla="*/ 0 h 1812960"/>
              <a:gd name="textAreaBottom" fmla="*/ 1813320 h 1812960"/>
            </a:gdLst>
            <a:ahLst/>
            <a:cxnLst/>
            <a:rect l="textAreaLeft" t="textAreaTop" r="textAreaRight" b="textAreaBottom"/>
            <a:pathLst>
              <a:path w="1973873" h="1944496">
                <a:moveTo>
                  <a:pt x="1330709" y="1944497"/>
                </a:moveTo>
                <a:lnTo>
                  <a:pt x="987562" y="1251328"/>
                </a:lnTo>
                <a:lnTo>
                  <a:pt x="644416" y="1944497"/>
                </a:lnTo>
                <a:lnTo>
                  <a:pt x="827552" y="1193200"/>
                </a:lnTo>
                <a:lnTo>
                  <a:pt x="119382" y="1503844"/>
                </a:lnTo>
                <a:lnTo>
                  <a:pt x="741922" y="1045691"/>
                </a:lnTo>
                <a:lnTo>
                  <a:pt x="0" y="828177"/>
                </a:lnTo>
                <a:lnTo>
                  <a:pt x="771298" y="877555"/>
                </a:lnTo>
                <a:lnTo>
                  <a:pt x="342521" y="234390"/>
                </a:lnTo>
                <a:lnTo>
                  <a:pt x="901932" y="768173"/>
                </a:lnTo>
                <a:lnTo>
                  <a:pt x="986937" y="0"/>
                </a:lnTo>
                <a:lnTo>
                  <a:pt x="1071942" y="768173"/>
                </a:lnTo>
                <a:lnTo>
                  <a:pt x="1631353" y="234390"/>
                </a:lnTo>
                <a:lnTo>
                  <a:pt x="1202576" y="877555"/>
                </a:lnTo>
                <a:lnTo>
                  <a:pt x="1973874" y="828177"/>
                </a:lnTo>
                <a:lnTo>
                  <a:pt x="1231953" y="1045691"/>
                </a:lnTo>
                <a:lnTo>
                  <a:pt x="1854491" y="1503844"/>
                </a:lnTo>
                <a:lnTo>
                  <a:pt x="1146322" y="1193200"/>
                </a:lnTo>
                <a:lnTo>
                  <a:pt x="1330709" y="1944497"/>
                </a:lnTo>
                <a:close/>
                <a:moveTo>
                  <a:pt x="987562" y="1234453"/>
                </a:moveTo>
                <a:lnTo>
                  <a:pt x="1306957" y="1879493"/>
                </a:lnTo>
                <a:lnTo>
                  <a:pt x="1136946" y="1180074"/>
                </a:lnTo>
                <a:lnTo>
                  <a:pt x="1795738" y="1468842"/>
                </a:lnTo>
                <a:lnTo>
                  <a:pt x="1216327" y="1042565"/>
                </a:lnTo>
                <a:lnTo>
                  <a:pt x="1223827" y="1040690"/>
                </a:lnTo>
                <a:lnTo>
                  <a:pt x="1906995" y="840678"/>
                </a:lnTo>
                <a:lnTo>
                  <a:pt x="1188825" y="886931"/>
                </a:lnTo>
                <a:lnTo>
                  <a:pt x="1587600" y="288143"/>
                </a:lnTo>
                <a:lnTo>
                  <a:pt x="1066942" y="785049"/>
                </a:lnTo>
                <a:lnTo>
                  <a:pt x="987562" y="69379"/>
                </a:lnTo>
                <a:lnTo>
                  <a:pt x="908182" y="784424"/>
                </a:lnTo>
                <a:lnTo>
                  <a:pt x="387524" y="287518"/>
                </a:lnTo>
                <a:lnTo>
                  <a:pt x="786299" y="886306"/>
                </a:lnTo>
                <a:lnTo>
                  <a:pt x="778799" y="885680"/>
                </a:lnTo>
                <a:lnTo>
                  <a:pt x="68754" y="840053"/>
                </a:lnTo>
                <a:lnTo>
                  <a:pt x="758798" y="1042565"/>
                </a:lnTo>
                <a:lnTo>
                  <a:pt x="752547" y="1046941"/>
                </a:lnTo>
                <a:lnTo>
                  <a:pt x="179386" y="1468842"/>
                </a:lnTo>
                <a:lnTo>
                  <a:pt x="838178" y="1180074"/>
                </a:lnTo>
                <a:lnTo>
                  <a:pt x="668167" y="1879493"/>
                </a:lnTo>
                <a:lnTo>
                  <a:pt x="987562" y="1234453"/>
                </a:lnTo>
                <a:close/>
              </a:path>
            </a:pathLst>
          </a:custGeom>
          <a:solidFill>
            <a:schemeClr val="dk1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endParaRPr b="0" lang="en-US" sz="1800" strike="noStrike" u="none">
              <a:solidFill>
                <a:srgbClr val="000000"/>
              </a:solidFill>
              <a:effectLst/>
              <a:uFillTx/>
              <a:latin typeface="OpenSymbol"/>
            </a:endParaRPr>
          </a:p>
        </p:txBody>
      </p:sp>
      <p:sp>
        <p:nvSpPr>
          <p:cNvPr id="256" name="Google Shape;407;p21"/>
          <p:cNvSpPr/>
          <p:nvPr/>
        </p:nvSpPr>
        <p:spPr>
          <a:xfrm>
            <a:off x="8471520" y="1875600"/>
            <a:ext cx="499320" cy="602640"/>
          </a:xfrm>
          <a:custGeom>
            <a:avLst/>
            <a:gdLst>
              <a:gd name="textAreaLeft" fmla="*/ 0 w 499320"/>
              <a:gd name="textAreaRight" fmla="*/ 499680 w 499320"/>
              <a:gd name="textAreaTop" fmla="*/ 0 h 602640"/>
              <a:gd name="textAreaBottom" fmla="*/ 603000 h 602640"/>
            </a:gdLst>
            <a:ahLst/>
            <a:cxnLst/>
            <a:rect l="textAreaLeft" t="textAreaTop" r="textAreaRight" b="textAreaBottom"/>
            <a:pathLst>
              <a:path w="622539" h="751297">
                <a:moveTo>
                  <a:pt x="311270" y="751297"/>
                </a:moveTo>
                <a:cubicBezTo>
                  <a:pt x="315645" y="385649"/>
                  <a:pt x="319395" y="381274"/>
                  <a:pt x="622539" y="375649"/>
                </a:cubicBezTo>
                <a:cubicBezTo>
                  <a:pt x="319395" y="370023"/>
                  <a:pt x="315645" y="366273"/>
                  <a:pt x="311270" y="0"/>
                </a:cubicBezTo>
                <a:cubicBezTo>
                  <a:pt x="306894" y="365648"/>
                  <a:pt x="303144" y="370023"/>
                  <a:pt x="0" y="375649"/>
                </a:cubicBezTo>
                <a:cubicBezTo>
                  <a:pt x="303144" y="381274"/>
                  <a:pt x="306894" y="385649"/>
                  <a:pt x="311270" y="751297"/>
                </a:cubicBezTo>
                <a:close/>
              </a:path>
            </a:pathLst>
          </a:custGeom>
          <a:solidFill>
            <a:schemeClr val="dk1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endParaRPr b="0" lang="en-US" sz="1800" strike="noStrike" u="none">
              <a:solidFill>
                <a:srgbClr val="000000"/>
              </a:solidFill>
              <a:effectLst/>
              <a:uFillTx/>
              <a:latin typeface="OpenSymbol"/>
            </a:endParaRPr>
          </a:p>
        </p:txBody>
      </p:sp>
    </p:spTree>
  </p:cSld>
</p:sldLayout>
</file>

<file path=ppt/slideLayouts/slideLayout2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CUSTOM_11"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27" name="Google Shape;487;p24" descr=""/>
          <p:cNvPicPr/>
          <p:nvPr/>
        </p:nvPicPr>
        <p:blipFill>
          <a:blip r:embed="rId2">
            <a:alphaModFix amt="30000"/>
          </a:blip>
          <a:stretch/>
        </p:blipFill>
        <p:spPr>
          <a:xfrm rot="10800000">
            <a:off x="360" y="-3600"/>
            <a:ext cx="9143640" cy="515088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328" name="PlaceHolder 1"/>
          <p:cNvSpPr>
            <a:spLocks noGrp="1"/>
          </p:cNvSpPr>
          <p:nvPr>
            <p:ph type="title"/>
          </p:nvPr>
        </p:nvSpPr>
        <p:spPr>
          <a:xfrm>
            <a:off x="720000" y="444960"/>
            <a:ext cx="7703640" cy="5724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t">
            <a:noAutofit/>
          </a:bodyPr>
          <a:p>
            <a:pPr indent="0">
              <a:buNone/>
            </a:pPr>
            <a:r>
              <a:rPr b="0" lang="fr-FR" sz="3500" strike="noStrike" u="none">
                <a:solidFill>
                  <a:schemeClr val="dk1"/>
                </a:solidFill>
                <a:effectLst/>
                <a:uFillTx/>
                <a:latin typeface="Arial"/>
              </a:rPr>
              <a:t>Click to edit the title text format</a:t>
            </a:r>
            <a:endParaRPr b="0" lang="fr-FR" sz="3500" strike="noStrike" u="non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329" name="PlaceHolder 2"/>
          <p:cNvSpPr>
            <a:spLocks noGrp="1"/>
          </p:cNvSpPr>
          <p:nvPr>
            <p:ph type="body"/>
          </p:nvPr>
        </p:nvSpPr>
        <p:spPr>
          <a:xfrm>
            <a:off x="720000" y="1547640"/>
            <a:ext cx="3721320" cy="28015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t">
            <a:noAutofit/>
          </a:bodyPr>
          <a:p>
            <a:pPr marL="432000" indent="-324000">
              <a:spcBef>
                <a:spcPts val="1417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fr-FR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  <a:endParaRPr b="0" lang="fr-F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b="0" lang="fr-FR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  <a:endParaRPr b="0" lang="fr-F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fr-FR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  <a:endParaRPr b="0" lang="fr-F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b="0" lang="fr-FR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  <a:endParaRPr b="0" lang="fr-F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fr-FR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  <a:endParaRPr b="0" lang="fr-F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fr-FR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  <a:endParaRPr b="0" lang="fr-F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fr-FR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  <a:endParaRPr b="0" lang="fr-F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30" name="PlaceHolder 3"/>
          <p:cNvSpPr>
            <a:spLocks noGrp="1"/>
          </p:cNvSpPr>
          <p:nvPr>
            <p:ph type="body"/>
          </p:nvPr>
        </p:nvSpPr>
        <p:spPr>
          <a:xfrm>
            <a:off x="4702680" y="1547640"/>
            <a:ext cx="3721320" cy="28015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t">
            <a:noAutofit/>
          </a:bodyPr>
          <a:p>
            <a:pPr marL="432000" indent="-324000">
              <a:spcBef>
                <a:spcPts val="1417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fr-FR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  <a:endParaRPr b="0" lang="fr-F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b="0" lang="fr-FR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  <a:endParaRPr b="0" lang="fr-F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fr-FR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  <a:endParaRPr b="0" lang="fr-F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b="0" lang="fr-FR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  <a:endParaRPr b="0" lang="fr-F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fr-FR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  <a:endParaRPr b="0" lang="fr-F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fr-FR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  <a:endParaRPr b="0" lang="fr-F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fr-FR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  <a:endParaRPr b="0" lang="fr-F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31" name="Google Shape;491;p24"/>
          <p:cNvSpPr/>
          <p:nvPr/>
        </p:nvSpPr>
        <p:spPr>
          <a:xfrm>
            <a:off x="213480" y="4145760"/>
            <a:ext cx="499320" cy="602640"/>
          </a:xfrm>
          <a:custGeom>
            <a:avLst/>
            <a:gdLst>
              <a:gd name="textAreaLeft" fmla="*/ 0 w 499320"/>
              <a:gd name="textAreaRight" fmla="*/ 499680 w 499320"/>
              <a:gd name="textAreaTop" fmla="*/ 0 h 602640"/>
              <a:gd name="textAreaBottom" fmla="*/ 603000 h 602640"/>
            </a:gdLst>
            <a:ahLst/>
            <a:cxnLst/>
            <a:rect l="textAreaLeft" t="textAreaTop" r="textAreaRight" b="textAreaBottom"/>
            <a:pathLst>
              <a:path w="622539" h="751297">
                <a:moveTo>
                  <a:pt x="311270" y="751297"/>
                </a:moveTo>
                <a:cubicBezTo>
                  <a:pt x="315645" y="385649"/>
                  <a:pt x="319395" y="381274"/>
                  <a:pt x="622539" y="375649"/>
                </a:cubicBezTo>
                <a:cubicBezTo>
                  <a:pt x="319395" y="370023"/>
                  <a:pt x="315645" y="366273"/>
                  <a:pt x="311270" y="0"/>
                </a:cubicBezTo>
                <a:cubicBezTo>
                  <a:pt x="306894" y="365648"/>
                  <a:pt x="303144" y="370023"/>
                  <a:pt x="0" y="375649"/>
                </a:cubicBezTo>
                <a:cubicBezTo>
                  <a:pt x="303144" y="381274"/>
                  <a:pt x="306894" y="385649"/>
                  <a:pt x="311270" y="751297"/>
                </a:cubicBezTo>
                <a:close/>
              </a:path>
            </a:pathLst>
          </a:custGeom>
          <a:solidFill>
            <a:schemeClr val="dk1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endParaRPr b="0" lang="en-US" sz="1800" strike="noStrike" u="none">
              <a:solidFill>
                <a:srgbClr val="000000"/>
              </a:solidFill>
              <a:effectLst/>
              <a:uFillTx/>
              <a:latin typeface="OpenSymbol"/>
            </a:endParaRPr>
          </a:p>
        </p:txBody>
      </p:sp>
      <p:sp>
        <p:nvSpPr>
          <p:cNvPr id="332" name="Google Shape;492;p24"/>
          <p:cNvSpPr/>
          <p:nvPr/>
        </p:nvSpPr>
        <p:spPr>
          <a:xfrm>
            <a:off x="826560" y="4550760"/>
            <a:ext cx="396360" cy="478440"/>
          </a:xfrm>
          <a:custGeom>
            <a:avLst/>
            <a:gdLst>
              <a:gd name="textAreaLeft" fmla="*/ 0 w 396360"/>
              <a:gd name="textAreaRight" fmla="*/ 396720 w 396360"/>
              <a:gd name="textAreaTop" fmla="*/ 0 h 478440"/>
              <a:gd name="textAreaBottom" fmla="*/ 478800 h 478440"/>
            </a:gdLst>
            <a:ahLst/>
            <a:cxnLst/>
            <a:rect l="textAreaLeft" t="textAreaTop" r="textAreaRight" b="textAreaBottom"/>
            <a:pathLst>
              <a:path w="622539" h="751297">
                <a:moveTo>
                  <a:pt x="311270" y="751297"/>
                </a:moveTo>
                <a:cubicBezTo>
                  <a:pt x="315645" y="385649"/>
                  <a:pt x="319395" y="381274"/>
                  <a:pt x="622539" y="375649"/>
                </a:cubicBezTo>
                <a:cubicBezTo>
                  <a:pt x="319395" y="370023"/>
                  <a:pt x="315645" y="366273"/>
                  <a:pt x="311270" y="0"/>
                </a:cubicBezTo>
                <a:cubicBezTo>
                  <a:pt x="306894" y="365648"/>
                  <a:pt x="303144" y="370023"/>
                  <a:pt x="0" y="375649"/>
                </a:cubicBezTo>
                <a:cubicBezTo>
                  <a:pt x="303144" y="381274"/>
                  <a:pt x="306894" y="385649"/>
                  <a:pt x="311270" y="751297"/>
                </a:cubicBezTo>
                <a:close/>
              </a:path>
            </a:pathLst>
          </a:custGeom>
          <a:solidFill>
            <a:schemeClr val="dk1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endParaRPr b="0" lang="en-US" sz="1800" strike="noStrike" u="none">
              <a:solidFill>
                <a:srgbClr val="000000"/>
              </a:solidFill>
              <a:effectLst/>
              <a:uFillTx/>
              <a:latin typeface="OpenSymbol"/>
            </a:endParaRPr>
          </a:p>
        </p:txBody>
      </p:sp>
      <p:sp>
        <p:nvSpPr>
          <p:cNvPr id="333" name="Google Shape;493;p24"/>
          <p:cNvSpPr/>
          <p:nvPr/>
        </p:nvSpPr>
        <p:spPr>
          <a:xfrm>
            <a:off x="8043840" y="167760"/>
            <a:ext cx="499320" cy="602640"/>
          </a:xfrm>
          <a:custGeom>
            <a:avLst/>
            <a:gdLst>
              <a:gd name="textAreaLeft" fmla="*/ 0 w 499320"/>
              <a:gd name="textAreaRight" fmla="*/ 499680 w 499320"/>
              <a:gd name="textAreaTop" fmla="*/ 0 h 602640"/>
              <a:gd name="textAreaBottom" fmla="*/ 603000 h 602640"/>
            </a:gdLst>
            <a:ahLst/>
            <a:cxnLst/>
            <a:rect l="textAreaLeft" t="textAreaTop" r="textAreaRight" b="textAreaBottom"/>
            <a:pathLst>
              <a:path w="622539" h="751297">
                <a:moveTo>
                  <a:pt x="311270" y="751297"/>
                </a:moveTo>
                <a:cubicBezTo>
                  <a:pt x="315645" y="385649"/>
                  <a:pt x="319395" y="381274"/>
                  <a:pt x="622539" y="375649"/>
                </a:cubicBezTo>
                <a:cubicBezTo>
                  <a:pt x="319395" y="370023"/>
                  <a:pt x="315645" y="366273"/>
                  <a:pt x="311270" y="0"/>
                </a:cubicBezTo>
                <a:cubicBezTo>
                  <a:pt x="306894" y="365648"/>
                  <a:pt x="303144" y="370023"/>
                  <a:pt x="0" y="375649"/>
                </a:cubicBezTo>
                <a:cubicBezTo>
                  <a:pt x="303144" y="381274"/>
                  <a:pt x="306894" y="385649"/>
                  <a:pt x="311270" y="751297"/>
                </a:cubicBezTo>
                <a:close/>
              </a:path>
            </a:pathLst>
          </a:custGeom>
          <a:solidFill>
            <a:schemeClr val="dk1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endParaRPr b="0" lang="en-US" sz="1800" strike="noStrike" u="none">
              <a:solidFill>
                <a:srgbClr val="000000"/>
              </a:solidFill>
              <a:effectLst/>
              <a:uFillTx/>
              <a:latin typeface="OpenSymbol"/>
            </a:endParaRPr>
          </a:p>
        </p:txBody>
      </p:sp>
      <p:sp>
        <p:nvSpPr>
          <p:cNvPr id="334" name="Google Shape;494;p24"/>
          <p:cNvSpPr/>
          <p:nvPr/>
        </p:nvSpPr>
        <p:spPr>
          <a:xfrm>
            <a:off x="8606520" y="622800"/>
            <a:ext cx="396360" cy="478440"/>
          </a:xfrm>
          <a:custGeom>
            <a:avLst/>
            <a:gdLst>
              <a:gd name="textAreaLeft" fmla="*/ 0 w 396360"/>
              <a:gd name="textAreaRight" fmla="*/ 396720 w 396360"/>
              <a:gd name="textAreaTop" fmla="*/ 0 h 478440"/>
              <a:gd name="textAreaBottom" fmla="*/ 478800 h 478440"/>
            </a:gdLst>
            <a:ahLst/>
            <a:cxnLst/>
            <a:rect l="textAreaLeft" t="textAreaTop" r="textAreaRight" b="textAreaBottom"/>
            <a:pathLst>
              <a:path w="622539" h="751297">
                <a:moveTo>
                  <a:pt x="311270" y="751297"/>
                </a:moveTo>
                <a:cubicBezTo>
                  <a:pt x="315645" y="385649"/>
                  <a:pt x="319395" y="381274"/>
                  <a:pt x="622539" y="375649"/>
                </a:cubicBezTo>
                <a:cubicBezTo>
                  <a:pt x="319395" y="370023"/>
                  <a:pt x="315645" y="366273"/>
                  <a:pt x="311270" y="0"/>
                </a:cubicBezTo>
                <a:cubicBezTo>
                  <a:pt x="306894" y="365648"/>
                  <a:pt x="303144" y="370023"/>
                  <a:pt x="0" y="375649"/>
                </a:cubicBezTo>
                <a:cubicBezTo>
                  <a:pt x="303144" y="381274"/>
                  <a:pt x="306894" y="385649"/>
                  <a:pt x="311270" y="751297"/>
                </a:cubicBezTo>
                <a:close/>
              </a:path>
            </a:pathLst>
          </a:custGeom>
          <a:solidFill>
            <a:schemeClr val="dk1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endParaRPr b="0" lang="en-US" sz="1800" strike="noStrike" u="none">
              <a:solidFill>
                <a:srgbClr val="000000"/>
              </a:solidFill>
              <a:effectLst/>
              <a:uFillTx/>
              <a:latin typeface="OpenSymbol"/>
            </a:endParaRPr>
          </a:p>
        </p:txBody>
      </p:sp>
    </p:spTree>
  </p:cSld>
</p:sldLayout>
</file>

<file path=ppt/slideLayouts/slideLayout2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CUSTOM_5"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48" name="Google Shape;516;p26" descr=""/>
          <p:cNvPicPr/>
          <p:nvPr/>
        </p:nvPicPr>
        <p:blipFill>
          <a:blip r:embed="rId2">
            <a:alphaModFix amt="30000"/>
          </a:blip>
          <a:stretch/>
        </p:blipFill>
        <p:spPr>
          <a:xfrm>
            <a:off x="0" y="-3960"/>
            <a:ext cx="9143640" cy="515088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349" name="PlaceHolder 1"/>
          <p:cNvSpPr>
            <a:spLocks noGrp="1"/>
          </p:cNvSpPr>
          <p:nvPr>
            <p:ph type="title"/>
          </p:nvPr>
        </p:nvSpPr>
        <p:spPr>
          <a:xfrm>
            <a:off x="720000" y="444960"/>
            <a:ext cx="7703640" cy="5724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t">
            <a:noAutofit/>
          </a:bodyPr>
          <a:p>
            <a:pPr indent="0">
              <a:buNone/>
            </a:pPr>
            <a:r>
              <a:rPr b="0" lang="fr-FR" sz="3500" strike="noStrike" u="none">
                <a:solidFill>
                  <a:schemeClr val="dk1"/>
                </a:solidFill>
                <a:effectLst/>
                <a:uFillTx/>
                <a:latin typeface="Arial"/>
              </a:rPr>
              <a:t>Click to edit the title text format</a:t>
            </a:r>
            <a:endParaRPr b="0" lang="fr-FR" sz="3500" strike="noStrike" u="non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grpSp>
        <p:nvGrpSpPr>
          <p:cNvPr id="350" name="Google Shape;526;p26"/>
          <p:cNvGrpSpPr/>
          <p:nvPr/>
        </p:nvGrpSpPr>
        <p:grpSpPr>
          <a:xfrm>
            <a:off x="-1125000" y="3452400"/>
            <a:ext cx="2302920" cy="2302920"/>
            <a:chOff x="-1125000" y="3452400"/>
            <a:chExt cx="2302920" cy="2302920"/>
          </a:xfrm>
        </p:grpSpPr>
        <p:sp>
          <p:nvSpPr>
            <p:cNvPr id="351" name="Google Shape;527;p26"/>
            <p:cNvSpPr/>
            <p:nvPr/>
          </p:nvSpPr>
          <p:spPr>
            <a:xfrm rot="5400000">
              <a:off x="-498960" y="3924720"/>
              <a:ext cx="1050480" cy="105480"/>
            </a:xfrm>
            <a:custGeom>
              <a:avLst/>
              <a:gdLst>
                <a:gd name="textAreaLeft" fmla="*/ 0 w 1050480"/>
                <a:gd name="textAreaRight" fmla="*/ 1050840 w 1050480"/>
                <a:gd name="textAreaTop" fmla="*/ 0 h 105480"/>
                <a:gd name="textAreaBottom" fmla="*/ 105840 h 105480"/>
              </a:gdLst>
              <a:ahLst/>
              <a:cxnLst/>
              <a:rect l="textAreaLeft" t="textAreaTop" r="textAreaRight" b="textAreaBottom"/>
              <a:pathLst>
                <a:path w="1575723" h="158763">
                  <a:moveTo>
                    <a:pt x="1099444" y="158764"/>
                  </a:moveTo>
                  <a:cubicBezTo>
                    <a:pt x="888806" y="158764"/>
                    <a:pt x="617539" y="138137"/>
                    <a:pt x="266891" y="111886"/>
                  </a:cubicBezTo>
                  <a:cubicBezTo>
                    <a:pt x="186262" y="105635"/>
                    <a:pt x="101881" y="99385"/>
                    <a:pt x="12501" y="93135"/>
                  </a:cubicBezTo>
                  <a:cubicBezTo>
                    <a:pt x="5000" y="92510"/>
                    <a:pt x="0" y="86884"/>
                    <a:pt x="0" y="79384"/>
                  </a:cubicBezTo>
                  <a:cubicBezTo>
                    <a:pt x="0" y="71883"/>
                    <a:pt x="5000" y="66258"/>
                    <a:pt x="12501" y="65633"/>
                  </a:cubicBezTo>
                  <a:cubicBezTo>
                    <a:pt x="101256" y="59382"/>
                    <a:pt x="186262" y="52507"/>
                    <a:pt x="266891" y="46882"/>
                  </a:cubicBezTo>
                  <a:cubicBezTo>
                    <a:pt x="961936" y="-5622"/>
                    <a:pt x="1344459" y="-34374"/>
                    <a:pt x="1562598" y="73133"/>
                  </a:cubicBezTo>
                  <a:lnTo>
                    <a:pt x="1575724" y="79384"/>
                  </a:lnTo>
                  <a:lnTo>
                    <a:pt x="1562598" y="85634"/>
                  </a:lnTo>
                  <a:cubicBezTo>
                    <a:pt x="1454466" y="138762"/>
                    <a:pt x="1306332" y="158764"/>
                    <a:pt x="1099444" y="158764"/>
                  </a:cubicBezTo>
                  <a:close/>
                  <a:moveTo>
                    <a:pt x="23751" y="79384"/>
                  </a:moveTo>
                  <a:cubicBezTo>
                    <a:pt x="108757" y="85634"/>
                    <a:pt x="190012" y="91884"/>
                    <a:pt x="268142" y="97510"/>
                  </a:cubicBezTo>
                  <a:cubicBezTo>
                    <a:pt x="946310" y="148763"/>
                    <a:pt x="1326333" y="177515"/>
                    <a:pt x="1543222" y="79384"/>
                  </a:cubicBezTo>
                  <a:cubicBezTo>
                    <a:pt x="1326333" y="-18748"/>
                    <a:pt x="946935" y="10004"/>
                    <a:pt x="268767" y="61258"/>
                  </a:cubicBezTo>
                  <a:cubicBezTo>
                    <a:pt x="190637" y="66883"/>
                    <a:pt x="109382" y="73133"/>
                    <a:pt x="23751" y="79384"/>
                  </a:cubicBezTo>
                  <a:close/>
                </a:path>
              </a:pathLst>
            </a:custGeom>
            <a:solidFill>
              <a:srgbClr val="efefef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352" name="Google Shape;528;p26"/>
            <p:cNvSpPr/>
            <p:nvPr/>
          </p:nvSpPr>
          <p:spPr>
            <a:xfrm rot="5400000">
              <a:off x="599760" y="4078080"/>
              <a:ext cx="105480" cy="1050480"/>
            </a:xfrm>
            <a:custGeom>
              <a:avLst/>
              <a:gdLst>
                <a:gd name="textAreaLeft" fmla="*/ 0 w 105480"/>
                <a:gd name="textAreaRight" fmla="*/ 105840 w 105480"/>
                <a:gd name="textAreaTop" fmla="*/ 0 h 1050480"/>
                <a:gd name="textAreaBottom" fmla="*/ 1050840 h 1050480"/>
              </a:gdLst>
              <a:ahLst/>
              <a:cxnLst/>
              <a:rect l="textAreaLeft" t="textAreaTop" r="textAreaRight" b="textAreaBottom"/>
              <a:pathLst>
                <a:path w="158767" h="1575723">
                  <a:moveTo>
                    <a:pt x="79383" y="1575724"/>
                  </a:moveTo>
                  <a:lnTo>
                    <a:pt x="73133" y="1562598"/>
                  </a:lnTo>
                  <a:cubicBezTo>
                    <a:pt x="-34373" y="1344459"/>
                    <a:pt x="-5622" y="961935"/>
                    <a:pt x="46882" y="266892"/>
                  </a:cubicBezTo>
                  <a:cubicBezTo>
                    <a:pt x="53132" y="186262"/>
                    <a:pt x="59382" y="101256"/>
                    <a:pt x="65633" y="12501"/>
                  </a:cubicBezTo>
                  <a:lnTo>
                    <a:pt x="65633" y="12501"/>
                  </a:lnTo>
                  <a:cubicBezTo>
                    <a:pt x="66258" y="5000"/>
                    <a:pt x="71883" y="0"/>
                    <a:pt x="79383" y="0"/>
                  </a:cubicBezTo>
                  <a:cubicBezTo>
                    <a:pt x="79383" y="0"/>
                    <a:pt x="79383" y="0"/>
                    <a:pt x="79383" y="0"/>
                  </a:cubicBezTo>
                  <a:cubicBezTo>
                    <a:pt x="86884" y="0"/>
                    <a:pt x="92509" y="5000"/>
                    <a:pt x="93135" y="12501"/>
                  </a:cubicBezTo>
                  <a:cubicBezTo>
                    <a:pt x="99385" y="101881"/>
                    <a:pt x="106260" y="186262"/>
                    <a:pt x="111886" y="266892"/>
                  </a:cubicBezTo>
                  <a:cubicBezTo>
                    <a:pt x="164389" y="961935"/>
                    <a:pt x="193141" y="1344459"/>
                    <a:pt x="85634" y="1561973"/>
                  </a:cubicBezTo>
                  <a:lnTo>
                    <a:pt x="79383" y="1575724"/>
                  </a:lnTo>
                  <a:close/>
                  <a:moveTo>
                    <a:pt x="79383" y="24377"/>
                  </a:moveTo>
                  <a:cubicBezTo>
                    <a:pt x="73133" y="110007"/>
                    <a:pt x="66883" y="191262"/>
                    <a:pt x="61257" y="268767"/>
                  </a:cubicBezTo>
                  <a:cubicBezTo>
                    <a:pt x="10004" y="946934"/>
                    <a:pt x="-18747" y="1326333"/>
                    <a:pt x="79383" y="1543222"/>
                  </a:cubicBezTo>
                  <a:cubicBezTo>
                    <a:pt x="177515" y="1326333"/>
                    <a:pt x="148763" y="946934"/>
                    <a:pt x="97510" y="268767"/>
                  </a:cubicBezTo>
                  <a:cubicBezTo>
                    <a:pt x="91884" y="191262"/>
                    <a:pt x="85634" y="109382"/>
                    <a:pt x="79383" y="24377"/>
                  </a:cubicBezTo>
                  <a:close/>
                </a:path>
              </a:pathLst>
            </a:custGeom>
            <a:solidFill>
              <a:srgbClr val="efefef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353" name="Google Shape;529;p26"/>
            <p:cNvSpPr/>
            <p:nvPr/>
          </p:nvSpPr>
          <p:spPr>
            <a:xfrm rot="5400000">
              <a:off x="-652320" y="4078080"/>
              <a:ext cx="105480" cy="1050480"/>
            </a:xfrm>
            <a:custGeom>
              <a:avLst/>
              <a:gdLst>
                <a:gd name="textAreaLeft" fmla="*/ 0 w 105480"/>
                <a:gd name="textAreaRight" fmla="*/ 105840 w 105480"/>
                <a:gd name="textAreaTop" fmla="*/ 0 h 1050480"/>
                <a:gd name="textAreaBottom" fmla="*/ 1050840 h 1050480"/>
              </a:gdLst>
              <a:ahLst/>
              <a:cxnLst/>
              <a:rect l="textAreaLeft" t="textAreaTop" r="textAreaRight" b="textAreaBottom"/>
              <a:pathLst>
                <a:path w="158767" h="1575724">
                  <a:moveTo>
                    <a:pt x="79383" y="1575724"/>
                  </a:moveTo>
                  <a:cubicBezTo>
                    <a:pt x="71883" y="1575724"/>
                    <a:pt x="66258" y="1570724"/>
                    <a:pt x="65633" y="1563223"/>
                  </a:cubicBezTo>
                  <a:cubicBezTo>
                    <a:pt x="59382" y="1474468"/>
                    <a:pt x="52507" y="1389462"/>
                    <a:pt x="46882" y="1308832"/>
                  </a:cubicBezTo>
                  <a:cubicBezTo>
                    <a:pt x="-5622" y="613788"/>
                    <a:pt x="-34373" y="231265"/>
                    <a:pt x="73133" y="13126"/>
                  </a:cubicBezTo>
                  <a:lnTo>
                    <a:pt x="79383" y="0"/>
                  </a:lnTo>
                  <a:lnTo>
                    <a:pt x="85634" y="13126"/>
                  </a:lnTo>
                  <a:cubicBezTo>
                    <a:pt x="193141" y="231265"/>
                    <a:pt x="164389" y="613788"/>
                    <a:pt x="111886" y="1308207"/>
                  </a:cubicBezTo>
                  <a:cubicBezTo>
                    <a:pt x="105636" y="1388837"/>
                    <a:pt x="99385" y="1473843"/>
                    <a:pt x="93135" y="1563223"/>
                  </a:cubicBezTo>
                  <a:cubicBezTo>
                    <a:pt x="92509" y="1570724"/>
                    <a:pt x="86884" y="1575724"/>
                    <a:pt x="79383" y="1575724"/>
                  </a:cubicBezTo>
                  <a:cubicBezTo>
                    <a:pt x="79383" y="1575724"/>
                    <a:pt x="79383" y="1575724"/>
                    <a:pt x="79383" y="1575724"/>
                  </a:cubicBezTo>
                  <a:close/>
                  <a:moveTo>
                    <a:pt x="79383" y="33127"/>
                  </a:moveTo>
                  <a:cubicBezTo>
                    <a:pt x="-18747" y="250016"/>
                    <a:pt x="10004" y="630040"/>
                    <a:pt x="61257" y="1307582"/>
                  </a:cubicBezTo>
                  <a:cubicBezTo>
                    <a:pt x="66883" y="1385087"/>
                    <a:pt x="73133" y="1466342"/>
                    <a:pt x="79383" y="1551973"/>
                  </a:cubicBezTo>
                  <a:cubicBezTo>
                    <a:pt x="85634" y="1466342"/>
                    <a:pt x="91884" y="1385087"/>
                    <a:pt x="97510" y="1307582"/>
                  </a:cubicBezTo>
                  <a:cubicBezTo>
                    <a:pt x="148763" y="629414"/>
                    <a:pt x="177515" y="250016"/>
                    <a:pt x="79383" y="33127"/>
                  </a:cubicBezTo>
                  <a:close/>
                </a:path>
              </a:pathLst>
            </a:custGeom>
            <a:solidFill>
              <a:srgbClr val="efefef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354" name="Google Shape;530;p26"/>
            <p:cNvSpPr/>
            <p:nvPr/>
          </p:nvSpPr>
          <p:spPr>
            <a:xfrm rot="5400000">
              <a:off x="-498960" y="5177160"/>
              <a:ext cx="1050480" cy="105480"/>
            </a:xfrm>
            <a:custGeom>
              <a:avLst/>
              <a:gdLst>
                <a:gd name="textAreaLeft" fmla="*/ 0 w 1050480"/>
                <a:gd name="textAreaRight" fmla="*/ 1050840 w 1050480"/>
                <a:gd name="textAreaTop" fmla="*/ 0 h 105480"/>
                <a:gd name="textAreaBottom" fmla="*/ 105840 h 105480"/>
              </a:gdLst>
              <a:ahLst/>
              <a:cxnLst/>
              <a:rect l="textAreaLeft" t="textAreaTop" r="textAreaRight" b="textAreaBottom"/>
              <a:pathLst>
                <a:path w="1575723" h="158763">
                  <a:moveTo>
                    <a:pt x="476280" y="158764"/>
                  </a:moveTo>
                  <a:cubicBezTo>
                    <a:pt x="269392" y="158764"/>
                    <a:pt x="120632" y="138762"/>
                    <a:pt x="13126" y="85634"/>
                  </a:cubicBezTo>
                  <a:lnTo>
                    <a:pt x="0" y="79384"/>
                  </a:lnTo>
                  <a:lnTo>
                    <a:pt x="13126" y="73133"/>
                  </a:lnTo>
                  <a:cubicBezTo>
                    <a:pt x="231265" y="-34374"/>
                    <a:pt x="613788" y="-5622"/>
                    <a:pt x="1308832" y="46882"/>
                  </a:cubicBezTo>
                  <a:cubicBezTo>
                    <a:pt x="1389462" y="53132"/>
                    <a:pt x="1474467" y="59382"/>
                    <a:pt x="1563223" y="65633"/>
                  </a:cubicBezTo>
                  <a:cubicBezTo>
                    <a:pt x="1570723" y="66258"/>
                    <a:pt x="1575724" y="71883"/>
                    <a:pt x="1575724" y="79384"/>
                  </a:cubicBezTo>
                  <a:cubicBezTo>
                    <a:pt x="1575724" y="86884"/>
                    <a:pt x="1570723" y="92510"/>
                    <a:pt x="1563223" y="93135"/>
                  </a:cubicBezTo>
                  <a:cubicBezTo>
                    <a:pt x="1474467" y="99385"/>
                    <a:pt x="1389462" y="106260"/>
                    <a:pt x="1308832" y="111886"/>
                  </a:cubicBezTo>
                  <a:cubicBezTo>
                    <a:pt x="958185" y="138137"/>
                    <a:pt x="686918" y="158764"/>
                    <a:pt x="476280" y="158764"/>
                  </a:cubicBezTo>
                  <a:close/>
                  <a:moveTo>
                    <a:pt x="33127" y="79384"/>
                  </a:moveTo>
                  <a:cubicBezTo>
                    <a:pt x="250016" y="177515"/>
                    <a:pt x="630039" y="148763"/>
                    <a:pt x="1308207" y="97510"/>
                  </a:cubicBezTo>
                  <a:cubicBezTo>
                    <a:pt x="1385712" y="91884"/>
                    <a:pt x="1466967" y="85634"/>
                    <a:pt x="1552597" y="79384"/>
                  </a:cubicBezTo>
                  <a:cubicBezTo>
                    <a:pt x="1466967" y="73133"/>
                    <a:pt x="1385712" y="66883"/>
                    <a:pt x="1308207" y="61258"/>
                  </a:cubicBezTo>
                  <a:cubicBezTo>
                    <a:pt x="629414" y="10004"/>
                    <a:pt x="249390" y="-18748"/>
                    <a:pt x="33127" y="79384"/>
                  </a:cubicBezTo>
                  <a:close/>
                </a:path>
              </a:pathLst>
            </a:custGeom>
            <a:solidFill>
              <a:srgbClr val="efefef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355" name="Google Shape;531;p26"/>
            <p:cNvSpPr/>
            <p:nvPr/>
          </p:nvSpPr>
          <p:spPr>
            <a:xfrm rot="5400000">
              <a:off x="-790920" y="3786840"/>
              <a:ext cx="745200" cy="745200"/>
            </a:xfrm>
            <a:custGeom>
              <a:avLst/>
              <a:gdLst>
                <a:gd name="textAreaLeft" fmla="*/ 0 w 745200"/>
                <a:gd name="textAreaRight" fmla="*/ 745560 w 745200"/>
                <a:gd name="textAreaTop" fmla="*/ 0 h 745200"/>
                <a:gd name="textAreaBottom" fmla="*/ 745560 h 745200"/>
              </a:gdLst>
              <a:ahLst/>
              <a:cxnLst/>
              <a:rect l="textAreaLeft" t="textAreaTop" r="textAreaRight" b="textAreaBottom"/>
              <a:pathLst>
                <a:path w="1117897" h="1117570">
                  <a:moveTo>
                    <a:pt x="13453" y="1117570"/>
                  </a:moveTo>
                  <a:cubicBezTo>
                    <a:pt x="10328" y="1117570"/>
                    <a:pt x="6578" y="1116320"/>
                    <a:pt x="4077" y="1113195"/>
                  </a:cubicBezTo>
                  <a:cubicBezTo>
                    <a:pt x="-923" y="1108195"/>
                    <a:pt x="-1548" y="1100069"/>
                    <a:pt x="3452" y="1095069"/>
                  </a:cubicBezTo>
                  <a:cubicBezTo>
                    <a:pt x="61581" y="1027565"/>
                    <a:pt x="117210" y="963185"/>
                    <a:pt x="169713" y="901932"/>
                  </a:cubicBezTo>
                  <a:cubicBezTo>
                    <a:pt x="624116" y="373773"/>
                    <a:pt x="874132" y="82505"/>
                    <a:pt x="1104147" y="4375"/>
                  </a:cubicBezTo>
                  <a:lnTo>
                    <a:pt x="1117897" y="0"/>
                  </a:lnTo>
                  <a:lnTo>
                    <a:pt x="1113522" y="13751"/>
                  </a:lnTo>
                  <a:cubicBezTo>
                    <a:pt x="1035392" y="243765"/>
                    <a:pt x="744124" y="493781"/>
                    <a:pt x="215966" y="948184"/>
                  </a:cubicBezTo>
                  <a:cubicBezTo>
                    <a:pt x="154712" y="1000688"/>
                    <a:pt x="90333" y="1056316"/>
                    <a:pt x="22204" y="1115070"/>
                  </a:cubicBezTo>
                  <a:lnTo>
                    <a:pt x="22204" y="1115070"/>
                  </a:lnTo>
                  <a:cubicBezTo>
                    <a:pt x="19703" y="1116320"/>
                    <a:pt x="16578" y="1117570"/>
                    <a:pt x="13453" y="1117570"/>
                  </a:cubicBezTo>
                  <a:close/>
                  <a:moveTo>
                    <a:pt x="1094771" y="22501"/>
                  </a:moveTo>
                  <a:cubicBezTo>
                    <a:pt x="872257" y="106257"/>
                    <a:pt x="624116" y="395025"/>
                    <a:pt x="180963" y="910682"/>
                  </a:cubicBezTo>
                  <a:cubicBezTo>
                    <a:pt x="130335" y="970061"/>
                    <a:pt x="77207" y="1031940"/>
                    <a:pt x="20953" y="1096319"/>
                  </a:cubicBezTo>
                  <a:cubicBezTo>
                    <a:pt x="85958" y="1040065"/>
                    <a:pt x="147836" y="986937"/>
                    <a:pt x="206590" y="936309"/>
                  </a:cubicBezTo>
                  <a:cubicBezTo>
                    <a:pt x="722247" y="493156"/>
                    <a:pt x="1011016" y="245015"/>
                    <a:pt x="1094771" y="22501"/>
                  </a:cubicBezTo>
                  <a:close/>
                </a:path>
              </a:pathLst>
            </a:custGeom>
            <a:solidFill>
              <a:srgbClr val="efefef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356" name="Google Shape;532;p26"/>
            <p:cNvSpPr/>
            <p:nvPr/>
          </p:nvSpPr>
          <p:spPr>
            <a:xfrm rot="5400000">
              <a:off x="-790920" y="4675680"/>
              <a:ext cx="745200" cy="745200"/>
            </a:xfrm>
            <a:custGeom>
              <a:avLst/>
              <a:gdLst>
                <a:gd name="textAreaLeft" fmla="*/ 0 w 745200"/>
                <a:gd name="textAreaRight" fmla="*/ 745560 w 745200"/>
                <a:gd name="textAreaTop" fmla="*/ 0 h 745200"/>
                <a:gd name="textAreaBottom" fmla="*/ 745560 h 745200"/>
              </a:gdLst>
              <a:ahLst/>
              <a:cxnLst/>
              <a:rect l="textAreaLeft" t="textAreaTop" r="textAreaRight" b="textAreaBottom"/>
              <a:pathLst>
                <a:path w="1117897" h="1117570">
                  <a:moveTo>
                    <a:pt x="1103819" y="1117570"/>
                  </a:moveTo>
                  <a:cubicBezTo>
                    <a:pt x="1100694" y="1117570"/>
                    <a:pt x="1097569" y="1116320"/>
                    <a:pt x="1095069" y="1114445"/>
                  </a:cubicBezTo>
                  <a:cubicBezTo>
                    <a:pt x="1027564" y="1056316"/>
                    <a:pt x="963185" y="1000688"/>
                    <a:pt x="901931" y="948184"/>
                  </a:cubicBezTo>
                  <a:cubicBezTo>
                    <a:pt x="373148" y="493781"/>
                    <a:pt x="82505" y="243765"/>
                    <a:pt x="4375" y="13751"/>
                  </a:cubicBezTo>
                  <a:lnTo>
                    <a:pt x="0" y="0"/>
                  </a:lnTo>
                  <a:lnTo>
                    <a:pt x="13751" y="4375"/>
                  </a:lnTo>
                  <a:cubicBezTo>
                    <a:pt x="243765" y="82505"/>
                    <a:pt x="493781" y="373773"/>
                    <a:pt x="948184" y="901932"/>
                  </a:cubicBezTo>
                  <a:cubicBezTo>
                    <a:pt x="1000688" y="963185"/>
                    <a:pt x="1056316" y="1027565"/>
                    <a:pt x="1114445" y="1095069"/>
                  </a:cubicBezTo>
                  <a:lnTo>
                    <a:pt x="1114445" y="1095069"/>
                  </a:lnTo>
                  <a:cubicBezTo>
                    <a:pt x="1119445" y="1100694"/>
                    <a:pt x="1118820" y="1108195"/>
                    <a:pt x="1113820" y="1113820"/>
                  </a:cubicBezTo>
                  <a:cubicBezTo>
                    <a:pt x="1110695" y="1116320"/>
                    <a:pt x="1107569" y="1117570"/>
                    <a:pt x="1103819" y="1117570"/>
                  </a:cubicBezTo>
                  <a:close/>
                  <a:moveTo>
                    <a:pt x="22501" y="22501"/>
                  </a:moveTo>
                  <a:cubicBezTo>
                    <a:pt x="106257" y="245015"/>
                    <a:pt x="395025" y="493156"/>
                    <a:pt x="910682" y="936934"/>
                  </a:cubicBezTo>
                  <a:cubicBezTo>
                    <a:pt x="969436" y="987562"/>
                    <a:pt x="1031940" y="1040690"/>
                    <a:pt x="1096318" y="1096944"/>
                  </a:cubicBezTo>
                  <a:cubicBezTo>
                    <a:pt x="1040690" y="1031940"/>
                    <a:pt x="986936" y="970061"/>
                    <a:pt x="936308" y="911307"/>
                  </a:cubicBezTo>
                  <a:cubicBezTo>
                    <a:pt x="493781" y="395025"/>
                    <a:pt x="245640" y="106257"/>
                    <a:pt x="22501" y="22501"/>
                  </a:cubicBezTo>
                  <a:close/>
                </a:path>
              </a:pathLst>
            </a:custGeom>
            <a:solidFill>
              <a:srgbClr val="efefef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357" name="Google Shape;533;p26"/>
            <p:cNvSpPr/>
            <p:nvPr/>
          </p:nvSpPr>
          <p:spPr>
            <a:xfrm rot="5400000">
              <a:off x="97920" y="4674600"/>
              <a:ext cx="745200" cy="745560"/>
            </a:xfrm>
            <a:custGeom>
              <a:avLst/>
              <a:gdLst>
                <a:gd name="textAreaLeft" fmla="*/ 0 w 745200"/>
                <a:gd name="textAreaRight" fmla="*/ 745560 w 745200"/>
                <a:gd name="textAreaTop" fmla="*/ 0 h 745560"/>
                <a:gd name="textAreaBottom" fmla="*/ 745920 h 745560"/>
              </a:gdLst>
              <a:ahLst/>
              <a:cxnLst/>
              <a:rect l="textAreaLeft" t="textAreaTop" r="textAreaRight" b="textAreaBottom"/>
              <a:pathLst>
                <a:path w="1117897" h="1118522">
                  <a:moveTo>
                    <a:pt x="0" y="1118522"/>
                  </a:moveTo>
                  <a:lnTo>
                    <a:pt x="4376" y="1104772"/>
                  </a:lnTo>
                  <a:cubicBezTo>
                    <a:pt x="82506" y="874757"/>
                    <a:pt x="373774" y="624741"/>
                    <a:pt x="901932" y="170338"/>
                  </a:cubicBezTo>
                  <a:cubicBezTo>
                    <a:pt x="963186" y="117835"/>
                    <a:pt x="1027565" y="62206"/>
                    <a:pt x="1095694" y="3452"/>
                  </a:cubicBezTo>
                  <a:cubicBezTo>
                    <a:pt x="1101320" y="-1548"/>
                    <a:pt x="1108820" y="-923"/>
                    <a:pt x="1113821" y="4077"/>
                  </a:cubicBezTo>
                  <a:cubicBezTo>
                    <a:pt x="1118820" y="9078"/>
                    <a:pt x="1119446" y="17203"/>
                    <a:pt x="1114445" y="22204"/>
                  </a:cubicBezTo>
                  <a:lnTo>
                    <a:pt x="1114445" y="22204"/>
                  </a:lnTo>
                  <a:cubicBezTo>
                    <a:pt x="1056316" y="89708"/>
                    <a:pt x="1000689" y="154087"/>
                    <a:pt x="948185" y="215341"/>
                  </a:cubicBezTo>
                  <a:cubicBezTo>
                    <a:pt x="493781" y="743499"/>
                    <a:pt x="243765" y="1034767"/>
                    <a:pt x="13751" y="1112897"/>
                  </a:cubicBezTo>
                  <a:lnTo>
                    <a:pt x="0" y="1118522"/>
                  </a:lnTo>
                  <a:close/>
                  <a:moveTo>
                    <a:pt x="1103820" y="13453"/>
                  </a:moveTo>
                  <a:cubicBezTo>
                    <a:pt x="1036940" y="72832"/>
                    <a:pt x="972562" y="128460"/>
                    <a:pt x="911308" y="180963"/>
                  </a:cubicBezTo>
                  <a:cubicBezTo>
                    <a:pt x="395650" y="624116"/>
                    <a:pt x="106882" y="872257"/>
                    <a:pt x="23127" y="1094771"/>
                  </a:cubicBezTo>
                  <a:cubicBezTo>
                    <a:pt x="245641" y="1011016"/>
                    <a:pt x="493781" y="722248"/>
                    <a:pt x="937559" y="206590"/>
                  </a:cubicBezTo>
                  <a:cubicBezTo>
                    <a:pt x="990062" y="145336"/>
                    <a:pt x="1045691" y="80957"/>
                    <a:pt x="1103820" y="13453"/>
                  </a:cubicBezTo>
                  <a:lnTo>
                    <a:pt x="1109445" y="18453"/>
                  </a:lnTo>
                  <a:lnTo>
                    <a:pt x="1103820" y="13453"/>
                  </a:lnTo>
                  <a:lnTo>
                    <a:pt x="1109445" y="18453"/>
                  </a:lnTo>
                  <a:lnTo>
                    <a:pt x="1103820" y="13453"/>
                  </a:lnTo>
                  <a:close/>
                </a:path>
              </a:pathLst>
            </a:custGeom>
            <a:solidFill>
              <a:srgbClr val="efefef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358" name="Google Shape;534;p26"/>
            <p:cNvSpPr/>
            <p:nvPr/>
          </p:nvSpPr>
          <p:spPr>
            <a:xfrm rot="5400000">
              <a:off x="97560" y="3786840"/>
              <a:ext cx="745560" cy="745200"/>
            </a:xfrm>
            <a:custGeom>
              <a:avLst/>
              <a:gdLst>
                <a:gd name="textAreaLeft" fmla="*/ 0 w 745560"/>
                <a:gd name="textAreaRight" fmla="*/ 745920 w 745560"/>
                <a:gd name="textAreaTop" fmla="*/ 0 h 745200"/>
                <a:gd name="textAreaBottom" fmla="*/ 745560 h 745200"/>
              </a:gdLst>
              <a:ahLst/>
              <a:cxnLst/>
              <a:rect l="textAreaLeft" t="textAreaTop" r="textAreaRight" b="textAreaBottom"/>
              <a:pathLst>
                <a:path w="1118522" h="1117897">
                  <a:moveTo>
                    <a:pt x="1118522" y="1117897"/>
                  </a:moveTo>
                  <a:lnTo>
                    <a:pt x="1104772" y="1113522"/>
                  </a:lnTo>
                  <a:cubicBezTo>
                    <a:pt x="874757" y="1035392"/>
                    <a:pt x="624741" y="744124"/>
                    <a:pt x="170338" y="215966"/>
                  </a:cubicBezTo>
                  <a:cubicBezTo>
                    <a:pt x="117834" y="154712"/>
                    <a:pt x="62206" y="90333"/>
                    <a:pt x="3452" y="22204"/>
                  </a:cubicBezTo>
                  <a:lnTo>
                    <a:pt x="3452" y="22204"/>
                  </a:lnTo>
                  <a:cubicBezTo>
                    <a:pt x="-1548" y="16578"/>
                    <a:pt x="-923" y="9078"/>
                    <a:pt x="4077" y="4077"/>
                  </a:cubicBezTo>
                  <a:cubicBezTo>
                    <a:pt x="9077" y="-923"/>
                    <a:pt x="17203" y="-1548"/>
                    <a:pt x="22828" y="3452"/>
                  </a:cubicBezTo>
                  <a:cubicBezTo>
                    <a:pt x="90333" y="61581"/>
                    <a:pt x="154712" y="117209"/>
                    <a:pt x="216591" y="170338"/>
                  </a:cubicBezTo>
                  <a:cubicBezTo>
                    <a:pt x="744749" y="624741"/>
                    <a:pt x="1036017" y="874757"/>
                    <a:pt x="1114147" y="1104771"/>
                  </a:cubicBezTo>
                  <a:lnTo>
                    <a:pt x="1118522" y="1117897"/>
                  </a:lnTo>
                  <a:close/>
                  <a:moveTo>
                    <a:pt x="20953" y="20953"/>
                  </a:moveTo>
                  <a:cubicBezTo>
                    <a:pt x="77207" y="85958"/>
                    <a:pt x="130335" y="147836"/>
                    <a:pt x="180963" y="206590"/>
                  </a:cubicBezTo>
                  <a:cubicBezTo>
                    <a:pt x="624116" y="722248"/>
                    <a:pt x="872257" y="1011016"/>
                    <a:pt x="1094771" y="1094771"/>
                  </a:cubicBezTo>
                  <a:cubicBezTo>
                    <a:pt x="1011016" y="872257"/>
                    <a:pt x="722247" y="624116"/>
                    <a:pt x="206590" y="180963"/>
                  </a:cubicBezTo>
                  <a:cubicBezTo>
                    <a:pt x="147836" y="129710"/>
                    <a:pt x="85958" y="76582"/>
                    <a:pt x="20953" y="20953"/>
                  </a:cubicBezTo>
                  <a:close/>
                </a:path>
              </a:pathLst>
            </a:custGeom>
            <a:solidFill>
              <a:srgbClr val="efefef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359" name="Google Shape;535;p26"/>
            <p:cNvSpPr/>
            <p:nvPr/>
          </p:nvSpPr>
          <p:spPr>
            <a:xfrm rot="5400000">
              <a:off x="-220680" y="3871080"/>
              <a:ext cx="923760" cy="365760"/>
            </a:xfrm>
            <a:custGeom>
              <a:avLst/>
              <a:gdLst>
                <a:gd name="textAreaLeft" fmla="*/ 0 w 923760"/>
                <a:gd name="textAreaRight" fmla="*/ 924120 w 923760"/>
                <a:gd name="textAreaTop" fmla="*/ 0 h 365760"/>
                <a:gd name="textAreaBottom" fmla="*/ 366120 h 365760"/>
              </a:gdLst>
              <a:ahLst/>
              <a:cxnLst/>
              <a:rect l="textAreaLeft" t="textAreaTop" r="textAreaRight" b="textAreaBottom"/>
              <a:pathLst>
                <a:path w="1385324" h="548695">
                  <a:moveTo>
                    <a:pt x="1330322" y="548695"/>
                  </a:moveTo>
                  <a:cubicBezTo>
                    <a:pt x="1104057" y="548695"/>
                    <a:pt x="782787" y="394936"/>
                    <a:pt x="224627" y="128669"/>
                  </a:cubicBezTo>
                  <a:cubicBezTo>
                    <a:pt x="155873" y="96167"/>
                    <a:pt x="83993" y="61165"/>
                    <a:pt x="7739" y="25538"/>
                  </a:cubicBezTo>
                  <a:cubicBezTo>
                    <a:pt x="1488" y="22412"/>
                    <a:pt x="-1637" y="15537"/>
                    <a:pt x="863" y="8661"/>
                  </a:cubicBezTo>
                  <a:cubicBezTo>
                    <a:pt x="3363" y="1786"/>
                    <a:pt x="10239" y="-1339"/>
                    <a:pt x="17114" y="536"/>
                  </a:cubicBezTo>
                  <a:cubicBezTo>
                    <a:pt x="97119" y="24912"/>
                    <a:pt x="173999" y="48664"/>
                    <a:pt x="247129" y="70540"/>
                  </a:cubicBezTo>
                  <a:cubicBezTo>
                    <a:pt x="874668" y="261177"/>
                    <a:pt x="1220940" y="366184"/>
                    <a:pt x="1375325" y="534945"/>
                  </a:cubicBezTo>
                  <a:lnTo>
                    <a:pt x="1385325" y="545570"/>
                  </a:lnTo>
                  <a:lnTo>
                    <a:pt x="1370950" y="546820"/>
                  </a:lnTo>
                  <a:cubicBezTo>
                    <a:pt x="1357823" y="548070"/>
                    <a:pt x="1344073" y="548695"/>
                    <a:pt x="1330322" y="548695"/>
                  </a:cubicBezTo>
                  <a:close/>
                  <a:moveTo>
                    <a:pt x="27740" y="18662"/>
                  </a:moveTo>
                  <a:cubicBezTo>
                    <a:pt x="98369" y="52414"/>
                    <a:pt x="165873" y="84291"/>
                    <a:pt x="230878" y="115543"/>
                  </a:cubicBezTo>
                  <a:cubicBezTo>
                    <a:pt x="807789" y="391185"/>
                    <a:pt x="1131559" y="545570"/>
                    <a:pt x="1354698" y="533694"/>
                  </a:cubicBezTo>
                  <a:cubicBezTo>
                    <a:pt x="1197813" y="374309"/>
                    <a:pt x="854666" y="269928"/>
                    <a:pt x="243379" y="84291"/>
                  </a:cubicBezTo>
                  <a:cubicBezTo>
                    <a:pt x="174624" y="63665"/>
                    <a:pt x="102745" y="41788"/>
                    <a:pt x="27740" y="18662"/>
                  </a:cubicBezTo>
                  <a:close/>
                  <a:moveTo>
                    <a:pt x="13989" y="12412"/>
                  </a:moveTo>
                  <a:lnTo>
                    <a:pt x="10864" y="18662"/>
                  </a:lnTo>
                  <a:lnTo>
                    <a:pt x="13989" y="12412"/>
                  </a:lnTo>
                  <a:close/>
                </a:path>
              </a:pathLst>
            </a:custGeom>
            <a:solidFill>
              <a:srgbClr val="efefef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360" name="Google Shape;536;p26"/>
            <p:cNvSpPr/>
            <p:nvPr/>
          </p:nvSpPr>
          <p:spPr>
            <a:xfrm rot="5400000">
              <a:off x="393120" y="4357080"/>
              <a:ext cx="365400" cy="923400"/>
            </a:xfrm>
            <a:custGeom>
              <a:avLst/>
              <a:gdLst>
                <a:gd name="textAreaLeft" fmla="*/ 0 w 365400"/>
                <a:gd name="textAreaRight" fmla="*/ 365760 w 365400"/>
                <a:gd name="textAreaTop" fmla="*/ 0 h 923400"/>
                <a:gd name="textAreaBottom" fmla="*/ 923760 h 923400"/>
              </a:gdLst>
              <a:ahLst/>
              <a:cxnLst/>
              <a:rect l="textAreaLeft" t="textAreaTop" r="textAreaRight" b="textAreaBottom"/>
              <a:pathLst>
                <a:path w="548537" h="1384699">
                  <a:moveTo>
                    <a:pt x="2968" y="1384700"/>
                  </a:moveTo>
                  <a:lnTo>
                    <a:pt x="1717" y="1370324"/>
                  </a:lnTo>
                  <a:cubicBezTo>
                    <a:pt x="-18284" y="1142185"/>
                    <a:pt x="137351" y="816539"/>
                    <a:pt x="419869" y="224627"/>
                  </a:cubicBezTo>
                  <a:cubicBezTo>
                    <a:pt x="452996" y="155873"/>
                    <a:pt x="487373" y="83368"/>
                    <a:pt x="523000" y="7739"/>
                  </a:cubicBezTo>
                  <a:lnTo>
                    <a:pt x="523000" y="7739"/>
                  </a:lnTo>
                  <a:cubicBezTo>
                    <a:pt x="526125" y="1488"/>
                    <a:pt x="533001" y="-1637"/>
                    <a:pt x="539876" y="863"/>
                  </a:cubicBezTo>
                  <a:cubicBezTo>
                    <a:pt x="546752" y="3363"/>
                    <a:pt x="549877" y="10239"/>
                    <a:pt x="548002" y="17114"/>
                  </a:cubicBezTo>
                  <a:cubicBezTo>
                    <a:pt x="523625" y="97744"/>
                    <a:pt x="499874" y="173999"/>
                    <a:pt x="477998" y="247129"/>
                  </a:cubicBezTo>
                  <a:cubicBezTo>
                    <a:pt x="287361" y="874668"/>
                    <a:pt x="182354" y="1220315"/>
                    <a:pt x="13593" y="1375324"/>
                  </a:cubicBezTo>
                  <a:lnTo>
                    <a:pt x="2968" y="1384700"/>
                  </a:lnTo>
                  <a:close/>
                  <a:moveTo>
                    <a:pt x="529876" y="27740"/>
                  </a:moveTo>
                  <a:cubicBezTo>
                    <a:pt x="496123" y="98369"/>
                    <a:pt x="463622" y="166498"/>
                    <a:pt x="432994" y="230878"/>
                  </a:cubicBezTo>
                  <a:cubicBezTo>
                    <a:pt x="157352" y="807789"/>
                    <a:pt x="2968" y="1130934"/>
                    <a:pt x="14843" y="1354073"/>
                  </a:cubicBezTo>
                  <a:cubicBezTo>
                    <a:pt x="174228" y="1197188"/>
                    <a:pt x="278610" y="854042"/>
                    <a:pt x="464246" y="242753"/>
                  </a:cubicBezTo>
                  <a:cubicBezTo>
                    <a:pt x="484873" y="174624"/>
                    <a:pt x="506749" y="102745"/>
                    <a:pt x="529876" y="27740"/>
                  </a:cubicBezTo>
                  <a:close/>
                  <a:moveTo>
                    <a:pt x="536126" y="13989"/>
                  </a:moveTo>
                  <a:lnTo>
                    <a:pt x="536126" y="13989"/>
                  </a:lnTo>
                  <a:lnTo>
                    <a:pt x="529876" y="10864"/>
                  </a:lnTo>
                  <a:lnTo>
                    <a:pt x="536126" y="13989"/>
                  </a:lnTo>
                  <a:close/>
                </a:path>
              </a:pathLst>
            </a:custGeom>
            <a:solidFill>
              <a:srgbClr val="efefef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361" name="Google Shape;537;p26"/>
            <p:cNvSpPr/>
            <p:nvPr/>
          </p:nvSpPr>
          <p:spPr>
            <a:xfrm rot="5400000">
              <a:off x="-705600" y="3926520"/>
              <a:ext cx="365400" cy="923760"/>
            </a:xfrm>
            <a:custGeom>
              <a:avLst/>
              <a:gdLst>
                <a:gd name="textAreaLeft" fmla="*/ 0 w 365400"/>
                <a:gd name="textAreaRight" fmla="*/ 365760 w 365400"/>
                <a:gd name="textAreaTop" fmla="*/ 0 h 923760"/>
                <a:gd name="textAreaBottom" fmla="*/ 924120 h 923760"/>
              </a:gdLst>
              <a:ahLst/>
              <a:cxnLst/>
              <a:rect l="textAreaLeft" t="textAreaTop" r="textAreaRight" b="textAreaBottom"/>
              <a:pathLst>
                <a:path w="548537" h="1385711">
                  <a:moveTo>
                    <a:pt x="13662" y="1385712"/>
                  </a:moveTo>
                  <a:cubicBezTo>
                    <a:pt x="11787" y="1385712"/>
                    <a:pt x="10537" y="1385712"/>
                    <a:pt x="8662" y="1384462"/>
                  </a:cubicBezTo>
                  <a:cubicBezTo>
                    <a:pt x="1786" y="1381962"/>
                    <a:pt x="-1339" y="1375087"/>
                    <a:pt x="536" y="1368211"/>
                  </a:cubicBezTo>
                  <a:lnTo>
                    <a:pt x="536" y="1368211"/>
                  </a:lnTo>
                  <a:cubicBezTo>
                    <a:pt x="24912" y="1287581"/>
                    <a:pt x="48664" y="1211326"/>
                    <a:pt x="70541" y="1138197"/>
                  </a:cubicBezTo>
                  <a:cubicBezTo>
                    <a:pt x="261178" y="510657"/>
                    <a:pt x="366184" y="165010"/>
                    <a:pt x="534944" y="10001"/>
                  </a:cubicBezTo>
                  <a:lnTo>
                    <a:pt x="545570" y="0"/>
                  </a:lnTo>
                  <a:lnTo>
                    <a:pt x="546820" y="14376"/>
                  </a:lnTo>
                  <a:cubicBezTo>
                    <a:pt x="566822" y="242515"/>
                    <a:pt x="411187" y="568161"/>
                    <a:pt x="128669" y="1160698"/>
                  </a:cubicBezTo>
                  <a:cubicBezTo>
                    <a:pt x="96167" y="1229452"/>
                    <a:pt x="61165" y="1301332"/>
                    <a:pt x="25537" y="1377587"/>
                  </a:cubicBezTo>
                  <a:cubicBezTo>
                    <a:pt x="23038" y="1383212"/>
                    <a:pt x="18662" y="1385712"/>
                    <a:pt x="13662" y="1385712"/>
                  </a:cubicBezTo>
                  <a:close/>
                  <a:moveTo>
                    <a:pt x="8037" y="1370711"/>
                  </a:moveTo>
                  <a:lnTo>
                    <a:pt x="14912" y="1372586"/>
                  </a:lnTo>
                  <a:cubicBezTo>
                    <a:pt x="14912" y="1372586"/>
                    <a:pt x="14912" y="1372586"/>
                    <a:pt x="14912" y="1372586"/>
                  </a:cubicBezTo>
                  <a:lnTo>
                    <a:pt x="8037" y="1370711"/>
                  </a:lnTo>
                  <a:close/>
                  <a:moveTo>
                    <a:pt x="534319" y="31877"/>
                  </a:moveTo>
                  <a:cubicBezTo>
                    <a:pt x="374934" y="188762"/>
                    <a:pt x="270553" y="531908"/>
                    <a:pt x="84916" y="1143197"/>
                  </a:cubicBezTo>
                  <a:cubicBezTo>
                    <a:pt x="63665" y="1213826"/>
                    <a:pt x="41163" y="1287581"/>
                    <a:pt x="17412" y="1364461"/>
                  </a:cubicBezTo>
                  <a:cubicBezTo>
                    <a:pt x="51164" y="1291956"/>
                    <a:pt x="84291" y="1221952"/>
                    <a:pt x="116168" y="1155073"/>
                  </a:cubicBezTo>
                  <a:cubicBezTo>
                    <a:pt x="391185" y="578786"/>
                    <a:pt x="545570" y="255016"/>
                    <a:pt x="534319" y="31877"/>
                  </a:cubicBezTo>
                  <a:close/>
                </a:path>
              </a:pathLst>
            </a:custGeom>
            <a:solidFill>
              <a:srgbClr val="efefef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362" name="Google Shape;538;p26"/>
            <p:cNvSpPr/>
            <p:nvPr/>
          </p:nvSpPr>
          <p:spPr>
            <a:xfrm rot="5400000">
              <a:off x="-650520" y="4970880"/>
              <a:ext cx="923400" cy="365400"/>
            </a:xfrm>
            <a:custGeom>
              <a:avLst/>
              <a:gdLst>
                <a:gd name="textAreaLeft" fmla="*/ 0 w 923400"/>
                <a:gd name="textAreaRight" fmla="*/ 923760 w 923400"/>
                <a:gd name="textAreaTop" fmla="*/ 0 h 365400"/>
                <a:gd name="textAreaBottom" fmla="*/ 365760 h 365400"/>
              </a:gdLst>
              <a:ahLst/>
              <a:cxnLst/>
              <a:rect l="textAreaLeft" t="textAreaTop" r="textAreaRight" b="textAreaBottom"/>
              <a:pathLst>
                <a:path w="1384700" h="548626">
                  <a:moveTo>
                    <a:pt x="1371961" y="548627"/>
                  </a:moveTo>
                  <a:cubicBezTo>
                    <a:pt x="1370711" y="548627"/>
                    <a:pt x="1369462" y="548627"/>
                    <a:pt x="1368211" y="548002"/>
                  </a:cubicBezTo>
                  <a:cubicBezTo>
                    <a:pt x="1287581" y="523625"/>
                    <a:pt x="1211326" y="499874"/>
                    <a:pt x="1138197" y="477997"/>
                  </a:cubicBezTo>
                  <a:cubicBezTo>
                    <a:pt x="510658" y="287360"/>
                    <a:pt x="165011" y="182354"/>
                    <a:pt x="10001" y="13593"/>
                  </a:cubicBezTo>
                  <a:lnTo>
                    <a:pt x="0" y="2968"/>
                  </a:lnTo>
                  <a:lnTo>
                    <a:pt x="14376" y="1717"/>
                  </a:lnTo>
                  <a:cubicBezTo>
                    <a:pt x="241891" y="-18284"/>
                    <a:pt x="568161" y="137351"/>
                    <a:pt x="1160074" y="419869"/>
                  </a:cubicBezTo>
                  <a:cubicBezTo>
                    <a:pt x="1228828" y="452996"/>
                    <a:pt x="1300707" y="487373"/>
                    <a:pt x="1376962" y="523000"/>
                  </a:cubicBezTo>
                  <a:lnTo>
                    <a:pt x="1376962" y="523000"/>
                  </a:lnTo>
                  <a:cubicBezTo>
                    <a:pt x="1383212" y="526125"/>
                    <a:pt x="1386337" y="533001"/>
                    <a:pt x="1383837" y="539876"/>
                  </a:cubicBezTo>
                  <a:cubicBezTo>
                    <a:pt x="1381963" y="545502"/>
                    <a:pt x="1376962" y="548627"/>
                    <a:pt x="1371961" y="548627"/>
                  </a:cubicBezTo>
                  <a:close/>
                  <a:moveTo>
                    <a:pt x="1371336" y="536126"/>
                  </a:moveTo>
                  <a:lnTo>
                    <a:pt x="1371336" y="536126"/>
                  </a:lnTo>
                  <a:lnTo>
                    <a:pt x="1374462" y="529876"/>
                  </a:lnTo>
                  <a:lnTo>
                    <a:pt x="1371336" y="536126"/>
                  </a:lnTo>
                  <a:close/>
                  <a:moveTo>
                    <a:pt x="30627" y="14843"/>
                  </a:moveTo>
                  <a:cubicBezTo>
                    <a:pt x="187512" y="174228"/>
                    <a:pt x="530659" y="278610"/>
                    <a:pt x="1141947" y="464246"/>
                  </a:cubicBezTo>
                  <a:cubicBezTo>
                    <a:pt x="1210702" y="484873"/>
                    <a:pt x="1282581" y="506749"/>
                    <a:pt x="1357586" y="529876"/>
                  </a:cubicBezTo>
                  <a:cubicBezTo>
                    <a:pt x="1286956" y="496124"/>
                    <a:pt x="1218827" y="463621"/>
                    <a:pt x="1154448" y="432995"/>
                  </a:cubicBezTo>
                  <a:cubicBezTo>
                    <a:pt x="577536" y="157352"/>
                    <a:pt x="253767" y="2968"/>
                    <a:pt x="30627" y="14843"/>
                  </a:cubicBezTo>
                  <a:close/>
                </a:path>
              </a:pathLst>
            </a:custGeom>
            <a:solidFill>
              <a:srgbClr val="efefef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363" name="Google Shape;539;p26"/>
            <p:cNvSpPr/>
            <p:nvPr/>
          </p:nvSpPr>
          <p:spPr>
            <a:xfrm rot="5400000">
              <a:off x="-666720" y="3861720"/>
              <a:ext cx="906480" cy="405000"/>
            </a:xfrm>
            <a:custGeom>
              <a:avLst/>
              <a:gdLst>
                <a:gd name="textAreaLeft" fmla="*/ 0 w 906480"/>
                <a:gd name="textAreaRight" fmla="*/ 906840 w 906480"/>
                <a:gd name="textAreaTop" fmla="*/ 0 h 405000"/>
                <a:gd name="textAreaBottom" fmla="*/ 405360 h 405000"/>
              </a:gdLst>
              <a:ahLst/>
              <a:cxnLst/>
              <a:rect l="textAreaLeft" t="textAreaTop" r="textAreaRight" b="textAreaBottom"/>
              <a:pathLst>
                <a:path w="1359555" h="607906">
                  <a:moveTo>
                    <a:pt x="13221" y="607907"/>
                  </a:moveTo>
                  <a:cubicBezTo>
                    <a:pt x="8221" y="607907"/>
                    <a:pt x="3845" y="604781"/>
                    <a:pt x="1345" y="599781"/>
                  </a:cubicBezTo>
                  <a:cubicBezTo>
                    <a:pt x="-1780" y="593530"/>
                    <a:pt x="720" y="586030"/>
                    <a:pt x="6971" y="582905"/>
                  </a:cubicBezTo>
                  <a:cubicBezTo>
                    <a:pt x="81350" y="543527"/>
                    <a:pt x="151980" y="506025"/>
                    <a:pt x="218859" y="469773"/>
                  </a:cubicBezTo>
                  <a:cubicBezTo>
                    <a:pt x="797645" y="161003"/>
                    <a:pt x="1116415" y="-9007"/>
                    <a:pt x="1345180" y="368"/>
                  </a:cubicBezTo>
                  <a:lnTo>
                    <a:pt x="1359556" y="993"/>
                  </a:lnTo>
                  <a:lnTo>
                    <a:pt x="1350180" y="12244"/>
                  </a:lnTo>
                  <a:cubicBezTo>
                    <a:pt x="1203296" y="187880"/>
                    <a:pt x="862650" y="307888"/>
                    <a:pt x="244486" y="526651"/>
                  </a:cubicBezTo>
                  <a:cubicBezTo>
                    <a:pt x="172606" y="552278"/>
                    <a:pt x="96976" y="578530"/>
                    <a:pt x="17596" y="606656"/>
                  </a:cubicBezTo>
                  <a:lnTo>
                    <a:pt x="17596" y="606656"/>
                  </a:lnTo>
                  <a:cubicBezTo>
                    <a:pt x="15721" y="607281"/>
                    <a:pt x="14471" y="607907"/>
                    <a:pt x="13221" y="607907"/>
                  </a:cubicBezTo>
                  <a:close/>
                  <a:moveTo>
                    <a:pt x="12596" y="593530"/>
                  </a:moveTo>
                  <a:lnTo>
                    <a:pt x="12596" y="593530"/>
                  </a:lnTo>
                  <a:lnTo>
                    <a:pt x="12596" y="593530"/>
                  </a:lnTo>
                  <a:lnTo>
                    <a:pt x="12596" y="593530"/>
                  </a:lnTo>
                  <a:close/>
                  <a:moveTo>
                    <a:pt x="1325804" y="14119"/>
                  </a:moveTo>
                  <a:cubicBezTo>
                    <a:pt x="1102040" y="14119"/>
                    <a:pt x="786395" y="182880"/>
                    <a:pt x="225734" y="482274"/>
                  </a:cubicBezTo>
                  <a:cubicBezTo>
                    <a:pt x="162606" y="516026"/>
                    <a:pt x="96352" y="551028"/>
                    <a:pt x="26972" y="587905"/>
                  </a:cubicBezTo>
                  <a:cubicBezTo>
                    <a:pt x="100727" y="561653"/>
                    <a:pt x="171981" y="536652"/>
                    <a:pt x="239485" y="512900"/>
                  </a:cubicBezTo>
                  <a:cubicBezTo>
                    <a:pt x="842023" y="299762"/>
                    <a:pt x="1179544" y="180379"/>
                    <a:pt x="1329554" y="14119"/>
                  </a:cubicBezTo>
                  <a:cubicBezTo>
                    <a:pt x="1328304" y="14119"/>
                    <a:pt x="1327054" y="14119"/>
                    <a:pt x="1325804" y="14119"/>
                  </a:cubicBezTo>
                  <a:close/>
                </a:path>
              </a:pathLst>
            </a:custGeom>
            <a:solidFill>
              <a:srgbClr val="efefef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364" name="Google Shape;540;p26"/>
            <p:cNvSpPr/>
            <p:nvPr/>
          </p:nvSpPr>
          <p:spPr>
            <a:xfrm rot="5400000">
              <a:off x="-715680" y="4390560"/>
              <a:ext cx="405000" cy="906480"/>
            </a:xfrm>
            <a:custGeom>
              <a:avLst/>
              <a:gdLst>
                <a:gd name="textAreaLeft" fmla="*/ 0 w 405000"/>
                <a:gd name="textAreaRight" fmla="*/ 405360 w 405000"/>
                <a:gd name="textAreaTop" fmla="*/ 0 h 906480"/>
                <a:gd name="textAreaBottom" fmla="*/ 906840 h 906480"/>
              </a:gdLst>
              <a:ahLst/>
              <a:cxnLst/>
              <a:rect l="textAreaLeft" t="textAreaTop" r="textAreaRight" b="textAreaBottom"/>
              <a:pathLst>
                <a:path w="607567" h="1359460">
                  <a:moveTo>
                    <a:pt x="594203" y="1359460"/>
                  </a:moveTo>
                  <a:cubicBezTo>
                    <a:pt x="589204" y="1359460"/>
                    <a:pt x="584828" y="1356960"/>
                    <a:pt x="582953" y="1352585"/>
                  </a:cubicBezTo>
                  <a:cubicBezTo>
                    <a:pt x="543575" y="1278205"/>
                    <a:pt x="506073" y="1208201"/>
                    <a:pt x="469821" y="1140697"/>
                  </a:cubicBezTo>
                  <a:cubicBezTo>
                    <a:pt x="161052" y="561910"/>
                    <a:pt x="-9584" y="243140"/>
                    <a:pt x="416" y="14376"/>
                  </a:cubicBezTo>
                  <a:lnTo>
                    <a:pt x="1042" y="0"/>
                  </a:lnTo>
                  <a:lnTo>
                    <a:pt x="12292" y="9376"/>
                  </a:lnTo>
                  <a:cubicBezTo>
                    <a:pt x="187928" y="156260"/>
                    <a:pt x="307936" y="496906"/>
                    <a:pt x="526700" y="1115070"/>
                  </a:cubicBezTo>
                  <a:cubicBezTo>
                    <a:pt x="552326" y="1186949"/>
                    <a:pt x="578578" y="1262579"/>
                    <a:pt x="606704" y="1341334"/>
                  </a:cubicBezTo>
                  <a:lnTo>
                    <a:pt x="606704" y="1341334"/>
                  </a:lnTo>
                  <a:cubicBezTo>
                    <a:pt x="609205" y="1348210"/>
                    <a:pt x="606079" y="1355085"/>
                    <a:pt x="599829" y="1357585"/>
                  </a:cubicBezTo>
                  <a:cubicBezTo>
                    <a:pt x="597329" y="1358835"/>
                    <a:pt x="595454" y="1359460"/>
                    <a:pt x="594203" y="1359460"/>
                  </a:cubicBezTo>
                  <a:close/>
                  <a:moveTo>
                    <a:pt x="592954" y="1346334"/>
                  </a:moveTo>
                  <a:lnTo>
                    <a:pt x="592954" y="1346334"/>
                  </a:lnTo>
                  <a:lnTo>
                    <a:pt x="592954" y="1346334"/>
                  </a:lnTo>
                  <a:lnTo>
                    <a:pt x="592954" y="1346334"/>
                  </a:lnTo>
                  <a:close/>
                  <a:moveTo>
                    <a:pt x="14167" y="30002"/>
                  </a:moveTo>
                  <a:cubicBezTo>
                    <a:pt x="12292" y="253766"/>
                    <a:pt x="181053" y="570036"/>
                    <a:pt x="482322" y="1133821"/>
                  </a:cubicBezTo>
                  <a:cubicBezTo>
                    <a:pt x="516074" y="1196950"/>
                    <a:pt x="551076" y="1263204"/>
                    <a:pt x="587953" y="1331959"/>
                  </a:cubicBezTo>
                  <a:cubicBezTo>
                    <a:pt x="561702" y="1258204"/>
                    <a:pt x="536700" y="1186949"/>
                    <a:pt x="512948" y="1119445"/>
                  </a:cubicBezTo>
                  <a:cubicBezTo>
                    <a:pt x="299810" y="517532"/>
                    <a:pt x="180428" y="179386"/>
                    <a:pt x="14167" y="30002"/>
                  </a:cubicBezTo>
                  <a:close/>
                </a:path>
              </a:pathLst>
            </a:custGeom>
            <a:solidFill>
              <a:srgbClr val="efefef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365" name="Google Shape;541;p26"/>
            <p:cNvSpPr/>
            <p:nvPr/>
          </p:nvSpPr>
          <p:spPr>
            <a:xfrm rot="5400000">
              <a:off x="-187200" y="4941000"/>
              <a:ext cx="906480" cy="405000"/>
            </a:xfrm>
            <a:custGeom>
              <a:avLst/>
              <a:gdLst>
                <a:gd name="textAreaLeft" fmla="*/ 0 w 906480"/>
                <a:gd name="textAreaRight" fmla="*/ 906840 w 906480"/>
                <a:gd name="textAreaTop" fmla="*/ 0 h 405000"/>
                <a:gd name="textAreaBottom" fmla="*/ 405360 h 405000"/>
              </a:gdLst>
              <a:ahLst/>
              <a:cxnLst/>
              <a:rect l="textAreaLeft" t="textAreaTop" r="textAreaRight" b="textAreaBottom"/>
              <a:pathLst>
                <a:path w="1359555" h="607776">
                  <a:moveTo>
                    <a:pt x="33127" y="607776"/>
                  </a:moveTo>
                  <a:cubicBezTo>
                    <a:pt x="26876" y="607776"/>
                    <a:pt x="20626" y="607776"/>
                    <a:pt x="14375" y="607151"/>
                  </a:cubicBezTo>
                  <a:lnTo>
                    <a:pt x="0" y="606526"/>
                  </a:lnTo>
                  <a:lnTo>
                    <a:pt x="9376" y="595275"/>
                  </a:lnTo>
                  <a:cubicBezTo>
                    <a:pt x="156260" y="419639"/>
                    <a:pt x="496906" y="299632"/>
                    <a:pt x="1115695" y="80868"/>
                  </a:cubicBezTo>
                  <a:cubicBezTo>
                    <a:pt x="1187575" y="55241"/>
                    <a:pt x="1263204" y="28990"/>
                    <a:pt x="1341959" y="863"/>
                  </a:cubicBezTo>
                  <a:lnTo>
                    <a:pt x="1341959" y="863"/>
                  </a:lnTo>
                  <a:cubicBezTo>
                    <a:pt x="1348834" y="-1637"/>
                    <a:pt x="1355710" y="1488"/>
                    <a:pt x="1358210" y="7739"/>
                  </a:cubicBezTo>
                  <a:cubicBezTo>
                    <a:pt x="1361335" y="13989"/>
                    <a:pt x="1358836" y="21489"/>
                    <a:pt x="1352585" y="24615"/>
                  </a:cubicBezTo>
                  <a:cubicBezTo>
                    <a:pt x="1278205" y="63992"/>
                    <a:pt x="1207576" y="101494"/>
                    <a:pt x="1140697" y="137747"/>
                  </a:cubicBezTo>
                  <a:cubicBezTo>
                    <a:pt x="576911" y="438391"/>
                    <a:pt x="260016" y="607776"/>
                    <a:pt x="33127" y="607776"/>
                  </a:cubicBezTo>
                  <a:close/>
                  <a:moveTo>
                    <a:pt x="29377" y="593400"/>
                  </a:moveTo>
                  <a:cubicBezTo>
                    <a:pt x="30627" y="593400"/>
                    <a:pt x="31877" y="593400"/>
                    <a:pt x="32502" y="593400"/>
                  </a:cubicBezTo>
                  <a:cubicBezTo>
                    <a:pt x="256266" y="593400"/>
                    <a:pt x="571911" y="424640"/>
                    <a:pt x="1132571" y="125246"/>
                  </a:cubicBezTo>
                  <a:cubicBezTo>
                    <a:pt x="1195700" y="91494"/>
                    <a:pt x="1261955" y="56492"/>
                    <a:pt x="1331334" y="19614"/>
                  </a:cubicBezTo>
                  <a:cubicBezTo>
                    <a:pt x="1257579" y="45866"/>
                    <a:pt x="1186950" y="70867"/>
                    <a:pt x="1119445" y="94619"/>
                  </a:cubicBezTo>
                  <a:cubicBezTo>
                    <a:pt x="516907" y="307132"/>
                    <a:pt x="179386" y="426515"/>
                    <a:pt x="29377" y="593400"/>
                  </a:cubicBezTo>
                  <a:close/>
                  <a:moveTo>
                    <a:pt x="1346335" y="13989"/>
                  </a:moveTo>
                  <a:lnTo>
                    <a:pt x="1346335" y="13989"/>
                  </a:lnTo>
                  <a:lnTo>
                    <a:pt x="1343834" y="7113"/>
                  </a:lnTo>
                  <a:lnTo>
                    <a:pt x="1346335" y="13989"/>
                  </a:lnTo>
                  <a:close/>
                </a:path>
              </a:pathLst>
            </a:custGeom>
            <a:solidFill>
              <a:srgbClr val="efefef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366" name="Google Shape;542;p26"/>
            <p:cNvSpPr/>
            <p:nvPr/>
          </p:nvSpPr>
          <p:spPr>
            <a:xfrm rot="5400000">
              <a:off x="363240" y="3910320"/>
              <a:ext cx="405000" cy="906480"/>
            </a:xfrm>
            <a:custGeom>
              <a:avLst/>
              <a:gdLst>
                <a:gd name="textAreaLeft" fmla="*/ 0 w 405000"/>
                <a:gd name="textAreaRight" fmla="*/ 405360 w 405000"/>
                <a:gd name="textAreaTop" fmla="*/ 0 h 906480"/>
                <a:gd name="textAreaBottom" fmla="*/ 906840 h 906480"/>
              </a:gdLst>
              <a:ahLst/>
              <a:cxnLst/>
              <a:rect l="textAreaLeft" t="textAreaTop" r="textAreaRight" b="textAreaBottom"/>
              <a:pathLst>
                <a:path w="607567" h="1359555">
                  <a:moveTo>
                    <a:pt x="606526" y="1359556"/>
                  </a:moveTo>
                  <a:lnTo>
                    <a:pt x="595275" y="1350180"/>
                  </a:lnTo>
                  <a:cubicBezTo>
                    <a:pt x="419639" y="1203296"/>
                    <a:pt x="299632" y="862650"/>
                    <a:pt x="80869" y="243861"/>
                  </a:cubicBezTo>
                  <a:cubicBezTo>
                    <a:pt x="55242" y="171981"/>
                    <a:pt x="28990" y="96351"/>
                    <a:pt x="863" y="17596"/>
                  </a:cubicBezTo>
                  <a:lnTo>
                    <a:pt x="863" y="17596"/>
                  </a:lnTo>
                  <a:cubicBezTo>
                    <a:pt x="-1637" y="10721"/>
                    <a:pt x="1488" y="3846"/>
                    <a:pt x="7738" y="1345"/>
                  </a:cubicBezTo>
                  <a:cubicBezTo>
                    <a:pt x="13989" y="-1780"/>
                    <a:pt x="21490" y="720"/>
                    <a:pt x="24615" y="6971"/>
                  </a:cubicBezTo>
                  <a:cubicBezTo>
                    <a:pt x="63992" y="81350"/>
                    <a:pt x="101494" y="151980"/>
                    <a:pt x="137747" y="218859"/>
                  </a:cubicBezTo>
                  <a:cubicBezTo>
                    <a:pt x="446516" y="797645"/>
                    <a:pt x="617152" y="1116415"/>
                    <a:pt x="607151" y="1344555"/>
                  </a:cubicBezTo>
                  <a:lnTo>
                    <a:pt x="606526" y="1359556"/>
                  </a:lnTo>
                  <a:close/>
                  <a:moveTo>
                    <a:pt x="19614" y="27597"/>
                  </a:moveTo>
                  <a:cubicBezTo>
                    <a:pt x="45866" y="101352"/>
                    <a:pt x="70868" y="171981"/>
                    <a:pt x="94619" y="239485"/>
                  </a:cubicBezTo>
                  <a:cubicBezTo>
                    <a:pt x="307757" y="842023"/>
                    <a:pt x="427140" y="1180170"/>
                    <a:pt x="593401" y="1329554"/>
                  </a:cubicBezTo>
                  <a:cubicBezTo>
                    <a:pt x="595275" y="1105790"/>
                    <a:pt x="426515" y="789520"/>
                    <a:pt x="125246" y="225735"/>
                  </a:cubicBezTo>
                  <a:cubicBezTo>
                    <a:pt x="91494" y="162606"/>
                    <a:pt x="56492" y="96976"/>
                    <a:pt x="19614" y="27597"/>
                  </a:cubicBezTo>
                  <a:close/>
                  <a:moveTo>
                    <a:pt x="14614" y="13221"/>
                  </a:moveTo>
                  <a:lnTo>
                    <a:pt x="7738" y="15721"/>
                  </a:lnTo>
                  <a:lnTo>
                    <a:pt x="14614" y="13221"/>
                  </a:lnTo>
                  <a:close/>
                </a:path>
              </a:pathLst>
            </a:custGeom>
            <a:solidFill>
              <a:srgbClr val="efefef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</p:grpSp>
      <p:sp>
        <p:nvSpPr>
          <p:cNvPr id="367" name="Google Shape;543;p26"/>
          <p:cNvSpPr/>
          <p:nvPr/>
        </p:nvSpPr>
        <p:spPr>
          <a:xfrm>
            <a:off x="8480160" y="278280"/>
            <a:ext cx="499320" cy="602640"/>
          </a:xfrm>
          <a:custGeom>
            <a:avLst/>
            <a:gdLst>
              <a:gd name="textAreaLeft" fmla="*/ 0 w 499320"/>
              <a:gd name="textAreaRight" fmla="*/ 499680 w 499320"/>
              <a:gd name="textAreaTop" fmla="*/ 0 h 602640"/>
              <a:gd name="textAreaBottom" fmla="*/ 603000 h 602640"/>
            </a:gdLst>
            <a:ahLst/>
            <a:cxnLst/>
            <a:rect l="textAreaLeft" t="textAreaTop" r="textAreaRight" b="textAreaBottom"/>
            <a:pathLst>
              <a:path w="622539" h="751297">
                <a:moveTo>
                  <a:pt x="311270" y="751297"/>
                </a:moveTo>
                <a:cubicBezTo>
                  <a:pt x="315645" y="385649"/>
                  <a:pt x="319395" y="381274"/>
                  <a:pt x="622539" y="375649"/>
                </a:cubicBezTo>
                <a:cubicBezTo>
                  <a:pt x="319395" y="370023"/>
                  <a:pt x="315645" y="366273"/>
                  <a:pt x="311270" y="0"/>
                </a:cubicBezTo>
                <a:cubicBezTo>
                  <a:pt x="306894" y="365648"/>
                  <a:pt x="303144" y="370023"/>
                  <a:pt x="0" y="375649"/>
                </a:cubicBezTo>
                <a:cubicBezTo>
                  <a:pt x="303144" y="381274"/>
                  <a:pt x="306894" y="385649"/>
                  <a:pt x="311270" y="751297"/>
                </a:cubicBezTo>
                <a:close/>
              </a:path>
            </a:pathLst>
          </a:custGeom>
          <a:solidFill>
            <a:schemeClr val="dk1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endParaRPr b="0" lang="en-US" sz="1800" strike="noStrike" u="none">
              <a:solidFill>
                <a:srgbClr val="000000"/>
              </a:solidFill>
              <a:effectLst/>
              <a:uFillTx/>
              <a:latin typeface="OpenSymbol"/>
            </a:endParaRPr>
          </a:p>
        </p:txBody>
      </p:sp>
    </p:spTree>
  </p:cSld>
</p:sldLayout>
</file>

<file path=ppt/slideLayouts/slideLayout2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CUSTOM_3_1"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13" name="Google Shape;607;p29" descr=""/>
          <p:cNvPicPr/>
          <p:nvPr/>
        </p:nvPicPr>
        <p:blipFill>
          <a:blip r:embed="rId2">
            <a:alphaModFix amt="30000"/>
          </a:blip>
          <a:stretch/>
        </p:blipFill>
        <p:spPr>
          <a:xfrm rot="10800000">
            <a:off x="360" y="-3600"/>
            <a:ext cx="9143640" cy="515088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414" name="PlaceHolder 1"/>
          <p:cNvSpPr>
            <a:spLocks noGrp="1"/>
          </p:cNvSpPr>
          <p:nvPr>
            <p:ph type="title"/>
          </p:nvPr>
        </p:nvSpPr>
        <p:spPr>
          <a:xfrm>
            <a:off x="2175840" y="785160"/>
            <a:ext cx="4792320" cy="8805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b">
            <a:noAutofit/>
          </a:bodyPr>
          <a:p>
            <a:pPr indent="0">
              <a:buNone/>
            </a:pPr>
            <a:r>
              <a:rPr b="0" lang="fr-FR" sz="6000" strike="noStrike" u="none">
                <a:solidFill>
                  <a:schemeClr val="dk1"/>
                </a:solidFill>
                <a:effectLst/>
                <a:uFillTx/>
                <a:latin typeface="Arial"/>
              </a:rPr>
              <a:t>Click to edit the title text format</a:t>
            </a:r>
            <a:endParaRPr b="0" lang="fr-FR" sz="6000" strike="noStrike" u="non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415" name="Google Shape;610;p29"/>
          <p:cNvSpPr/>
          <p:nvPr/>
        </p:nvSpPr>
        <p:spPr>
          <a:xfrm>
            <a:off x="2175840" y="3541680"/>
            <a:ext cx="4792320" cy="555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tIns="91440" bIns="91440" anchor="t">
            <a:noAutofit/>
          </a:bodyPr>
          <a:p>
            <a:pPr algn="ctr" defTabSz="914400">
              <a:lnSpc>
                <a:spcPct val="100000"/>
              </a:lnSpc>
              <a:spcBef>
                <a:spcPts val="300"/>
              </a:spcBef>
              <a:tabLst>
                <a:tab algn="l" pos="0"/>
              </a:tabLst>
            </a:pPr>
            <a:r>
              <a:rPr b="1" lang="en" sz="1200" strike="noStrike" u="none">
                <a:solidFill>
                  <a:schemeClr val="dk1"/>
                </a:solidFill>
                <a:effectLst/>
                <a:uFillTx/>
                <a:latin typeface="Anek Telugu"/>
                <a:ea typeface="Anek Telugu"/>
              </a:rPr>
              <a:t>CREDITS: </a:t>
            </a:r>
            <a:r>
              <a:rPr b="0" lang="en" sz="1200" strike="noStrike" u="none">
                <a:solidFill>
                  <a:schemeClr val="dk1"/>
                </a:solidFill>
                <a:effectLst/>
                <a:uFillTx/>
                <a:latin typeface="Anek Telugu"/>
                <a:ea typeface="Anek Telugu"/>
              </a:rPr>
              <a:t>This presentation template was created by </a:t>
            </a:r>
            <a:r>
              <a:rPr b="1" lang="en" sz="1200" strike="noStrike" u="sng">
                <a:solidFill>
                  <a:schemeClr val="hlink"/>
                </a:solidFill>
                <a:effectLst/>
                <a:uFillTx/>
                <a:latin typeface="Anek Telugu"/>
                <a:ea typeface="Anek Telugu"/>
                <a:hlinkClick r:id="rId3"/>
              </a:rPr>
              <a:t>Slidesgo</a:t>
            </a:r>
            <a:r>
              <a:rPr b="1" lang="en" sz="1200" strike="noStrike" u="none">
                <a:solidFill>
                  <a:schemeClr val="dk1"/>
                </a:solidFill>
                <a:effectLst/>
                <a:uFillTx/>
                <a:latin typeface="Anek Telugu"/>
                <a:ea typeface="Anek Telugu"/>
              </a:rPr>
              <a:t>, </a:t>
            </a:r>
            <a:r>
              <a:rPr b="0" lang="en" sz="1200" strike="noStrike" u="none">
                <a:solidFill>
                  <a:schemeClr val="dk1"/>
                </a:solidFill>
                <a:effectLst/>
                <a:uFillTx/>
                <a:latin typeface="Anek Telugu"/>
                <a:ea typeface="Anek Telugu"/>
              </a:rPr>
              <a:t>and includes icons by </a:t>
            </a:r>
            <a:r>
              <a:rPr b="1" lang="en" sz="1200" strike="noStrike" u="sng">
                <a:solidFill>
                  <a:schemeClr val="dk1"/>
                </a:solidFill>
                <a:effectLst/>
                <a:uFillTx/>
                <a:latin typeface="Anek Telugu"/>
                <a:ea typeface="Anek Telugu"/>
                <a:hlinkClick r:id="rId4"/>
              </a:rPr>
              <a:t>Flaticon</a:t>
            </a:r>
            <a:r>
              <a:rPr b="1" lang="en" sz="1200" strike="noStrike" u="none">
                <a:solidFill>
                  <a:schemeClr val="dk1"/>
                </a:solidFill>
                <a:effectLst/>
                <a:uFillTx/>
                <a:latin typeface="Anek Telugu"/>
                <a:ea typeface="Anek Telugu"/>
              </a:rPr>
              <a:t>,</a:t>
            </a:r>
            <a:r>
              <a:rPr b="0" lang="en" sz="1200" strike="noStrike" u="none">
                <a:solidFill>
                  <a:schemeClr val="dk1"/>
                </a:solidFill>
                <a:effectLst/>
                <a:uFillTx/>
                <a:latin typeface="Anek Telugu"/>
                <a:ea typeface="Anek Telugu"/>
              </a:rPr>
              <a:t> and infographics &amp; images by </a:t>
            </a:r>
            <a:r>
              <a:rPr b="1" lang="en" sz="1200" strike="noStrike" u="sng">
                <a:solidFill>
                  <a:schemeClr val="dk1"/>
                </a:solidFill>
                <a:effectLst/>
                <a:uFillTx/>
                <a:latin typeface="Anek Telugu"/>
                <a:ea typeface="Anek Telugu"/>
                <a:hlinkClick r:id="rId5"/>
              </a:rPr>
              <a:t>Freepik</a:t>
            </a:r>
            <a:r>
              <a:rPr b="1" lang="en" sz="1200" strike="noStrike" u="sng">
                <a:solidFill>
                  <a:schemeClr val="dk1"/>
                </a:solidFill>
                <a:effectLst/>
                <a:uFillTx/>
                <a:latin typeface="Anek Telugu"/>
                <a:ea typeface="Anek Telugu"/>
              </a:rPr>
              <a:t> </a:t>
            </a:r>
            <a:endParaRPr b="0" lang="en-US" sz="1200" strike="noStrike" u="none">
              <a:solidFill>
                <a:srgbClr val="ffffff"/>
              </a:solidFill>
              <a:effectLst/>
              <a:uFillTx/>
              <a:latin typeface="OpenSymbol"/>
            </a:endParaRPr>
          </a:p>
        </p:txBody>
      </p:sp>
    </p:spTree>
  </p:cSld>
</p:sldLayout>
</file>

<file path=ppt/slideLayouts/slideLayout2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CUSTOM_9"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16" name="Google Shape;612;p30" descr=""/>
          <p:cNvPicPr/>
          <p:nvPr/>
        </p:nvPicPr>
        <p:blipFill>
          <a:blip r:embed="rId2">
            <a:alphaModFix amt="30000"/>
          </a:blip>
          <a:stretch/>
        </p:blipFill>
        <p:spPr>
          <a:xfrm flipH="1" rot="10800000">
            <a:off x="0" y="-3600"/>
            <a:ext cx="9143640" cy="515088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417" name="Google Shape;613;p30"/>
          <p:cNvSpPr/>
          <p:nvPr/>
        </p:nvSpPr>
        <p:spPr>
          <a:xfrm>
            <a:off x="8385480" y="200880"/>
            <a:ext cx="396360" cy="478440"/>
          </a:xfrm>
          <a:custGeom>
            <a:avLst/>
            <a:gdLst>
              <a:gd name="textAreaLeft" fmla="*/ 0 w 396360"/>
              <a:gd name="textAreaRight" fmla="*/ 396720 w 396360"/>
              <a:gd name="textAreaTop" fmla="*/ 0 h 478440"/>
              <a:gd name="textAreaBottom" fmla="*/ 478800 h 478440"/>
            </a:gdLst>
            <a:ahLst/>
            <a:cxnLst/>
            <a:rect l="textAreaLeft" t="textAreaTop" r="textAreaRight" b="textAreaBottom"/>
            <a:pathLst>
              <a:path w="622539" h="751297">
                <a:moveTo>
                  <a:pt x="311270" y="751297"/>
                </a:moveTo>
                <a:cubicBezTo>
                  <a:pt x="315645" y="385649"/>
                  <a:pt x="319395" y="381274"/>
                  <a:pt x="622539" y="375649"/>
                </a:cubicBezTo>
                <a:cubicBezTo>
                  <a:pt x="319395" y="370023"/>
                  <a:pt x="315645" y="366273"/>
                  <a:pt x="311270" y="0"/>
                </a:cubicBezTo>
                <a:cubicBezTo>
                  <a:pt x="306894" y="365648"/>
                  <a:pt x="303144" y="370023"/>
                  <a:pt x="0" y="375649"/>
                </a:cubicBezTo>
                <a:cubicBezTo>
                  <a:pt x="303144" y="381274"/>
                  <a:pt x="306894" y="385649"/>
                  <a:pt x="311270" y="751297"/>
                </a:cubicBezTo>
                <a:close/>
              </a:path>
            </a:pathLst>
          </a:custGeom>
          <a:solidFill>
            <a:schemeClr val="dk1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endParaRPr b="0" lang="en-US" sz="1800" strike="noStrike" u="none">
              <a:solidFill>
                <a:srgbClr val="000000"/>
              </a:solidFill>
              <a:effectLst/>
              <a:uFillTx/>
              <a:latin typeface="OpenSymbol"/>
            </a:endParaRPr>
          </a:p>
        </p:txBody>
      </p:sp>
      <p:sp>
        <p:nvSpPr>
          <p:cNvPr id="418" name="Google Shape;614;p30"/>
          <p:cNvSpPr/>
          <p:nvPr/>
        </p:nvSpPr>
        <p:spPr>
          <a:xfrm>
            <a:off x="514800" y="4560840"/>
            <a:ext cx="396360" cy="478440"/>
          </a:xfrm>
          <a:custGeom>
            <a:avLst/>
            <a:gdLst>
              <a:gd name="textAreaLeft" fmla="*/ 0 w 396360"/>
              <a:gd name="textAreaRight" fmla="*/ 396720 w 396360"/>
              <a:gd name="textAreaTop" fmla="*/ 0 h 478440"/>
              <a:gd name="textAreaBottom" fmla="*/ 478800 h 478440"/>
            </a:gdLst>
            <a:ahLst/>
            <a:cxnLst/>
            <a:rect l="textAreaLeft" t="textAreaTop" r="textAreaRight" b="textAreaBottom"/>
            <a:pathLst>
              <a:path w="622539" h="751297">
                <a:moveTo>
                  <a:pt x="311270" y="751297"/>
                </a:moveTo>
                <a:cubicBezTo>
                  <a:pt x="315645" y="385649"/>
                  <a:pt x="319395" y="381274"/>
                  <a:pt x="622539" y="375649"/>
                </a:cubicBezTo>
                <a:cubicBezTo>
                  <a:pt x="319395" y="370023"/>
                  <a:pt x="315645" y="366273"/>
                  <a:pt x="311270" y="0"/>
                </a:cubicBezTo>
                <a:cubicBezTo>
                  <a:pt x="306894" y="365648"/>
                  <a:pt x="303144" y="370023"/>
                  <a:pt x="0" y="375649"/>
                </a:cubicBezTo>
                <a:cubicBezTo>
                  <a:pt x="303144" y="381274"/>
                  <a:pt x="306894" y="385649"/>
                  <a:pt x="311270" y="751297"/>
                </a:cubicBezTo>
                <a:close/>
              </a:path>
            </a:pathLst>
          </a:custGeom>
          <a:solidFill>
            <a:schemeClr val="dk1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endParaRPr b="0" lang="en-US" sz="1800" strike="noStrike" u="none">
              <a:solidFill>
                <a:srgbClr val="000000"/>
              </a:solidFill>
              <a:effectLst/>
              <a:uFillTx/>
              <a:latin typeface="OpenSymbol"/>
            </a:endParaRPr>
          </a:p>
        </p:txBody>
      </p:sp>
      <p:sp>
        <p:nvSpPr>
          <p:cNvPr id="419" name="Google Shape;615;p30"/>
          <p:cNvSpPr/>
          <p:nvPr/>
        </p:nvSpPr>
        <p:spPr>
          <a:xfrm>
            <a:off x="118080" y="4038480"/>
            <a:ext cx="396360" cy="478440"/>
          </a:xfrm>
          <a:custGeom>
            <a:avLst/>
            <a:gdLst>
              <a:gd name="textAreaLeft" fmla="*/ 0 w 396360"/>
              <a:gd name="textAreaRight" fmla="*/ 396720 w 396360"/>
              <a:gd name="textAreaTop" fmla="*/ 0 h 478440"/>
              <a:gd name="textAreaBottom" fmla="*/ 478800 h 478440"/>
            </a:gdLst>
            <a:ahLst/>
            <a:cxnLst/>
            <a:rect l="textAreaLeft" t="textAreaTop" r="textAreaRight" b="textAreaBottom"/>
            <a:pathLst>
              <a:path w="622539" h="751297">
                <a:moveTo>
                  <a:pt x="311270" y="751297"/>
                </a:moveTo>
                <a:cubicBezTo>
                  <a:pt x="315645" y="385649"/>
                  <a:pt x="319395" y="381274"/>
                  <a:pt x="622539" y="375649"/>
                </a:cubicBezTo>
                <a:cubicBezTo>
                  <a:pt x="319395" y="370023"/>
                  <a:pt x="315645" y="366273"/>
                  <a:pt x="311270" y="0"/>
                </a:cubicBezTo>
                <a:cubicBezTo>
                  <a:pt x="306894" y="365648"/>
                  <a:pt x="303144" y="370023"/>
                  <a:pt x="0" y="375649"/>
                </a:cubicBezTo>
                <a:cubicBezTo>
                  <a:pt x="303144" y="381274"/>
                  <a:pt x="306894" y="385649"/>
                  <a:pt x="311270" y="751297"/>
                </a:cubicBezTo>
                <a:close/>
              </a:path>
            </a:pathLst>
          </a:custGeom>
          <a:solidFill>
            <a:schemeClr val="dk1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endParaRPr b="0" lang="en-US" sz="1800" strike="noStrike" u="none">
              <a:solidFill>
                <a:srgbClr val="000000"/>
              </a:solidFill>
              <a:effectLst/>
              <a:uFillTx/>
              <a:latin typeface="OpenSymbol"/>
            </a:endParaRPr>
          </a:p>
        </p:txBody>
      </p:sp>
    </p:spTree>
  </p:cSld>
</p:sldLayout>
</file>

<file path=ppt/slideLayouts/slideLayout2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CUSTOM_9_1"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50" name="Google Shape;617;p31" descr=""/>
          <p:cNvPicPr/>
          <p:nvPr/>
        </p:nvPicPr>
        <p:blipFill>
          <a:blip r:embed="rId2">
            <a:alphaModFix amt="30000"/>
          </a:blip>
          <a:stretch/>
        </p:blipFill>
        <p:spPr>
          <a:xfrm flipH="1">
            <a:off x="360" y="-3960"/>
            <a:ext cx="9143640" cy="515088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451" name="Google Shape;618;p31"/>
          <p:cNvSpPr/>
          <p:nvPr/>
        </p:nvSpPr>
        <p:spPr>
          <a:xfrm>
            <a:off x="-608760" y="-67680"/>
            <a:ext cx="1716840" cy="1691280"/>
          </a:xfrm>
          <a:custGeom>
            <a:avLst/>
            <a:gdLst>
              <a:gd name="textAreaLeft" fmla="*/ 0 w 1716840"/>
              <a:gd name="textAreaRight" fmla="*/ 1717200 w 1716840"/>
              <a:gd name="textAreaTop" fmla="*/ 0 h 1691280"/>
              <a:gd name="textAreaBottom" fmla="*/ 1691640 h 1691280"/>
            </a:gdLst>
            <a:ahLst/>
            <a:cxnLst/>
            <a:rect l="textAreaLeft" t="textAreaTop" r="textAreaRight" b="textAreaBottom"/>
            <a:pathLst>
              <a:path w="1973873" h="1944496">
                <a:moveTo>
                  <a:pt x="1330709" y="1944497"/>
                </a:moveTo>
                <a:lnTo>
                  <a:pt x="987562" y="1251328"/>
                </a:lnTo>
                <a:lnTo>
                  <a:pt x="644416" y="1944497"/>
                </a:lnTo>
                <a:lnTo>
                  <a:pt x="827552" y="1193200"/>
                </a:lnTo>
                <a:lnTo>
                  <a:pt x="119382" y="1503844"/>
                </a:lnTo>
                <a:lnTo>
                  <a:pt x="741922" y="1045691"/>
                </a:lnTo>
                <a:lnTo>
                  <a:pt x="0" y="828177"/>
                </a:lnTo>
                <a:lnTo>
                  <a:pt x="771298" y="877555"/>
                </a:lnTo>
                <a:lnTo>
                  <a:pt x="342521" y="234390"/>
                </a:lnTo>
                <a:lnTo>
                  <a:pt x="901932" y="768173"/>
                </a:lnTo>
                <a:lnTo>
                  <a:pt x="986937" y="0"/>
                </a:lnTo>
                <a:lnTo>
                  <a:pt x="1071942" y="768173"/>
                </a:lnTo>
                <a:lnTo>
                  <a:pt x="1631353" y="234390"/>
                </a:lnTo>
                <a:lnTo>
                  <a:pt x="1202576" y="877555"/>
                </a:lnTo>
                <a:lnTo>
                  <a:pt x="1973874" y="828177"/>
                </a:lnTo>
                <a:lnTo>
                  <a:pt x="1231953" y="1045691"/>
                </a:lnTo>
                <a:lnTo>
                  <a:pt x="1854491" y="1503844"/>
                </a:lnTo>
                <a:lnTo>
                  <a:pt x="1146322" y="1193200"/>
                </a:lnTo>
                <a:lnTo>
                  <a:pt x="1330709" y="1944497"/>
                </a:lnTo>
                <a:close/>
                <a:moveTo>
                  <a:pt x="987562" y="1234453"/>
                </a:moveTo>
                <a:lnTo>
                  <a:pt x="1306957" y="1879493"/>
                </a:lnTo>
                <a:lnTo>
                  <a:pt x="1136946" y="1180074"/>
                </a:lnTo>
                <a:lnTo>
                  <a:pt x="1795738" y="1468842"/>
                </a:lnTo>
                <a:lnTo>
                  <a:pt x="1216327" y="1042565"/>
                </a:lnTo>
                <a:lnTo>
                  <a:pt x="1223827" y="1040690"/>
                </a:lnTo>
                <a:lnTo>
                  <a:pt x="1906995" y="840678"/>
                </a:lnTo>
                <a:lnTo>
                  <a:pt x="1188825" y="886931"/>
                </a:lnTo>
                <a:lnTo>
                  <a:pt x="1587600" y="288143"/>
                </a:lnTo>
                <a:lnTo>
                  <a:pt x="1066942" y="785049"/>
                </a:lnTo>
                <a:lnTo>
                  <a:pt x="987562" y="69379"/>
                </a:lnTo>
                <a:lnTo>
                  <a:pt x="908182" y="784424"/>
                </a:lnTo>
                <a:lnTo>
                  <a:pt x="387524" y="287518"/>
                </a:lnTo>
                <a:lnTo>
                  <a:pt x="786299" y="886306"/>
                </a:lnTo>
                <a:lnTo>
                  <a:pt x="778799" y="885680"/>
                </a:lnTo>
                <a:lnTo>
                  <a:pt x="68754" y="840053"/>
                </a:lnTo>
                <a:lnTo>
                  <a:pt x="758798" y="1042565"/>
                </a:lnTo>
                <a:lnTo>
                  <a:pt x="752547" y="1046941"/>
                </a:lnTo>
                <a:lnTo>
                  <a:pt x="179386" y="1468842"/>
                </a:lnTo>
                <a:lnTo>
                  <a:pt x="838178" y="1180074"/>
                </a:lnTo>
                <a:lnTo>
                  <a:pt x="668167" y="1879493"/>
                </a:lnTo>
                <a:lnTo>
                  <a:pt x="987562" y="1234453"/>
                </a:lnTo>
                <a:close/>
              </a:path>
            </a:pathLst>
          </a:custGeom>
          <a:solidFill>
            <a:schemeClr val="accent2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endParaRPr b="0" lang="en-US" sz="1800" strike="noStrike" u="none">
              <a:solidFill>
                <a:srgbClr val="000000"/>
              </a:solidFill>
              <a:effectLst/>
              <a:uFillTx/>
              <a:latin typeface="OpenSymbol"/>
            </a:endParaRPr>
          </a:p>
        </p:txBody>
      </p:sp>
      <p:sp>
        <p:nvSpPr>
          <p:cNvPr id="452" name="Google Shape;619;p31"/>
          <p:cNvSpPr/>
          <p:nvPr/>
        </p:nvSpPr>
        <p:spPr>
          <a:xfrm>
            <a:off x="8082720" y="2460240"/>
            <a:ext cx="1716840" cy="1691280"/>
          </a:xfrm>
          <a:custGeom>
            <a:avLst/>
            <a:gdLst>
              <a:gd name="textAreaLeft" fmla="*/ 0 w 1716840"/>
              <a:gd name="textAreaRight" fmla="*/ 1717200 w 1716840"/>
              <a:gd name="textAreaTop" fmla="*/ 0 h 1691280"/>
              <a:gd name="textAreaBottom" fmla="*/ 1691640 h 1691280"/>
            </a:gdLst>
            <a:ahLst/>
            <a:cxnLst/>
            <a:rect l="textAreaLeft" t="textAreaTop" r="textAreaRight" b="textAreaBottom"/>
            <a:pathLst>
              <a:path w="1973873" h="1944496">
                <a:moveTo>
                  <a:pt x="1330709" y="1944497"/>
                </a:moveTo>
                <a:lnTo>
                  <a:pt x="987562" y="1251328"/>
                </a:lnTo>
                <a:lnTo>
                  <a:pt x="644416" y="1944497"/>
                </a:lnTo>
                <a:lnTo>
                  <a:pt x="827552" y="1193200"/>
                </a:lnTo>
                <a:lnTo>
                  <a:pt x="119382" y="1503844"/>
                </a:lnTo>
                <a:lnTo>
                  <a:pt x="741922" y="1045691"/>
                </a:lnTo>
                <a:lnTo>
                  <a:pt x="0" y="828177"/>
                </a:lnTo>
                <a:lnTo>
                  <a:pt x="771298" y="877555"/>
                </a:lnTo>
                <a:lnTo>
                  <a:pt x="342521" y="234390"/>
                </a:lnTo>
                <a:lnTo>
                  <a:pt x="901932" y="768173"/>
                </a:lnTo>
                <a:lnTo>
                  <a:pt x="986937" y="0"/>
                </a:lnTo>
                <a:lnTo>
                  <a:pt x="1071942" y="768173"/>
                </a:lnTo>
                <a:lnTo>
                  <a:pt x="1631353" y="234390"/>
                </a:lnTo>
                <a:lnTo>
                  <a:pt x="1202576" y="877555"/>
                </a:lnTo>
                <a:lnTo>
                  <a:pt x="1973874" y="828177"/>
                </a:lnTo>
                <a:lnTo>
                  <a:pt x="1231953" y="1045691"/>
                </a:lnTo>
                <a:lnTo>
                  <a:pt x="1854491" y="1503844"/>
                </a:lnTo>
                <a:lnTo>
                  <a:pt x="1146322" y="1193200"/>
                </a:lnTo>
                <a:lnTo>
                  <a:pt x="1330709" y="1944497"/>
                </a:lnTo>
                <a:close/>
                <a:moveTo>
                  <a:pt x="987562" y="1234453"/>
                </a:moveTo>
                <a:lnTo>
                  <a:pt x="1306957" y="1879493"/>
                </a:lnTo>
                <a:lnTo>
                  <a:pt x="1136946" y="1180074"/>
                </a:lnTo>
                <a:lnTo>
                  <a:pt x="1795738" y="1468842"/>
                </a:lnTo>
                <a:lnTo>
                  <a:pt x="1216327" y="1042565"/>
                </a:lnTo>
                <a:lnTo>
                  <a:pt x="1223827" y="1040690"/>
                </a:lnTo>
                <a:lnTo>
                  <a:pt x="1906995" y="840678"/>
                </a:lnTo>
                <a:lnTo>
                  <a:pt x="1188825" y="886931"/>
                </a:lnTo>
                <a:lnTo>
                  <a:pt x="1587600" y="288143"/>
                </a:lnTo>
                <a:lnTo>
                  <a:pt x="1066942" y="785049"/>
                </a:lnTo>
                <a:lnTo>
                  <a:pt x="987562" y="69379"/>
                </a:lnTo>
                <a:lnTo>
                  <a:pt x="908182" y="784424"/>
                </a:lnTo>
                <a:lnTo>
                  <a:pt x="387524" y="287518"/>
                </a:lnTo>
                <a:lnTo>
                  <a:pt x="786299" y="886306"/>
                </a:lnTo>
                <a:lnTo>
                  <a:pt x="778799" y="885680"/>
                </a:lnTo>
                <a:lnTo>
                  <a:pt x="68754" y="840053"/>
                </a:lnTo>
                <a:lnTo>
                  <a:pt x="758798" y="1042565"/>
                </a:lnTo>
                <a:lnTo>
                  <a:pt x="752547" y="1046941"/>
                </a:lnTo>
                <a:lnTo>
                  <a:pt x="179386" y="1468842"/>
                </a:lnTo>
                <a:lnTo>
                  <a:pt x="838178" y="1180074"/>
                </a:lnTo>
                <a:lnTo>
                  <a:pt x="668167" y="1879493"/>
                </a:lnTo>
                <a:lnTo>
                  <a:pt x="987562" y="1234453"/>
                </a:lnTo>
                <a:close/>
              </a:path>
            </a:pathLst>
          </a:custGeom>
          <a:solidFill>
            <a:schemeClr val="accent2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endParaRPr b="0" lang="en-US" sz="1800" strike="noStrike" u="none">
              <a:solidFill>
                <a:srgbClr val="000000"/>
              </a:solidFill>
              <a:effectLst/>
              <a:uFillTx/>
              <a:latin typeface="OpenSymbol"/>
            </a:endParaRPr>
          </a:p>
        </p:txBody>
      </p:sp>
      <p:sp>
        <p:nvSpPr>
          <p:cNvPr id="453" name="Google Shape;620;p31"/>
          <p:cNvSpPr/>
          <p:nvPr/>
        </p:nvSpPr>
        <p:spPr>
          <a:xfrm>
            <a:off x="6897240" y="4097880"/>
            <a:ext cx="1716840" cy="1691280"/>
          </a:xfrm>
          <a:custGeom>
            <a:avLst/>
            <a:gdLst>
              <a:gd name="textAreaLeft" fmla="*/ 0 w 1716840"/>
              <a:gd name="textAreaRight" fmla="*/ 1717200 w 1716840"/>
              <a:gd name="textAreaTop" fmla="*/ 0 h 1691280"/>
              <a:gd name="textAreaBottom" fmla="*/ 1691640 h 1691280"/>
            </a:gdLst>
            <a:ahLst/>
            <a:cxnLst/>
            <a:rect l="textAreaLeft" t="textAreaTop" r="textAreaRight" b="textAreaBottom"/>
            <a:pathLst>
              <a:path w="1973873" h="1944496">
                <a:moveTo>
                  <a:pt x="1330709" y="1944497"/>
                </a:moveTo>
                <a:lnTo>
                  <a:pt x="987562" y="1251328"/>
                </a:lnTo>
                <a:lnTo>
                  <a:pt x="644416" y="1944497"/>
                </a:lnTo>
                <a:lnTo>
                  <a:pt x="827552" y="1193200"/>
                </a:lnTo>
                <a:lnTo>
                  <a:pt x="119382" y="1503844"/>
                </a:lnTo>
                <a:lnTo>
                  <a:pt x="741922" y="1045691"/>
                </a:lnTo>
                <a:lnTo>
                  <a:pt x="0" y="828177"/>
                </a:lnTo>
                <a:lnTo>
                  <a:pt x="771298" y="877555"/>
                </a:lnTo>
                <a:lnTo>
                  <a:pt x="342521" y="234390"/>
                </a:lnTo>
                <a:lnTo>
                  <a:pt x="901932" y="768173"/>
                </a:lnTo>
                <a:lnTo>
                  <a:pt x="986937" y="0"/>
                </a:lnTo>
                <a:lnTo>
                  <a:pt x="1071942" y="768173"/>
                </a:lnTo>
                <a:lnTo>
                  <a:pt x="1631353" y="234390"/>
                </a:lnTo>
                <a:lnTo>
                  <a:pt x="1202576" y="877555"/>
                </a:lnTo>
                <a:lnTo>
                  <a:pt x="1973874" y="828177"/>
                </a:lnTo>
                <a:lnTo>
                  <a:pt x="1231953" y="1045691"/>
                </a:lnTo>
                <a:lnTo>
                  <a:pt x="1854491" y="1503844"/>
                </a:lnTo>
                <a:lnTo>
                  <a:pt x="1146322" y="1193200"/>
                </a:lnTo>
                <a:lnTo>
                  <a:pt x="1330709" y="1944497"/>
                </a:lnTo>
                <a:close/>
                <a:moveTo>
                  <a:pt x="987562" y="1234453"/>
                </a:moveTo>
                <a:lnTo>
                  <a:pt x="1306957" y="1879493"/>
                </a:lnTo>
                <a:lnTo>
                  <a:pt x="1136946" y="1180074"/>
                </a:lnTo>
                <a:lnTo>
                  <a:pt x="1795738" y="1468842"/>
                </a:lnTo>
                <a:lnTo>
                  <a:pt x="1216327" y="1042565"/>
                </a:lnTo>
                <a:lnTo>
                  <a:pt x="1223827" y="1040690"/>
                </a:lnTo>
                <a:lnTo>
                  <a:pt x="1906995" y="840678"/>
                </a:lnTo>
                <a:lnTo>
                  <a:pt x="1188825" y="886931"/>
                </a:lnTo>
                <a:lnTo>
                  <a:pt x="1587600" y="288143"/>
                </a:lnTo>
                <a:lnTo>
                  <a:pt x="1066942" y="785049"/>
                </a:lnTo>
                <a:lnTo>
                  <a:pt x="987562" y="69379"/>
                </a:lnTo>
                <a:lnTo>
                  <a:pt x="908182" y="784424"/>
                </a:lnTo>
                <a:lnTo>
                  <a:pt x="387524" y="287518"/>
                </a:lnTo>
                <a:lnTo>
                  <a:pt x="786299" y="886306"/>
                </a:lnTo>
                <a:lnTo>
                  <a:pt x="778799" y="885680"/>
                </a:lnTo>
                <a:lnTo>
                  <a:pt x="68754" y="840053"/>
                </a:lnTo>
                <a:lnTo>
                  <a:pt x="758798" y="1042565"/>
                </a:lnTo>
                <a:lnTo>
                  <a:pt x="752547" y="1046941"/>
                </a:lnTo>
                <a:lnTo>
                  <a:pt x="179386" y="1468842"/>
                </a:lnTo>
                <a:lnTo>
                  <a:pt x="838178" y="1180074"/>
                </a:lnTo>
                <a:lnTo>
                  <a:pt x="668167" y="1879493"/>
                </a:lnTo>
                <a:lnTo>
                  <a:pt x="987562" y="1234453"/>
                </a:lnTo>
                <a:close/>
              </a:path>
            </a:pathLst>
          </a:custGeom>
          <a:solidFill>
            <a:schemeClr val="dk1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endParaRPr b="0" lang="en-US" sz="1800" strike="noStrike" u="none">
              <a:solidFill>
                <a:srgbClr val="000000"/>
              </a:solidFill>
              <a:effectLst/>
              <a:uFillTx/>
              <a:latin typeface="OpenSymbol"/>
            </a:endParaRPr>
          </a:p>
        </p:txBody>
      </p:sp>
    </p:spTree>
  </p:cSld>
</p:sldLayout>
</file>

<file path=ppt/slideLayouts/slideLayout2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_ONLY"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84" name="Google Shape;134;p6" descr=""/>
          <p:cNvPicPr/>
          <p:nvPr/>
        </p:nvPicPr>
        <p:blipFill>
          <a:blip r:embed="rId2">
            <a:alphaModFix amt="30000"/>
          </a:blip>
          <a:stretch/>
        </p:blipFill>
        <p:spPr>
          <a:xfrm rot="10800000">
            <a:off x="360" y="-3600"/>
            <a:ext cx="9143640" cy="515088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485" name="PlaceHolder 1"/>
          <p:cNvSpPr>
            <a:spLocks noGrp="1"/>
          </p:cNvSpPr>
          <p:nvPr>
            <p:ph type="title"/>
          </p:nvPr>
        </p:nvSpPr>
        <p:spPr>
          <a:xfrm>
            <a:off x="720000" y="444960"/>
            <a:ext cx="7703640" cy="5724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t">
            <a:noAutofit/>
          </a:bodyPr>
          <a:p>
            <a:pPr indent="0">
              <a:buNone/>
            </a:pPr>
            <a:r>
              <a:rPr b="0" lang="fr-FR" sz="3500" strike="noStrike" u="none">
                <a:solidFill>
                  <a:schemeClr val="dk1"/>
                </a:solidFill>
                <a:effectLst/>
                <a:uFillTx/>
                <a:latin typeface="Arial"/>
              </a:rPr>
              <a:t>Click to edit the title text format</a:t>
            </a:r>
            <a:endParaRPr b="0" lang="fr-FR" sz="3500" strike="noStrike" u="non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grpSp>
        <p:nvGrpSpPr>
          <p:cNvPr id="486" name="Google Shape;136;p6"/>
          <p:cNvGrpSpPr/>
          <p:nvPr/>
        </p:nvGrpSpPr>
        <p:grpSpPr>
          <a:xfrm>
            <a:off x="7960680" y="-372240"/>
            <a:ext cx="1757520" cy="1757520"/>
            <a:chOff x="7960680" y="-372240"/>
            <a:chExt cx="1757520" cy="1757520"/>
          </a:xfrm>
        </p:grpSpPr>
        <p:sp>
          <p:nvSpPr>
            <p:cNvPr id="487" name="Google Shape;137;p6"/>
            <p:cNvSpPr/>
            <p:nvPr/>
          </p:nvSpPr>
          <p:spPr>
            <a:xfrm rot="1588200">
              <a:off x="7967880" y="240120"/>
              <a:ext cx="842760" cy="84600"/>
            </a:xfrm>
            <a:custGeom>
              <a:avLst/>
              <a:gdLst>
                <a:gd name="textAreaLeft" fmla="*/ 0 w 842760"/>
                <a:gd name="textAreaRight" fmla="*/ 843120 w 842760"/>
                <a:gd name="textAreaTop" fmla="*/ 0 h 84600"/>
                <a:gd name="textAreaBottom" fmla="*/ 84960 h 84600"/>
              </a:gdLst>
              <a:ahLst/>
              <a:cxnLst/>
              <a:rect l="textAreaLeft" t="textAreaTop" r="textAreaRight" b="textAreaBottom"/>
              <a:pathLst>
                <a:path w="1575723" h="158763">
                  <a:moveTo>
                    <a:pt x="1099444" y="158764"/>
                  </a:moveTo>
                  <a:cubicBezTo>
                    <a:pt x="888806" y="158764"/>
                    <a:pt x="617539" y="138137"/>
                    <a:pt x="266891" y="111886"/>
                  </a:cubicBezTo>
                  <a:cubicBezTo>
                    <a:pt x="186262" y="105635"/>
                    <a:pt x="101881" y="99385"/>
                    <a:pt x="12501" y="93135"/>
                  </a:cubicBezTo>
                  <a:cubicBezTo>
                    <a:pt x="5000" y="92510"/>
                    <a:pt x="0" y="86884"/>
                    <a:pt x="0" y="79384"/>
                  </a:cubicBezTo>
                  <a:cubicBezTo>
                    <a:pt x="0" y="71883"/>
                    <a:pt x="5000" y="66258"/>
                    <a:pt x="12501" y="65633"/>
                  </a:cubicBezTo>
                  <a:cubicBezTo>
                    <a:pt x="101256" y="59382"/>
                    <a:pt x="186262" y="52507"/>
                    <a:pt x="266891" y="46882"/>
                  </a:cubicBezTo>
                  <a:cubicBezTo>
                    <a:pt x="961936" y="-5622"/>
                    <a:pt x="1344459" y="-34374"/>
                    <a:pt x="1562598" y="73133"/>
                  </a:cubicBezTo>
                  <a:lnTo>
                    <a:pt x="1575724" y="79384"/>
                  </a:lnTo>
                  <a:lnTo>
                    <a:pt x="1562598" y="85634"/>
                  </a:lnTo>
                  <a:cubicBezTo>
                    <a:pt x="1454466" y="138762"/>
                    <a:pt x="1306332" y="158764"/>
                    <a:pt x="1099444" y="158764"/>
                  </a:cubicBezTo>
                  <a:close/>
                  <a:moveTo>
                    <a:pt x="23751" y="79384"/>
                  </a:moveTo>
                  <a:cubicBezTo>
                    <a:pt x="108757" y="85634"/>
                    <a:pt x="190012" y="91884"/>
                    <a:pt x="268142" y="97510"/>
                  </a:cubicBezTo>
                  <a:cubicBezTo>
                    <a:pt x="946310" y="148763"/>
                    <a:pt x="1326333" y="177515"/>
                    <a:pt x="1543222" y="79384"/>
                  </a:cubicBezTo>
                  <a:cubicBezTo>
                    <a:pt x="1326333" y="-18748"/>
                    <a:pt x="946935" y="10004"/>
                    <a:pt x="268767" y="61258"/>
                  </a:cubicBezTo>
                  <a:cubicBezTo>
                    <a:pt x="190637" y="66883"/>
                    <a:pt x="109382" y="73133"/>
                    <a:pt x="23751" y="79384"/>
                  </a:cubicBezTo>
                  <a:close/>
                </a:path>
              </a:pathLst>
            </a:custGeom>
            <a:solidFill>
              <a:schemeClr val="accent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42480" bIns="4248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488" name="Google Shape;138;p6"/>
            <p:cNvSpPr/>
            <p:nvPr/>
          </p:nvSpPr>
          <p:spPr>
            <a:xfrm rot="1588200">
              <a:off x="9020520" y="-364680"/>
              <a:ext cx="84600" cy="842760"/>
            </a:xfrm>
            <a:custGeom>
              <a:avLst/>
              <a:gdLst>
                <a:gd name="textAreaLeft" fmla="*/ 0 w 84600"/>
                <a:gd name="textAreaRight" fmla="*/ 84960 w 84600"/>
                <a:gd name="textAreaTop" fmla="*/ 0 h 842760"/>
                <a:gd name="textAreaBottom" fmla="*/ 843120 h 842760"/>
              </a:gdLst>
              <a:ahLst/>
              <a:cxnLst/>
              <a:rect l="textAreaLeft" t="textAreaTop" r="textAreaRight" b="textAreaBottom"/>
              <a:pathLst>
                <a:path w="158767" h="1575723">
                  <a:moveTo>
                    <a:pt x="79383" y="1575724"/>
                  </a:moveTo>
                  <a:lnTo>
                    <a:pt x="73133" y="1562598"/>
                  </a:lnTo>
                  <a:cubicBezTo>
                    <a:pt x="-34373" y="1344459"/>
                    <a:pt x="-5622" y="961935"/>
                    <a:pt x="46882" y="266892"/>
                  </a:cubicBezTo>
                  <a:cubicBezTo>
                    <a:pt x="53132" y="186262"/>
                    <a:pt x="59382" y="101256"/>
                    <a:pt x="65633" y="12501"/>
                  </a:cubicBezTo>
                  <a:lnTo>
                    <a:pt x="65633" y="12501"/>
                  </a:lnTo>
                  <a:cubicBezTo>
                    <a:pt x="66258" y="5000"/>
                    <a:pt x="71883" y="0"/>
                    <a:pt x="79383" y="0"/>
                  </a:cubicBezTo>
                  <a:cubicBezTo>
                    <a:pt x="79383" y="0"/>
                    <a:pt x="79383" y="0"/>
                    <a:pt x="79383" y="0"/>
                  </a:cubicBezTo>
                  <a:cubicBezTo>
                    <a:pt x="86884" y="0"/>
                    <a:pt x="92509" y="5000"/>
                    <a:pt x="93135" y="12501"/>
                  </a:cubicBezTo>
                  <a:cubicBezTo>
                    <a:pt x="99385" y="101881"/>
                    <a:pt x="106260" y="186262"/>
                    <a:pt x="111886" y="266892"/>
                  </a:cubicBezTo>
                  <a:cubicBezTo>
                    <a:pt x="164389" y="961935"/>
                    <a:pt x="193141" y="1344459"/>
                    <a:pt x="85634" y="1561973"/>
                  </a:cubicBezTo>
                  <a:lnTo>
                    <a:pt x="79383" y="1575724"/>
                  </a:lnTo>
                  <a:close/>
                  <a:moveTo>
                    <a:pt x="79383" y="24377"/>
                  </a:moveTo>
                  <a:cubicBezTo>
                    <a:pt x="73133" y="110007"/>
                    <a:pt x="66883" y="191262"/>
                    <a:pt x="61257" y="268767"/>
                  </a:cubicBezTo>
                  <a:cubicBezTo>
                    <a:pt x="10004" y="946934"/>
                    <a:pt x="-18747" y="1326333"/>
                    <a:pt x="79383" y="1543222"/>
                  </a:cubicBezTo>
                  <a:cubicBezTo>
                    <a:pt x="177515" y="1326333"/>
                    <a:pt x="148763" y="946934"/>
                    <a:pt x="97510" y="268767"/>
                  </a:cubicBezTo>
                  <a:cubicBezTo>
                    <a:pt x="91884" y="191262"/>
                    <a:pt x="85634" y="109382"/>
                    <a:pt x="79383" y="24377"/>
                  </a:cubicBezTo>
                  <a:close/>
                </a:path>
              </a:pathLst>
            </a:custGeom>
            <a:solidFill>
              <a:schemeClr val="accent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489" name="Google Shape;139;p6"/>
            <p:cNvSpPr/>
            <p:nvPr/>
          </p:nvSpPr>
          <p:spPr>
            <a:xfrm rot="1588200">
              <a:off x="8572680" y="534240"/>
              <a:ext cx="84600" cy="842760"/>
            </a:xfrm>
            <a:custGeom>
              <a:avLst/>
              <a:gdLst>
                <a:gd name="textAreaLeft" fmla="*/ 0 w 84600"/>
                <a:gd name="textAreaRight" fmla="*/ 84960 w 84600"/>
                <a:gd name="textAreaTop" fmla="*/ 0 h 842760"/>
                <a:gd name="textAreaBottom" fmla="*/ 843120 h 842760"/>
              </a:gdLst>
              <a:ahLst/>
              <a:cxnLst/>
              <a:rect l="textAreaLeft" t="textAreaTop" r="textAreaRight" b="textAreaBottom"/>
              <a:pathLst>
                <a:path w="158767" h="1575724">
                  <a:moveTo>
                    <a:pt x="79383" y="1575724"/>
                  </a:moveTo>
                  <a:cubicBezTo>
                    <a:pt x="71883" y="1575724"/>
                    <a:pt x="66258" y="1570724"/>
                    <a:pt x="65633" y="1563223"/>
                  </a:cubicBezTo>
                  <a:cubicBezTo>
                    <a:pt x="59382" y="1474468"/>
                    <a:pt x="52507" y="1389462"/>
                    <a:pt x="46882" y="1308832"/>
                  </a:cubicBezTo>
                  <a:cubicBezTo>
                    <a:pt x="-5622" y="613788"/>
                    <a:pt x="-34373" y="231265"/>
                    <a:pt x="73133" y="13126"/>
                  </a:cubicBezTo>
                  <a:lnTo>
                    <a:pt x="79383" y="0"/>
                  </a:lnTo>
                  <a:lnTo>
                    <a:pt x="85634" y="13126"/>
                  </a:lnTo>
                  <a:cubicBezTo>
                    <a:pt x="193141" y="231265"/>
                    <a:pt x="164389" y="613788"/>
                    <a:pt x="111886" y="1308207"/>
                  </a:cubicBezTo>
                  <a:cubicBezTo>
                    <a:pt x="105636" y="1388837"/>
                    <a:pt x="99385" y="1473843"/>
                    <a:pt x="93135" y="1563223"/>
                  </a:cubicBezTo>
                  <a:cubicBezTo>
                    <a:pt x="92509" y="1570724"/>
                    <a:pt x="86884" y="1575724"/>
                    <a:pt x="79383" y="1575724"/>
                  </a:cubicBezTo>
                  <a:cubicBezTo>
                    <a:pt x="79383" y="1575724"/>
                    <a:pt x="79383" y="1575724"/>
                    <a:pt x="79383" y="1575724"/>
                  </a:cubicBezTo>
                  <a:close/>
                  <a:moveTo>
                    <a:pt x="79383" y="33127"/>
                  </a:moveTo>
                  <a:cubicBezTo>
                    <a:pt x="-18747" y="250016"/>
                    <a:pt x="10004" y="630040"/>
                    <a:pt x="61257" y="1307582"/>
                  </a:cubicBezTo>
                  <a:cubicBezTo>
                    <a:pt x="66883" y="1385087"/>
                    <a:pt x="73133" y="1466342"/>
                    <a:pt x="79383" y="1551973"/>
                  </a:cubicBezTo>
                  <a:cubicBezTo>
                    <a:pt x="85634" y="1466342"/>
                    <a:pt x="91884" y="1385087"/>
                    <a:pt x="97510" y="1307582"/>
                  </a:cubicBezTo>
                  <a:cubicBezTo>
                    <a:pt x="148763" y="629414"/>
                    <a:pt x="177515" y="250016"/>
                    <a:pt x="79383" y="33127"/>
                  </a:cubicBezTo>
                  <a:close/>
                </a:path>
              </a:pathLst>
            </a:custGeom>
            <a:solidFill>
              <a:schemeClr val="accent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490" name="Google Shape;140;p6"/>
            <p:cNvSpPr/>
            <p:nvPr/>
          </p:nvSpPr>
          <p:spPr>
            <a:xfrm rot="1588200">
              <a:off x="8867520" y="687960"/>
              <a:ext cx="842760" cy="84600"/>
            </a:xfrm>
            <a:custGeom>
              <a:avLst/>
              <a:gdLst>
                <a:gd name="textAreaLeft" fmla="*/ 0 w 842760"/>
                <a:gd name="textAreaRight" fmla="*/ 843120 w 842760"/>
                <a:gd name="textAreaTop" fmla="*/ 0 h 84600"/>
                <a:gd name="textAreaBottom" fmla="*/ 84960 h 84600"/>
              </a:gdLst>
              <a:ahLst/>
              <a:cxnLst/>
              <a:rect l="textAreaLeft" t="textAreaTop" r="textAreaRight" b="textAreaBottom"/>
              <a:pathLst>
                <a:path w="1575723" h="158763">
                  <a:moveTo>
                    <a:pt x="476280" y="158764"/>
                  </a:moveTo>
                  <a:cubicBezTo>
                    <a:pt x="269392" y="158764"/>
                    <a:pt x="120632" y="138762"/>
                    <a:pt x="13126" y="85634"/>
                  </a:cubicBezTo>
                  <a:lnTo>
                    <a:pt x="0" y="79384"/>
                  </a:lnTo>
                  <a:lnTo>
                    <a:pt x="13126" y="73133"/>
                  </a:lnTo>
                  <a:cubicBezTo>
                    <a:pt x="231265" y="-34374"/>
                    <a:pt x="613788" y="-5622"/>
                    <a:pt x="1308832" y="46882"/>
                  </a:cubicBezTo>
                  <a:cubicBezTo>
                    <a:pt x="1389462" y="53132"/>
                    <a:pt x="1474467" y="59382"/>
                    <a:pt x="1563223" y="65633"/>
                  </a:cubicBezTo>
                  <a:cubicBezTo>
                    <a:pt x="1570723" y="66258"/>
                    <a:pt x="1575724" y="71883"/>
                    <a:pt x="1575724" y="79384"/>
                  </a:cubicBezTo>
                  <a:cubicBezTo>
                    <a:pt x="1575724" y="86884"/>
                    <a:pt x="1570723" y="92510"/>
                    <a:pt x="1563223" y="93135"/>
                  </a:cubicBezTo>
                  <a:cubicBezTo>
                    <a:pt x="1474467" y="99385"/>
                    <a:pt x="1389462" y="106260"/>
                    <a:pt x="1308832" y="111886"/>
                  </a:cubicBezTo>
                  <a:cubicBezTo>
                    <a:pt x="958185" y="138137"/>
                    <a:pt x="686918" y="158764"/>
                    <a:pt x="476280" y="158764"/>
                  </a:cubicBezTo>
                  <a:close/>
                  <a:moveTo>
                    <a:pt x="33127" y="79384"/>
                  </a:moveTo>
                  <a:cubicBezTo>
                    <a:pt x="250016" y="177515"/>
                    <a:pt x="630039" y="148763"/>
                    <a:pt x="1308207" y="97510"/>
                  </a:cubicBezTo>
                  <a:cubicBezTo>
                    <a:pt x="1385712" y="91884"/>
                    <a:pt x="1466967" y="85634"/>
                    <a:pt x="1552597" y="79384"/>
                  </a:cubicBezTo>
                  <a:cubicBezTo>
                    <a:pt x="1466967" y="73133"/>
                    <a:pt x="1385712" y="66883"/>
                    <a:pt x="1308207" y="61258"/>
                  </a:cubicBezTo>
                  <a:cubicBezTo>
                    <a:pt x="629414" y="10004"/>
                    <a:pt x="249390" y="-18748"/>
                    <a:pt x="33127" y="79384"/>
                  </a:cubicBezTo>
                  <a:close/>
                </a:path>
              </a:pathLst>
            </a:custGeom>
            <a:solidFill>
              <a:schemeClr val="accent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42480" bIns="4248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491" name="Google Shape;141;p6"/>
            <p:cNvSpPr/>
            <p:nvPr/>
          </p:nvSpPr>
          <p:spPr>
            <a:xfrm rot="1588200">
              <a:off x="8062200" y="367920"/>
              <a:ext cx="597960" cy="597600"/>
            </a:xfrm>
            <a:custGeom>
              <a:avLst/>
              <a:gdLst>
                <a:gd name="textAreaLeft" fmla="*/ 0 w 597960"/>
                <a:gd name="textAreaRight" fmla="*/ 598320 w 597960"/>
                <a:gd name="textAreaTop" fmla="*/ 0 h 597600"/>
                <a:gd name="textAreaBottom" fmla="*/ 597960 h 597600"/>
              </a:gdLst>
              <a:ahLst/>
              <a:cxnLst/>
              <a:rect l="textAreaLeft" t="textAreaTop" r="textAreaRight" b="textAreaBottom"/>
              <a:pathLst>
                <a:path w="1117897" h="1117570">
                  <a:moveTo>
                    <a:pt x="13453" y="1117570"/>
                  </a:moveTo>
                  <a:cubicBezTo>
                    <a:pt x="10328" y="1117570"/>
                    <a:pt x="6578" y="1116320"/>
                    <a:pt x="4077" y="1113195"/>
                  </a:cubicBezTo>
                  <a:cubicBezTo>
                    <a:pt x="-923" y="1108195"/>
                    <a:pt x="-1548" y="1100069"/>
                    <a:pt x="3452" y="1095069"/>
                  </a:cubicBezTo>
                  <a:cubicBezTo>
                    <a:pt x="61581" y="1027565"/>
                    <a:pt x="117210" y="963185"/>
                    <a:pt x="169713" y="901932"/>
                  </a:cubicBezTo>
                  <a:cubicBezTo>
                    <a:pt x="624116" y="373773"/>
                    <a:pt x="874132" y="82505"/>
                    <a:pt x="1104147" y="4375"/>
                  </a:cubicBezTo>
                  <a:lnTo>
                    <a:pt x="1117897" y="0"/>
                  </a:lnTo>
                  <a:lnTo>
                    <a:pt x="1113522" y="13751"/>
                  </a:lnTo>
                  <a:cubicBezTo>
                    <a:pt x="1035392" y="243765"/>
                    <a:pt x="744124" y="493781"/>
                    <a:pt x="215966" y="948184"/>
                  </a:cubicBezTo>
                  <a:cubicBezTo>
                    <a:pt x="154712" y="1000688"/>
                    <a:pt x="90333" y="1056316"/>
                    <a:pt x="22204" y="1115070"/>
                  </a:cubicBezTo>
                  <a:lnTo>
                    <a:pt x="22204" y="1115070"/>
                  </a:lnTo>
                  <a:cubicBezTo>
                    <a:pt x="19703" y="1116320"/>
                    <a:pt x="16578" y="1117570"/>
                    <a:pt x="13453" y="1117570"/>
                  </a:cubicBezTo>
                  <a:close/>
                  <a:moveTo>
                    <a:pt x="1094771" y="22501"/>
                  </a:moveTo>
                  <a:cubicBezTo>
                    <a:pt x="872257" y="106257"/>
                    <a:pt x="624116" y="395025"/>
                    <a:pt x="180963" y="910682"/>
                  </a:cubicBezTo>
                  <a:cubicBezTo>
                    <a:pt x="130335" y="970061"/>
                    <a:pt x="77207" y="1031940"/>
                    <a:pt x="20953" y="1096319"/>
                  </a:cubicBezTo>
                  <a:cubicBezTo>
                    <a:pt x="85958" y="1040065"/>
                    <a:pt x="147836" y="986937"/>
                    <a:pt x="206590" y="936309"/>
                  </a:cubicBezTo>
                  <a:cubicBezTo>
                    <a:pt x="722247" y="493156"/>
                    <a:pt x="1011016" y="245015"/>
                    <a:pt x="1094771" y="22501"/>
                  </a:cubicBezTo>
                  <a:close/>
                </a:path>
              </a:pathLst>
            </a:custGeom>
            <a:solidFill>
              <a:schemeClr val="accent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492" name="Google Shape;142;p6"/>
            <p:cNvSpPr/>
            <p:nvPr/>
          </p:nvSpPr>
          <p:spPr>
            <a:xfrm rot="1588200">
              <a:off x="8700120" y="685800"/>
              <a:ext cx="597960" cy="597600"/>
            </a:xfrm>
            <a:custGeom>
              <a:avLst/>
              <a:gdLst>
                <a:gd name="textAreaLeft" fmla="*/ 0 w 597960"/>
                <a:gd name="textAreaRight" fmla="*/ 598320 w 597960"/>
                <a:gd name="textAreaTop" fmla="*/ 0 h 597600"/>
                <a:gd name="textAreaBottom" fmla="*/ 597960 h 597600"/>
              </a:gdLst>
              <a:ahLst/>
              <a:cxnLst/>
              <a:rect l="textAreaLeft" t="textAreaTop" r="textAreaRight" b="textAreaBottom"/>
              <a:pathLst>
                <a:path w="1117897" h="1117570">
                  <a:moveTo>
                    <a:pt x="1103819" y="1117570"/>
                  </a:moveTo>
                  <a:cubicBezTo>
                    <a:pt x="1100694" y="1117570"/>
                    <a:pt x="1097569" y="1116320"/>
                    <a:pt x="1095069" y="1114445"/>
                  </a:cubicBezTo>
                  <a:cubicBezTo>
                    <a:pt x="1027564" y="1056316"/>
                    <a:pt x="963185" y="1000688"/>
                    <a:pt x="901931" y="948184"/>
                  </a:cubicBezTo>
                  <a:cubicBezTo>
                    <a:pt x="373148" y="493781"/>
                    <a:pt x="82505" y="243765"/>
                    <a:pt x="4375" y="13751"/>
                  </a:cubicBezTo>
                  <a:lnTo>
                    <a:pt x="0" y="0"/>
                  </a:lnTo>
                  <a:lnTo>
                    <a:pt x="13751" y="4375"/>
                  </a:lnTo>
                  <a:cubicBezTo>
                    <a:pt x="243765" y="82505"/>
                    <a:pt x="493781" y="373773"/>
                    <a:pt x="948184" y="901932"/>
                  </a:cubicBezTo>
                  <a:cubicBezTo>
                    <a:pt x="1000688" y="963185"/>
                    <a:pt x="1056316" y="1027565"/>
                    <a:pt x="1114445" y="1095069"/>
                  </a:cubicBezTo>
                  <a:lnTo>
                    <a:pt x="1114445" y="1095069"/>
                  </a:lnTo>
                  <a:cubicBezTo>
                    <a:pt x="1119445" y="1100694"/>
                    <a:pt x="1118820" y="1108195"/>
                    <a:pt x="1113820" y="1113820"/>
                  </a:cubicBezTo>
                  <a:cubicBezTo>
                    <a:pt x="1110695" y="1116320"/>
                    <a:pt x="1107569" y="1117570"/>
                    <a:pt x="1103819" y="1117570"/>
                  </a:cubicBezTo>
                  <a:close/>
                  <a:moveTo>
                    <a:pt x="22501" y="22501"/>
                  </a:moveTo>
                  <a:cubicBezTo>
                    <a:pt x="106257" y="245015"/>
                    <a:pt x="395025" y="493156"/>
                    <a:pt x="910682" y="936934"/>
                  </a:cubicBezTo>
                  <a:cubicBezTo>
                    <a:pt x="969436" y="987562"/>
                    <a:pt x="1031940" y="1040690"/>
                    <a:pt x="1096318" y="1096944"/>
                  </a:cubicBezTo>
                  <a:cubicBezTo>
                    <a:pt x="1040690" y="1031940"/>
                    <a:pt x="986936" y="970061"/>
                    <a:pt x="936308" y="911307"/>
                  </a:cubicBezTo>
                  <a:cubicBezTo>
                    <a:pt x="493781" y="395025"/>
                    <a:pt x="245640" y="106257"/>
                    <a:pt x="22501" y="22501"/>
                  </a:cubicBezTo>
                  <a:close/>
                </a:path>
              </a:pathLst>
            </a:custGeom>
            <a:solidFill>
              <a:schemeClr val="accent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493" name="Google Shape;143;p6"/>
            <p:cNvSpPr/>
            <p:nvPr/>
          </p:nvSpPr>
          <p:spPr>
            <a:xfrm rot="1588200">
              <a:off x="9018000" y="47160"/>
              <a:ext cx="597960" cy="598320"/>
            </a:xfrm>
            <a:custGeom>
              <a:avLst/>
              <a:gdLst>
                <a:gd name="textAreaLeft" fmla="*/ 0 w 597960"/>
                <a:gd name="textAreaRight" fmla="*/ 598320 w 597960"/>
                <a:gd name="textAreaTop" fmla="*/ 0 h 598320"/>
                <a:gd name="textAreaBottom" fmla="*/ 598680 h 598320"/>
              </a:gdLst>
              <a:ahLst/>
              <a:cxnLst/>
              <a:rect l="textAreaLeft" t="textAreaTop" r="textAreaRight" b="textAreaBottom"/>
              <a:pathLst>
                <a:path w="1117897" h="1118522">
                  <a:moveTo>
                    <a:pt x="0" y="1118522"/>
                  </a:moveTo>
                  <a:lnTo>
                    <a:pt x="4376" y="1104772"/>
                  </a:lnTo>
                  <a:cubicBezTo>
                    <a:pt x="82506" y="874757"/>
                    <a:pt x="373774" y="624741"/>
                    <a:pt x="901932" y="170338"/>
                  </a:cubicBezTo>
                  <a:cubicBezTo>
                    <a:pt x="963186" y="117835"/>
                    <a:pt x="1027565" y="62206"/>
                    <a:pt x="1095694" y="3452"/>
                  </a:cubicBezTo>
                  <a:cubicBezTo>
                    <a:pt x="1101320" y="-1548"/>
                    <a:pt x="1108820" y="-923"/>
                    <a:pt x="1113821" y="4077"/>
                  </a:cubicBezTo>
                  <a:cubicBezTo>
                    <a:pt x="1118820" y="9078"/>
                    <a:pt x="1119446" y="17203"/>
                    <a:pt x="1114445" y="22204"/>
                  </a:cubicBezTo>
                  <a:lnTo>
                    <a:pt x="1114445" y="22204"/>
                  </a:lnTo>
                  <a:cubicBezTo>
                    <a:pt x="1056316" y="89708"/>
                    <a:pt x="1000689" y="154087"/>
                    <a:pt x="948185" y="215341"/>
                  </a:cubicBezTo>
                  <a:cubicBezTo>
                    <a:pt x="493781" y="743499"/>
                    <a:pt x="243765" y="1034767"/>
                    <a:pt x="13751" y="1112897"/>
                  </a:cubicBezTo>
                  <a:lnTo>
                    <a:pt x="0" y="1118522"/>
                  </a:lnTo>
                  <a:close/>
                  <a:moveTo>
                    <a:pt x="1103820" y="13453"/>
                  </a:moveTo>
                  <a:cubicBezTo>
                    <a:pt x="1036940" y="72832"/>
                    <a:pt x="972562" y="128460"/>
                    <a:pt x="911308" y="180963"/>
                  </a:cubicBezTo>
                  <a:cubicBezTo>
                    <a:pt x="395650" y="624116"/>
                    <a:pt x="106882" y="872257"/>
                    <a:pt x="23127" y="1094771"/>
                  </a:cubicBezTo>
                  <a:cubicBezTo>
                    <a:pt x="245641" y="1011016"/>
                    <a:pt x="493781" y="722248"/>
                    <a:pt x="937559" y="206590"/>
                  </a:cubicBezTo>
                  <a:cubicBezTo>
                    <a:pt x="990062" y="145336"/>
                    <a:pt x="1045691" y="80957"/>
                    <a:pt x="1103820" y="13453"/>
                  </a:cubicBezTo>
                  <a:lnTo>
                    <a:pt x="1109445" y="18453"/>
                  </a:lnTo>
                  <a:lnTo>
                    <a:pt x="1103820" y="13453"/>
                  </a:lnTo>
                  <a:lnTo>
                    <a:pt x="1109445" y="18453"/>
                  </a:lnTo>
                  <a:lnTo>
                    <a:pt x="1103820" y="13453"/>
                  </a:lnTo>
                  <a:close/>
                </a:path>
              </a:pathLst>
            </a:custGeom>
            <a:solidFill>
              <a:schemeClr val="accent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494" name="Google Shape;144;p6"/>
            <p:cNvSpPr/>
            <p:nvPr/>
          </p:nvSpPr>
          <p:spPr>
            <a:xfrm rot="1588200">
              <a:off x="8379720" y="-270000"/>
              <a:ext cx="598320" cy="597960"/>
            </a:xfrm>
            <a:custGeom>
              <a:avLst/>
              <a:gdLst>
                <a:gd name="textAreaLeft" fmla="*/ 0 w 598320"/>
                <a:gd name="textAreaRight" fmla="*/ 598680 w 598320"/>
                <a:gd name="textAreaTop" fmla="*/ 0 h 597960"/>
                <a:gd name="textAreaBottom" fmla="*/ 598320 h 597960"/>
              </a:gdLst>
              <a:ahLst/>
              <a:cxnLst/>
              <a:rect l="textAreaLeft" t="textAreaTop" r="textAreaRight" b="textAreaBottom"/>
              <a:pathLst>
                <a:path w="1118522" h="1117897">
                  <a:moveTo>
                    <a:pt x="1118522" y="1117897"/>
                  </a:moveTo>
                  <a:lnTo>
                    <a:pt x="1104772" y="1113522"/>
                  </a:lnTo>
                  <a:cubicBezTo>
                    <a:pt x="874757" y="1035392"/>
                    <a:pt x="624741" y="744124"/>
                    <a:pt x="170338" y="215966"/>
                  </a:cubicBezTo>
                  <a:cubicBezTo>
                    <a:pt x="117834" y="154712"/>
                    <a:pt x="62206" y="90333"/>
                    <a:pt x="3452" y="22204"/>
                  </a:cubicBezTo>
                  <a:lnTo>
                    <a:pt x="3452" y="22204"/>
                  </a:lnTo>
                  <a:cubicBezTo>
                    <a:pt x="-1548" y="16578"/>
                    <a:pt x="-923" y="9078"/>
                    <a:pt x="4077" y="4077"/>
                  </a:cubicBezTo>
                  <a:cubicBezTo>
                    <a:pt x="9077" y="-923"/>
                    <a:pt x="17203" y="-1548"/>
                    <a:pt x="22828" y="3452"/>
                  </a:cubicBezTo>
                  <a:cubicBezTo>
                    <a:pt x="90333" y="61581"/>
                    <a:pt x="154712" y="117209"/>
                    <a:pt x="216591" y="170338"/>
                  </a:cubicBezTo>
                  <a:cubicBezTo>
                    <a:pt x="744749" y="624741"/>
                    <a:pt x="1036017" y="874757"/>
                    <a:pt x="1114147" y="1104771"/>
                  </a:cubicBezTo>
                  <a:lnTo>
                    <a:pt x="1118522" y="1117897"/>
                  </a:lnTo>
                  <a:close/>
                  <a:moveTo>
                    <a:pt x="20953" y="20953"/>
                  </a:moveTo>
                  <a:cubicBezTo>
                    <a:pt x="77207" y="85958"/>
                    <a:pt x="130335" y="147836"/>
                    <a:pt x="180963" y="206590"/>
                  </a:cubicBezTo>
                  <a:cubicBezTo>
                    <a:pt x="624116" y="722248"/>
                    <a:pt x="872257" y="1011016"/>
                    <a:pt x="1094771" y="1094771"/>
                  </a:cubicBezTo>
                  <a:cubicBezTo>
                    <a:pt x="1011016" y="872257"/>
                    <a:pt x="722247" y="624116"/>
                    <a:pt x="206590" y="180963"/>
                  </a:cubicBezTo>
                  <a:cubicBezTo>
                    <a:pt x="147836" y="129710"/>
                    <a:pt x="85958" y="76582"/>
                    <a:pt x="20953" y="20953"/>
                  </a:cubicBezTo>
                  <a:close/>
                </a:path>
              </a:pathLst>
            </a:custGeom>
            <a:solidFill>
              <a:schemeClr val="accent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495" name="Google Shape;145;p6"/>
            <p:cNvSpPr/>
            <p:nvPr/>
          </p:nvSpPr>
          <p:spPr>
            <a:xfrm rot="1588200">
              <a:off x="8150760" y="8640"/>
              <a:ext cx="740880" cy="293400"/>
            </a:xfrm>
            <a:custGeom>
              <a:avLst/>
              <a:gdLst>
                <a:gd name="textAreaLeft" fmla="*/ 0 w 740880"/>
                <a:gd name="textAreaRight" fmla="*/ 741240 w 740880"/>
                <a:gd name="textAreaTop" fmla="*/ 0 h 293400"/>
                <a:gd name="textAreaBottom" fmla="*/ 293760 h 293400"/>
              </a:gdLst>
              <a:ahLst/>
              <a:cxnLst/>
              <a:rect l="textAreaLeft" t="textAreaTop" r="textAreaRight" b="textAreaBottom"/>
              <a:pathLst>
                <a:path w="1385324" h="548695">
                  <a:moveTo>
                    <a:pt x="1330322" y="548695"/>
                  </a:moveTo>
                  <a:cubicBezTo>
                    <a:pt x="1104057" y="548695"/>
                    <a:pt x="782787" y="394936"/>
                    <a:pt x="224627" y="128669"/>
                  </a:cubicBezTo>
                  <a:cubicBezTo>
                    <a:pt x="155873" y="96167"/>
                    <a:pt x="83993" y="61165"/>
                    <a:pt x="7739" y="25538"/>
                  </a:cubicBezTo>
                  <a:cubicBezTo>
                    <a:pt x="1488" y="22412"/>
                    <a:pt x="-1637" y="15537"/>
                    <a:pt x="863" y="8661"/>
                  </a:cubicBezTo>
                  <a:cubicBezTo>
                    <a:pt x="3363" y="1786"/>
                    <a:pt x="10239" y="-1339"/>
                    <a:pt x="17114" y="536"/>
                  </a:cubicBezTo>
                  <a:cubicBezTo>
                    <a:pt x="97119" y="24912"/>
                    <a:pt x="173999" y="48664"/>
                    <a:pt x="247129" y="70540"/>
                  </a:cubicBezTo>
                  <a:cubicBezTo>
                    <a:pt x="874668" y="261177"/>
                    <a:pt x="1220940" y="366184"/>
                    <a:pt x="1375325" y="534945"/>
                  </a:cubicBezTo>
                  <a:lnTo>
                    <a:pt x="1385325" y="545570"/>
                  </a:lnTo>
                  <a:lnTo>
                    <a:pt x="1370950" y="546820"/>
                  </a:lnTo>
                  <a:cubicBezTo>
                    <a:pt x="1357823" y="548070"/>
                    <a:pt x="1344073" y="548695"/>
                    <a:pt x="1330322" y="548695"/>
                  </a:cubicBezTo>
                  <a:close/>
                  <a:moveTo>
                    <a:pt x="27740" y="18662"/>
                  </a:moveTo>
                  <a:cubicBezTo>
                    <a:pt x="98369" y="52414"/>
                    <a:pt x="165873" y="84291"/>
                    <a:pt x="230878" y="115543"/>
                  </a:cubicBezTo>
                  <a:cubicBezTo>
                    <a:pt x="807789" y="391185"/>
                    <a:pt x="1131559" y="545570"/>
                    <a:pt x="1354698" y="533694"/>
                  </a:cubicBezTo>
                  <a:cubicBezTo>
                    <a:pt x="1197813" y="374309"/>
                    <a:pt x="854666" y="269928"/>
                    <a:pt x="243379" y="84291"/>
                  </a:cubicBezTo>
                  <a:cubicBezTo>
                    <a:pt x="174624" y="63665"/>
                    <a:pt x="102745" y="41788"/>
                    <a:pt x="27740" y="18662"/>
                  </a:cubicBezTo>
                  <a:close/>
                  <a:moveTo>
                    <a:pt x="13989" y="12412"/>
                  </a:moveTo>
                  <a:lnTo>
                    <a:pt x="10864" y="18662"/>
                  </a:lnTo>
                  <a:lnTo>
                    <a:pt x="13989" y="12412"/>
                  </a:lnTo>
                  <a:close/>
                </a:path>
              </a:pathLst>
            </a:custGeom>
            <a:solidFill>
              <a:schemeClr val="accent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496" name="Google Shape;146;p6"/>
            <p:cNvSpPr/>
            <p:nvPr/>
          </p:nvSpPr>
          <p:spPr>
            <a:xfrm rot="1588200">
              <a:off x="9043560" y="-181440"/>
              <a:ext cx="293040" cy="740520"/>
            </a:xfrm>
            <a:custGeom>
              <a:avLst/>
              <a:gdLst>
                <a:gd name="textAreaLeft" fmla="*/ 0 w 293040"/>
                <a:gd name="textAreaRight" fmla="*/ 293400 w 293040"/>
                <a:gd name="textAreaTop" fmla="*/ 0 h 740520"/>
                <a:gd name="textAreaBottom" fmla="*/ 740880 h 740520"/>
              </a:gdLst>
              <a:ahLst/>
              <a:cxnLst/>
              <a:rect l="textAreaLeft" t="textAreaTop" r="textAreaRight" b="textAreaBottom"/>
              <a:pathLst>
                <a:path w="548537" h="1384699">
                  <a:moveTo>
                    <a:pt x="2968" y="1384700"/>
                  </a:moveTo>
                  <a:lnTo>
                    <a:pt x="1717" y="1370324"/>
                  </a:lnTo>
                  <a:cubicBezTo>
                    <a:pt x="-18284" y="1142185"/>
                    <a:pt x="137351" y="816539"/>
                    <a:pt x="419869" y="224627"/>
                  </a:cubicBezTo>
                  <a:cubicBezTo>
                    <a:pt x="452996" y="155873"/>
                    <a:pt x="487373" y="83368"/>
                    <a:pt x="523000" y="7739"/>
                  </a:cubicBezTo>
                  <a:lnTo>
                    <a:pt x="523000" y="7739"/>
                  </a:lnTo>
                  <a:cubicBezTo>
                    <a:pt x="526125" y="1488"/>
                    <a:pt x="533001" y="-1637"/>
                    <a:pt x="539876" y="863"/>
                  </a:cubicBezTo>
                  <a:cubicBezTo>
                    <a:pt x="546752" y="3363"/>
                    <a:pt x="549877" y="10239"/>
                    <a:pt x="548002" y="17114"/>
                  </a:cubicBezTo>
                  <a:cubicBezTo>
                    <a:pt x="523625" y="97744"/>
                    <a:pt x="499874" y="173999"/>
                    <a:pt x="477998" y="247129"/>
                  </a:cubicBezTo>
                  <a:cubicBezTo>
                    <a:pt x="287361" y="874668"/>
                    <a:pt x="182354" y="1220315"/>
                    <a:pt x="13593" y="1375324"/>
                  </a:cubicBezTo>
                  <a:lnTo>
                    <a:pt x="2968" y="1384700"/>
                  </a:lnTo>
                  <a:close/>
                  <a:moveTo>
                    <a:pt x="529876" y="27740"/>
                  </a:moveTo>
                  <a:cubicBezTo>
                    <a:pt x="496123" y="98369"/>
                    <a:pt x="463622" y="166498"/>
                    <a:pt x="432994" y="230878"/>
                  </a:cubicBezTo>
                  <a:cubicBezTo>
                    <a:pt x="157352" y="807789"/>
                    <a:pt x="2968" y="1130934"/>
                    <a:pt x="14843" y="1354073"/>
                  </a:cubicBezTo>
                  <a:cubicBezTo>
                    <a:pt x="174228" y="1197188"/>
                    <a:pt x="278610" y="854042"/>
                    <a:pt x="464246" y="242753"/>
                  </a:cubicBezTo>
                  <a:cubicBezTo>
                    <a:pt x="484873" y="174624"/>
                    <a:pt x="506749" y="102745"/>
                    <a:pt x="529876" y="27740"/>
                  </a:cubicBezTo>
                  <a:close/>
                  <a:moveTo>
                    <a:pt x="536126" y="13989"/>
                  </a:moveTo>
                  <a:lnTo>
                    <a:pt x="536126" y="13989"/>
                  </a:lnTo>
                  <a:lnTo>
                    <a:pt x="529876" y="10864"/>
                  </a:lnTo>
                  <a:lnTo>
                    <a:pt x="536126" y="13989"/>
                  </a:lnTo>
                  <a:close/>
                </a:path>
              </a:pathLst>
            </a:custGeom>
            <a:solidFill>
              <a:schemeClr val="accent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497" name="Google Shape;147;p6"/>
            <p:cNvSpPr/>
            <p:nvPr/>
          </p:nvSpPr>
          <p:spPr>
            <a:xfrm rot="1588200">
              <a:off x="8341560" y="453240"/>
              <a:ext cx="293040" cy="741240"/>
            </a:xfrm>
            <a:custGeom>
              <a:avLst/>
              <a:gdLst>
                <a:gd name="textAreaLeft" fmla="*/ 0 w 293040"/>
                <a:gd name="textAreaRight" fmla="*/ 293400 w 293040"/>
                <a:gd name="textAreaTop" fmla="*/ 0 h 741240"/>
                <a:gd name="textAreaBottom" fmla="*/ 741600 h 741240"/>
              </a:gdLst>
              <a:ahLst/>
              <a:cxnLst/>
              <a:rect l="textAreaLeft" t="textAreaTop" r="textAreaRight" b="textAreaBottom"/>
              <a:pathLst>
                <a:path w="548537" h="1385711">
                  <a:moveTo>
                    <a:pt x="13662" y="1385712"/>
                  </a:moveTo>
                  <a:cubicBezTo>
                    <a:pt x="11787" y="1385712"/>
                    <a:pt x="10537" y="1385712"/>
                    <a:pt x="8662" y="1384462"/>
                  </a:cubicBezTo>
                  <a:cubicBezTo>
                    <a:pt x="1786" y="1381962"/>
                    <a:pt x="-1339" y="1375087"/>
                    <a:pt x="536" y="1368211"/>
                  </a:cubicBezTo>
                  <a:lnTo>
                    <a:pt x="536" y="1368211"/>
                  </a:lnTo>
                  <a:cubicBezTo>
                    <a:pt x="24912" y="1287581"/>
                    <a:pt x="48664" y="1211326"/>
                    <a:pt x="70541" y="1138197"/>
                  </a:cubicBezTo>
                  <a:cubicBezTo>
                    <a:pt x="261178" y="510657"/>
                    <a:pt x="366184" y="165010"/>
                    <a:pt x="534944" y="10001"/>
                  </a:cubicBezTo>
                  <a:lnTo>
                    <a:pt x="545570" y="0"/>
                  </a:lnTo>
                  <a:lnTo>
                    <a:pt x="546820" y="14376"/>
                  </a:lnTo>
                  <a:cubicBezTo>
                    <a:pt x="566822" y="242515"/>
                    <a:pt x="411187" y="568161"/>
                    <a:pt x="128669" y="1160698"/>
                  </a:cubicBezTo>
                  <a:cubicBezTo>
                    <a:pt x="96167" y="1229452"/>
                    <a:pt x="61165" y="1301332"/>
                    <a:pt x="25537" y="1377587"/>
                  </a:cubicBezTo>
                  <a:cubicBezTo>
                    <a:pt x="23038" y="1383212"/>
                    <a:pt x="18662" y="1385712"/>
                    <a:pt x="13662" y="1385712"/>
                  </a:cubicBezTo>
                  <a:close/>
                  <a:moveTo>
                    <a:pt x="8037" y="1370711"/>
                  </a:moveTo>
                  <a:lnTo>
                    <a:pt x="14912" y="1372586"/>
                  </a:lnTo>
                  <a:cubicBezTo>
                    <a:pt x="14912" y="1372586"/>
                    <a:pt x="14912" y="1372586"/>
                    <a:pt x="14912" y="1372586"/>
                  </a:cubicBezTo>
                  <a:lnTo>
                    <a:pt x="8037" y="1370711"/>
                  </a:lnTo>
                  <a:close/>
                  <a:moveTo>
                    <a:pt x="534319" y="31877"/>
                  </a:moveTo>
                  <a:cubicBezTo>
                    <a:pt x="374934" y="188762"/>
                    <a:pt x="270553" y="531908"/>
                    <a:pt x="84916" y="1143197"/>
                  </a:cubicBezTo>
                  <a:cubicBezTo>
                    <a:pt x="63665" y="1213826"/>
                    <a:pt x="41163" y="1287581"/>
                    <a:pt x="17412" y="1364461"/>
                  </a:cubicBezTo>
                  <a:cubicBezTo>
                    <a:pt x="51164" y="1291956"/>
                    <a:pt x="84291" y="1221952"/>
                    <a:pt x="116168" y="1155073"/>
                  </a:cubicBezTo>
                  <a:cubicBezTo>
                    <a:pt x="391185" y="578786"/>
                    <a:pt x="545570" y="255016"/>
                    <a:pt x="534319" y="31877"/>
                  </a:cubicBezTo>
                  <a:close/>
                </a:path>
              </a:pathLst>
            </a:custGeom>
            <a:solidFill>
              <a:schemeClr val="accent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498" name="Google Shape;148;p6"/>
            <p:cNvSpPr/>
            <p:nvPr/>
          </p:nvSpPr>
          <p:spPr>
            <a:xfrm rot="1588200">
              <a:off x="8786520" y="710640"/>
              <a:ext cx="740520" cy="293040"/>
            </a:xfrm>
            <a:custGeom>
              <a:avLst/>
              <a:gdLst>
                <a:gd name="textAreaLeft" fmla="*/ 0 w 740520"/>
                <a:gd name="textAreaRight" fmla="*/ 740880 w 740520"/>
                <a:gd name="textAreaTop" fmla="*/ 0 h 293040"/>
                <a:gd name="textAreaBottom" fmla="*/ 293400 h 293040"/>
              </a:gdLst>
              <a:ahLst/>
              <a:cxnLst/>
              <a:rect l="textAreaLeft" t="textAreaTop" r="textAreaRight" b="textAreaBottom"/>
              <a:pathLst>
                <a:path w="1384700" h="548626">
                  <a:moveTo>
                    <a:pt x="1371961" y="548627"/>
                  </a:moveTo>
                  <a:cubicBezTo>
                    <a:pt x="1370711" y="548627"/>
                    <a:pt x="1369462" y="548627"/>
                    <a:pt x="1368211" y="548002"/>
                  </a:cubicBezTo>
                  <a:cubicBezTo>
                    <a:pt x="1287581" y="523625"/>
                    <a:pt x="1211326" y="499874"/>
                    <a:pt x="1138197" y="477997"/>
                  </a:cubicBezTo>
                  <a:cubicBezTo>
                    <a:pt x="510658" y="287360"/>
                    <a:pt x="165011" y="182354"/>
                    <a:pt x="10001" y="13593"/>
                  </a:cubicBezTo>
                  <a:lnTo>
                    <a:pt x="0" y="2968"/>
                  </a:lnTo>
                  <a:lnTo>
                    <a:pt x="14376" y="1717"/>
                  </a:lnTo>
                  <a:cubicBezTo>
                    <a:pt x="241891" y="-18284"/>
                    <a:pt x="568161" y="137351"/>
                    <a:pt x="1160074" y="419869"/>
                  </a:cubicBezTo>
                  <a:cubicBezTo>
                    <a:pt x="1228828" y="452996"/>
                    <a:pt x="1300707" y="487373"/>
                    <a:pt x="1376962" y="523000"/>
                  </a:cubicBezTo>
                  <a:lnTo>
                    <a:pt x="1376962" y="523000"/>
                  </a:lnTo>
                  <a:cubicBezTo>
                    <a:pt x="1383212" y="526125"/>
                    <a:pt x="1386337" y="533001"/>
                    <a:pt x="1383837" y="539876"/>
                  </a:cubicBezTo>
                  <a:cubicBezTo>
                    <a:pt x="1381963" y="545502"/>
                    <a:pt x="1376962" y="548627"/>
                    <a:pt x="1371961" y="548627"/>
                  </a:cubicBezTo>
                  <a:close/>
                  <a:moveTo>
                    <a:pt x="1371336" y="536126"/>
                  </a:moveTo>
                  <a:lnTo>
                    <a:pt x="1371336" y="536126"/>
                  </a:lnTo>
                  <a:lnTo>
                    <a:pt x="1374462" y="529876"/>
                  </a:lnTo>
                  <a:lnTo>
                    <a:pt x="1371336" y="536126"/>
                  </a:lnTo>
                  <a:close/>
                  <a:moveTo>
                    <a:pt x="30627" y="14843"/>
                  </a:moveTo>
                  <a:cubicBezTo>
                    <a:pt x="187512" y="174228"/>
                    <a:pt x="530659" y="278610"/>
                    <a:pt x="1141947" y="464246"/>
                  </a:cubicBezTo>
                  <a:cubicBezTo>
                    <a:pt x="1210702" y="484873"/>
                    <a:pt x="1282581" y="506749"/>
                    <a:pt x="1357586" y="529876"/>
                  </a:cubicBezTo>
                  <a:cubicBezTo>
                    <a:pt x="1286956" y="496124"/>
                    <a:pt x="1218827" y="463621"/>
                    <a:pt x="1154448" y="432995"/>
                  </a:cubicBezTo>
                  <a:cubicBezTo>
                    <a:pt x="577536" y="157352"/>
                    <a:pt x="253767" y="2968"/>
                    <a:pt x="30627" y="14843"/>
                  </a:cubicBezTo>
                  <a:close/>
                </a:path>
              </a:pathLst>
            </a:custGeom>
            <a:solidFill>
              <a:schemeClr val="accent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499" name="Google Shape;149;p6"/>
            <p:cNvSpPr/>
            <p:nvPr/>
          </p:nvSpPr>
          <p:spPr>
            <a:xfrm rot="1588200">
              <a:off x="8002080" y="323280"/>
              <a:ext cx="727200" cy="325080"/>
            </a:xfrm>
            <a:custGeom>
              <a:avLst/>
              <a:gdLst>
                <a:gd name="textAreaLeft" fmla="*/ 0 w 727200"/>
                <a:gd name="textAreaRight" fmla="*/ 727560 w 727200"/>
                <a:gd name="textAreaTop" fmla="*/ 0 h 325080"/>
                <a:gd name="textAreaBottom" fmla="*/ 325440 h 325080"/>
              </a:gdLst>
              <a:ahLst/>
              <a:cxnLst/>
              <a:rect l="textAreaLeft" t="textAreaTop" r="textAreaRight" b="textAreaBottom"/>
              <a:pathLst>
                <a:path w="1359555" h="607906">
                  <a:moveTo>
                    <a:pt x="13221" y="607907"/>
                  </a:moveTo>
                  <a:cubicBezTo>
                    <a:pt x="8221" y="607907"/>
                    <a:pt x="3845" y="604781"/>
                    <a:pt x="1345" y="599781"/>
                  </a:cubicBezTo>
                  <a:cubicBezTo>
                    <a:pt x="-1780" y="593530"/>
                    <a:pt x="720" y="586030"/>
                    <a:pt x="6971" y="582905"/>
                  </a:cubicBezTo>
                  <a:cubicBezTo>
                    <a:pt x="81350" y="543527"/>
                    <a:pt x="151980" y="506025"/>
                    <a:pt x="218859" y="469773"/>
                  </a:cubicBezTo>
                  <a:cubicBezTo>
                    <a:pt x="797645" y="161003"/>
                    <a:pt x="1116415" y="-9007"/>
                    <a:pt x="1345180" y="368"/>
                  </a:cubicBezTo>
                  <a:lnTo>
                    <a:pt x="1359556" y="993"/>
                  </a:lnTo>
                  <a:lnTo>
                    <a:pt x="1350180" y="12244"/>
                  </a:lnTo>
                  <a:cubicBezTo>
                    <a:pt x="1203296" y="187880"/>
                    <a:pt x="862650" y="307888"/>
                    <a:pt x="244486" y="526651"/>
                  </a:cubicBezTo>
                  <a:cubicBezTo>
                    <a:pt x="172606" y="552278"/>
                    <a:pt x="96976" y="578530"/>
                    <a:pt x="17596" y="606656"/>
                  </a:cubicBezTo>
                  <a:lnTo>
                    <a:pt x="17596" y="606656"/>
                  </a:lnTo>
                  <a:cubicBezTo>
                    <a:pt x="15721" y="607281"/>
                    <a:pt x="14471" y="607907"/>
                    <a:pt x="13221" y="607907"/>
                  </a:cubicBezTo>
                  <a:close/>
                  <a:moveTo>
                    <a:pt x="12596" y="593530"/>
                  </a:moveTo>
                  <a:lnTo>
                    <a:pt x="12596" y="593530"/>
                  </a:lnTo>
                  <a:lnTo>
                    <a:pt x="12596" y="593530"/>
                  </a:lnTo>
                  <a:lnTo>
                    <a:pt x="12596" y="593530"/>
                  </a:lnTo>
                  <a:close/>
                  <a:moveTo>
                    <a:pt x="1325804" y="14119"/>
                  </a:moveTo>
                  <a:cubicBezTo>
                    <a:pt x="1102040" y="14119"/>
                    <a:pt x="786395" y="182880"/>
                    <a:pt x="225734" y="482274"/>
                  </a:cubicBezTo>
                  <a:cubicBezTo>
                    <a:pt x="162606" y="516026"/>
                    <a:pt x="96352" y="551028"/>
                    <a:pt x="26972" y="587905"/>
                  </a:cubicBezTo>
                  <a:cubicBezTo>
                    <a:pt x="100727" y="561653"/>
                    <a:pt x="171981" y="536652"/>
                    <a:pt x="239485" y="512900"/>
                  </a:cubicBezTo>
                  <a:cubicBezTo>
                    <a:pt x="842023" y="299762"/>
                    <a:pt x="1179544" y="180379"/>
                    <a:pt x="1329554" y="14119"/>
                  </a:cubicBezTo>
                  <a:cubicBezTo>
                    <a:pt x="1328304" y="14119"/>
                    <a:pt x="1327054" y="14119"/>
                    <a:pt x="1325804" y="14119"/>
                  </a:cubicBezTo>
                  <a:close/>
                </a:path>
              </a:pathLst>
            </a:custGeom>
            <a:solidFill>
              <a:schemeClr val="accent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500" name="Google Shape;150;p6"/>
            <p:cNvSpPr/>
            <p:nvPr/>
          </p:nvSpPr>
          <p:spPr>
            <a:xfrm rot="1588200">
              <a:off x="8656200" y="616320"/>
              <a:ext cx="324720" cy="727200"/>
            </a:xfrm>
            <a:custGeom>
              <a:avLst/>
              <a:gdLst>
                <a:gd name="textAreaLeft" fmla="*/ 0 w 324720"/>
                <a:gd name="textAreaRight" fmla="*/ 325080 w 324720"/>
                <a:gd name="textAreaTop" fmla="*/ 0 h 727200"/>
                <a:gd name="textAreaBottom" fmla="*/ 727560 h 727200"/>
              </a:gdLst>
              <a:ahLst/>
              <a:cxnLst/>
              <a:rect l="textAreaLeft" t="textAreaTop" r="textAreaRight" b="textAreaBottom"/>
              <a:pathLst>
                <a:path w="607567" h="1359460">
                  <a:moveTo>
                    <a:pt x="594203" y="1359460"/>
                  </a:moveTo>
                  <a:cubicBezTo>
                    <a:pt x="589204" y="1359460"/>
                    <a:pt x="584828" y="1356960"/>
                    <a:pt x="582953" y="1352585"/>
                  </a:cubicBezTo>
                  <a:cubicBezTo>
                    <a:pt x="543575" y="1278205"/>
                    <a:pt x="506073" y="1208201"/>
                    <a:pt x="469821" y="1140697"/>
                  </a:cubicBezTo>
                  <a:cubicBezTo>
                    <a:pt x="161052" y="561910"/>
                    <a:pt x="-9584" y="243140"/>
                    <a:pt x="416" y="14376"/>
                  </a:cubicBezTo>
                  <a:lnTo>
                    <a:pt x="1042" y="0"/>
                  </a:lnTo>
                  <a:lnTo>
                    <a:pt x="12292" y="9376"/>
                  </a:lnTo>
                  <a:cubicBezTo>
                    <a:pt x="187928" y="156260"/>
                    <a:pt x="307936" y="496906"/>
                    <a:pt x="526700" y="1115070"/>
                  </a:cubicBezTo>
                  <a:cubicBezTo>
                    <a:pt x="552326" y="1186949"/>
                    <a:pt x="578578" y="1262579"/>
                    <a:pt x="606704" y="1341334"/>
                  </a:cubicBezTo>
                  <a:lnTo>
                    <a:pt x="606704" y="1341334"/>
                  </a:lnTo>
                  <a:cubicBezTo>
                    <a:pt x="609205" y="1348210"/>
                    <a:pt x="606079" y="1355085"/>
                    <a:pt x="599829" y="1357585"/>
                  </a:cubicBezTo>
                  <a:cubicBezTo>
                    <a:pt x="597329" y="1358835"/>
                    <a:pt x="595454" y="1359460"/>
                    <a:pt x="594203" y="1359460"/>
                  </a:cubicBezTo>
                  <a:close/>
                  <a:moveTo>
                    <a:pt x="592954" y="1346334"/>
                  </a:moveTo>
                  <a:lnTo>
                    <a:pt x="592954" y="1346334"/>
                  </a:lnTo>
                  <a:lnTo>
                    <a:pt x="592954" y="1346334"/>
                  </a:lnTo>
                  <a:lnTo>
                    <a:pt x="592954" y="1346334"/>
                  </a:lnTo>
                  <a:close/>
                  <a:moveTo>
                    <a:pt x="14167" y="30002"/>
                  </a:moveTo>
                  <a:cubicBezTo>
                    <a:pt x="12292" y="253766"/>
                    <a:pt x="181053" y="570036"/>
                    <a:pt x="482322" y="1133821"/>
                  </a:cubicBezTo>
                  <a:cubicBezTo>
                    <a:pt x="516074" y="1196950"/>
                    <a:pt x="551076" y="1263204"/>
                    <a:pt x="587953" y="1331959"/>
                  </a:cubicBezTo>
                  <a:cubicBezTo>
                    <a:pt x="561702" y="1258204"/>
                    <a:pt x="536700" y="1186949"/>
                    <a:pt x="512948" y="1119445"/>
                  </a:cubicBezTo>
                  <a:cubicBezTo>
                    <a:pt x="299810" y="517532"/>
                    <a:pt x="180428" y="179386"/>
                    <a:pt x="14167" y="30002"/>
                  </a:cubicBezTo>
                  <a:close/>
                </a:path>
              </a:pathLst>
            </a:custGeom>
            <a:solidFill>
              <a:schemeClr val="accent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501" name="Google Shape;151;p6"/>
            <p:cNvSpPr/>
            <p:nvPr/>
          </p:nvSpPr>
          <p:spPr>
            <a:xfrm rot="1588200">
              <a:off x="8949240" y="364680"/>
              <a:ext cx="727200" cy="324720"/>
            </a:xfrm>
            <a:custGeom>
              <a:avLst/>
              <a:gdLst>
                <a:gd name="textAreaLeft" fmla="*/ 0 w 727200"/>
                <a:gd name="textAreaRight" fmla="*/ 727560 w 727200"/>
                <a:gd name="textAreaTop" fmla="*/ 0 h 324720"/>
                <a:gd name="textAreaBottom" fmla="*/ 325080 h 324720"/>
              </a:gdLst>
              <a:ahLst/>
              <a:cxnLst/>
              <a:rect l="textAreaLeft" t="textAreaTop" r="textAreaRight" b="textAreaBottom"/>
              <a:pathLst>
                <a:path w="1359555" h="607776">
                  <a:moveTo>
                    <a:pt x="33127" y="607776"/>
                  </a:moveTo>
                  <a:cubicBezTo>
                    <a:pt x="26876" y="607776"/>
                    <a:pt x="20626" y="607776"/>
                    <a:pt x="14375" y="607151"/>
                  </a:cubicBezTo>
                  <a:lnTo>
                    <a:pt x="0" y="606526"/>
                  </a:lnTo>
                  <a:lnTo>
                    <a:pt x="9376" y="595275"/>
                  </a:lnTo>
                  <a:cubicBezTo>
                    <a:pt x="156260" y="419639"/>
                    <a:pt x="496906" y="299632"/>
                    <a:pt x="1115695" y="80868"/>
                  </a:cubicBezTo>
                  <a:cubicBezTo>
                    <a:pt x="1187575" y="55241"/>
                    <a:pt x="1263204" y="28990"/>
                    <a:pt x="1341959" y="863"/>
                  </a:cubicBezTo>
                  <a:lnTo>
                    <a:pt x="1341959" y="863"/>
                  </a:lnTo>
                  <a:cubicBezTo>
                    <a:pt x="1348834" y="-1637"/>
                    <a:pt x="1355710" y="1488"/>
                    <a:pt x="1358210" y="7739"/>
                  </a:cubicBezTo>
                  <a:cubicBezTo>
                    <a:pt x="1361335" y="13989"/>
                    <a:pt x="1358836" y="21489"/>
                    <a:pt x="1352585" y="24615"/>
                  </a:cubicBezTo>
                  <a:cubicBezTo>
                    <a:pt x="1278205" y="63992"/>
                    <a:pt x="1207576" y="101494"/>
                    <a:pt x="1140697" y="137747"/>
                  </a:cubicBezTo>
                  <a:cubicBezTo>
                    <a:pt x="576911" y="438391"/>
                    <a:pt x="260016" y="607776"/>
                    <a:pt x="33127" y="607776"/>
                  </a:cubicBezTo>
                  <a:close/>
                  <a:moveTo>
                    <a:pt x="29377" y="593400"/>
                  </a:moveTo>
                  <a:cubicBezTo>
                    <a:pt x="30627" y="593400"/>
                    <a:pt x="31877" y="593400"/>
                    <a:pt x="32502" y="593400"/>
                  </a:cubicBezTo>
                  <a:cubicBezTo>
                    <a:pt x="256266" y="593400"/>
                    <a:pt x="571911" y="424640"/>
                    <a:pt x="1132571" y="125246"/>
                  </a:cubicBezTo>
                  <a:cubicBezTo>
                    <a:pt x="1195700" y="91494"/>
                    <a:pt x="1261955" y="56492"/>
                    <a:pt x="1331334" y="19614"/>
                  </a:cubicBezTo>
                  <a:cubicBezTo>
                    <a:pt x="1257579" y="45866"/>
                    <a:pt x="1186950" y="70867"/>
                    <a:pt x="1119445" y="94619"/>
                  </a:cubicBezTo>
                  <a:cubicBezTo>
                    <a:pt x="516907" y="307132"/>
                    <a:pt x="179386" y="426515"/>
                    <a:pt x="29377" y="593400"/>
                  </a:cubicBezTo>
                  <a:close/>
                  <a:moveTo>
                    <a:pt x="1346335" y="13989"/>
                  </a:moveTo>
                  <a:lnTo>
                    <a:pt x="1346335" y="13989"/>
                  </a:lnTo>
                  <a:lnTo>
                    <a:pt x="1343834" y="7113"/>
                  </a:lnTo>
                  <a:lnTo>
                    <a:pt x="1346335" y="13989"/>
                  </a:lnTo>
                  <a:close/>
                </a:path>
              </a:pathLst>
            </a:custGeom>
            <a:solidFill>
              <a:schemeClr val="accent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502" name="Google Shape;152;p6"/>
            <p:cNvSpPr/>
            <p:nvPr/>
          </p:nvSpPr>
          <p:spPr>
            <a:xfrm rot="1588200">
              <a:off x="8697240" y="-330120"/>
              <a:ext cx="324720" cy="727200"/>
            </a:xfrm>
            <a:custGeom>
              <a:avLst/>
              <a:gdLst>
                <a:gd name="textAreaLeft" fmla="*/ 0 w 324720"/>
                <a:gd name="textAreaRight" fmla="*/ 325080 w 324720"/>
                <a:gd name="textAreaTop" fmla="*/ 0 h 727200"/>
                <a:gd name="textAreaBottom" fmla="*/ 727560 h 727200"/>
              </a:gdLst>
              <a:ahLst/>
              <a:cxnLst/>
              <a:rect l="textAreaLeft" t="textAreaTop" r="textAreaRight" b="textAreaBottom"/>
              <a:pathLst>
                <a:path w="607567" h="1359555">
                  <a:moveTo>
                    <a:pt x="606526" y="1359556"/>
                  </a:moveTo>
                  <a:lnTo>
                    <a:pt x="595275" y="1350180"/>
                  </a:lnTo>
                  <a:cubicBezTo>
                    <a:pt x="419639" y="1203296"/>
                    <a:pt x="299632" y="862650"/>
                    <a:pt x="80869" y="243861"/>
                  </a:cubicBezTo>
                  <a:cubicBezTo>
                    <a:pt x="55242" y="171981"/>
                    <a:pt x="28990" y="96351"/>
                    <a:pt x="863" y="17596"/>
                  </a:cubicBezTo>
                  <a:lnTo>
                    <a:pt x="863" y="17596"/>
                  </a:lnTo>
                  <a:cubicBezTo>
                    <a:pt x="-1637" y="10721"/>
                    <a:pt x="1488" y="3846"/>
                    <a:pt x="7738" y="1345"/>
                  </a:cubicBezTo>
                  <a:cubicBezTo>
                    <a:pt x="13989" y="-1780"/>
                    <a:pt x="21490" y="720"/>
                    <a:pt x="24615" y="6971"/>
                  </a:cubicBezTo>
                  <a:cubicBezTo>
                    <a:pt x="63992" y="81350"/>
                    <a:pt x="101494" y="151980"/>
                    <a:pt x="137747" y="218859"/>
                  </a:cubicBezTo>
                  <a:cubicBezTo>
                    <a:pt x="446516" y="797645"/>
                    <a:pt x="617152" y="1116415"/>
                    <a:pt x="607151" y="1344555"/>
                  </a:cubicBezTo>
                  <a:lnTo>
                    <a:pt x="606526" y="1359556"/>
                  </a:lnTo>
                  <a:close/>
                  <a:moveTo>
                    <a:pt x="19614" y="27597"/>
                  </a:moveTo>
                  <a:cubicBezTo>
                    <a:pt x="45866" y="101352"/>
                    <a:pt x="70868" y="171981"/>
                    <a:pt x="94619" y="239485"/>
                  </a:cubicBezTo>
                  <a:cubicBezTo>
                    <a:pt x="307757" y="842023"/>
                    <a:pt x="427140" y="1180170"/>
                    <a:pt x="593401" y="1329554"/>
                  </a:cubicBezTo>
                  <a:cubicBezTo>
                    <a:pt x="595275" y="1105790"/>
                    <a:pt x="426515" y="789520"/>
                    <a:pt x="125246" y="225735"/>
                  </a:cubicBezTo>
                  <a:cubicBezTo>
                    <a:pt x="91494" y="162606"/>
                    <a:pt x="56492" y="96976"/>
                    <a:pt x="19614" y="27597"/>
                  </a:cubicBezTo>
                  <a:close/>
                  <a:moveTo>
                    <a:pt x="14614" y="13221"/>
                  </a:moveTo>
                  <a:lnTo>
                    <a:pt x="7738" y="15721"/>
                  </a:lnTo>
                  <a:lnTo>
                    <a:pt x="14614" y="13221"/>
                  </a:lnTo>
                  <a:close/>
                </a:path>
              </a:pathLst>
            </a:custGeom>
            <a:solidFill>
              <a:schemeClr val="accent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</p:grpSp>
    </p:spTree>
  </p:cSld>
</p:sldLayout>
</file>

<file path=ppt/slideLayouts/slideLayout2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MAIN_POINT"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17" name="Google Shape;170;p8" descr=""/>
          <p:cNvPicPr/>
          <p:nvPr/>
        </p:nvPicPr>
        <p:blipFill>
          <a:blip r:embed="rId2">
            <a:alphaModFix amt="30000"/>
          </a:blip>
          <a:stretch/>
        </p:blipFill>
        <p:spPr>
          <a:xfrm flipH="1" rot="10800000">
            <a:off x="0" y="-3600"/>
            <a:ext cx="9143640" cy="515088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518" name="PlaceHolder 1"/>
          <p:cNvSpPr>
            <a:spLocks noGrp="1"/>
          </p:cNvSpPr>
          <p:nvPr>
            <p:ph type="title"/>
          </p:nvPr>
        </p:nvSpPr>
        <p:spPr>
          <a:xfrm>
            <a:off x="2514600" y="1392840"/>
            <a:ext cx="4114080" cy="20379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ctr">
            <a:noAutofit/>
          </a:bodyPr>
          <a:p>
            <a:pPr indent="0">
              <a:buNone/>
            </a:pPr>
            <a:r>
              <a:rPr b="0" lang="fr-FR" sz="6000" strike="noStrike" u="none">
                <a:solidFill>
                  <a:schemeClr val="dk1"/>
                </a:solidFill>
                <a:effectLst/>
                <a:uFillTx/>
                <a:latin typeface="Arial"/>
              </a:rPr>
              <a:t>Click to edit the title text format</a:t>
            </a:r>
            <a:endParaRPr b="0" lang="fr-FR" sz="6000" strike="noStrike" u="non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519" name="Google Shape;172;p8"/>
          <p:cNvSpPr/>
          <p:nvPr/>
        </p:nvSpPr>
        <p:spPr>
          <a:xfrm>
            <a:off x="0" y="3750840"/>
            <a:ext cx="2027880" cy="1997640"/>
          </a:xfrm>
          <a:custGeom>
            <a:avLst/>
            <a:gdLst>
              <a:gd name="textAreaLeft" fmla="*/ 0 w 2027880"/>
              <a:gd name="textAreaRight" fmla="*/ 2028240 w 2027880"/>
              <a:gd name="textAreaTop" fmla="*/ 0 h 1997640"/>
              <a:gd name="textAreaBottom" fmla="*/ 1998000 h 1997640"/>
            </a:gdLst>
            <a:ahLst/>
            <a:cxnLst/>
            <a:rect l="textAreaLeft" t="textAreaTop" r="textAreaRight" b="textAreaBottom"/>
            <a:pathLst>
              <a:path w="1973873" h="1944496">
                <a:moveTo>
                  <a:pt x="1330709" y="1944497"/>
                </a:moveTo>
                <a:lnTo>
                  <a:pt x="987562" y="1251328"/>
                </a:lnTo>
                <a:lnTo>
                  <a:pt x="644416" y="1944497"/>
                </a:lnTo>
                <a:lnTo>
                  <a:pt x="827552" y="1193200"/>
                </a:lnTo>
                <a:lnTo>
                  <a:pt x="119382" y="1503844"/>
                </a:lnTo>
                <a:lnTo>
                  <a:pt x="741922" y="1045691"/>
                </a:lnTo>
                <a:lnTo>
                  <a:pt x="0" y="828177"/>
                </a:lnTo>
                <a:lnTo>
                  <a:pt x="771298" y="877555"/>
                </a:lnTo>
                <a:lnTo>
                  <a:pt x="342521" y="234390"/>
                </a:lnTo>
                <a:lnTo>
                  <a:pt x="901932" y="768173"/>
                </a:lnTo>
                <a:lnTo>
                  <a:pt x="986937" y="0"/>
                </a:lnTo>
                <a:lnTo>
                  <a:pt x="1071942" y="768173"/>
                </a:lnTo>
                <a:lnTo>
                  <a:pt x="1631353" y="234390"/>
                </a:lnTo>
                <a:lnTo>
                  <a:pt x="1202576" y="877555"/>
                </a:lnTo>
                <a:lnTo>
                  <a:pt x="1973874" y="828177"/>
                </a:lnTo>
                <a:lnTo>
                  <a:pt x="1231953" y="1045691"/>
                </a:lnTo>
                <a:lnTo>
                  <a:pt x="1854491" y="1503844"/>
                </a:lnTo>
                <a:lnTo>
                  <a:pt x="1146322" y="1193200"/>
                </a:lnTo>
                <a:lnTo>
                  <a:pt x="1330709" y="1944497"/>
                </a:lnTo>
                <a:close/>
                <a:moveTo>
                  <a:pt x="987562" y="1234453"/>
                </a:moveTo>
                <a:lnTo>
                  <a:pt x="1306957" y="1879493"/>
                </a:lnTo>
                <a:lnTo>
                  <a:pt x="1136946" y="1180074"/>
                </a:lnTo>
                <a:lnTo>
                  <a:pt x="1795738" y="1468842"/>
                </a:lnTo>
                <a:lnTo>
                  <a:pt x="1216327" y="1042565"/>
                </a:lnTo>
                <a:lnTo>
                  <a:pt x="1223827" y="1040690"/>
                </a:lnTo>
                <a:lnTo>
                  <a:pt x="1906995" y="840678"/>
                </a:lnTo>
                <a:lnTo>
                  <a:pt x="1188825" y="886931"/>
                </a:lnTo>
                <a:lnTo>
                  <a:pt x="1587600" y="288143"/>
                </a:lnTo>
                <a:lnTo>
                  <a:pt x="1066942" y="785049"/>
                </a:lnTo>
                <a:lnTo>
                  <a:pt x="987562" y="69379"/>
                </a:lnTo>
                <a:lnTo>
                  <a:pt x="908182" y="784424"/>
                </a:lnTo>
                <a:lnTo>
                  <a:pt x="387524" y="287518"/>
                </a:lnTo>
                <a:lnTo>
                  <a:pt x="786299" y="886306"/>
                </a:lnTo>
                <a:lnTo>
                  <a:pt x="778799" y="885680"/>
                </a:lnTo>
                <a:lnTo>
                  <a:pt x="68754" y="840053"/>
                </a:lnTo>
                <a:lnTo>
                  <a:pt x="758798" y="1042565"/>
                </a:lnTo>
                <a:lnTo>
                  <a:pt x="752547" y="1046941"/>
                </a:lnTo>
                <a:lnTo>
                  <a:pt x="179386" y="1468842"/>
                </a:lnTo>
                <a:lnTo>
                  <a:pt x="838178" y="1180074"/>
                </a:lnTo>
                <a:lnTo>
                  <a:pt x="668167" y="1879493"/>
                </a:lnTo>
                <a:lnTo>
                  <a:pt x="987562" y="1234453"/>
                </a:lnTo>
                <a:close/>
              </a:path>
            </a:pathLst>
          </a:custGeom>
          <a:solidFill>
            <a:schemeClr val="dk1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endParaRPr b="0" lang="en-US" sz="1800" strike="noStrike" u="none">
              <a:solidFill>
                <a:srgbClr val="000000"/>
              </a:solidFill>
              <a:effectLst/>
              <a:uFillTx/>
              <a:latin typeface="OpenSymbol"/>
            </a:endParaRPr>
          </a:p>
        </p:txBody>
      </p:sp>
    </p:spTree>
  </p:cSld>
</p:sldLayout>
</file>

<file path=ppt/slideLayouts/slideLayout2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SECTION_TITLE_AND_DESCRIPTION"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20" name="Google Shape;174;p9" descr=""/>
          <p:cNvPicPr/>
          <p:nvPr/>
        </p:nvPicPr>
        <p:blipFill>
          <a:blip r:embed="rId2">
            <a:alphaModFix amt="30000"/>
          </a:blip>
          <a:stretch/>
        </p:blipFill>
        <p:spPr>
          <a:xfrm flipH="1">
            <a:off x="360" y="-3960"/>
            <a:ext cx="9143640" cy="515088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521" name="PlaceHolder 1"/>
          <p:cNvSpPr>
            <a:spLocks noGrp="1"/>
          </p:cNvSpPr>
          <p:nvPr>
            <p:ph type="title"/>
          </p:nvPr>
        </p:nvSpPr>
        <p:spPr>
          <a:xfrm>
            <a:off x="2135520" y="1606320"/>
            <a:ext cx="4872600" cy="1161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b">
            <a:noAutofit/>
          </a:bodyPr>
          <a:p>
            <a:pPr indent="0">
              <a:buNone/>
            </a:pPr>
            <a:r>
              <a:rPr b="0" lang="fr-FR" sz="6000" strike="noStrike" u="none">
                <a:solidFill>
                  <a:schemeClr val="dk1"/>
                </a:solidFill>
                <a:effectLst/>
                <a:uFillTx/>
                <a:latin typeface="Arial"/>
              </a:rPr>
              <a:t>Click to edit the title text format</a:t>
            </a:r>
            <a:endParaRPr b="0" lang="fr-FR" sz="6000" strike="noStrike" u="non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522" name="Google Shape;177;p9"/>
          <p:cNvSpPr/>
          <p:nvPr/>
        </p:nvSpPr>
        <p:spPr>
          <a:xfrm>
            <a:off x="811440" y="167760"/>
            <a:ext cx="404280" cy="488160"/>
          </a:xfrm>
          <a:custGeom>
            <a:avLst/>
            <a:gdLst>
              <a:gd name="textAreaLeft" fmla="*/ 0 w 404280"/>
              <a:gd name="textAreaRight" fmla="*/ 404640 w 404280"/>
              <a:gd name="textAreaTop" fmla="*/ 0 h 488160"/>
              <a:gd name="textAreaBottom" fmla="*/ 488520 h 488160"/>
            </a:gdLst>
            <a:ahLst/>
            <a:cxnLst/>
            <a:rect l="textAreaLeft" t="textAreaTop" r="textAreaRight" b="textAreaBottom"/>
            <a:pathLst>
              <a:path w="622539" h="751297">
                <a:moveTo>
                  <a:pt x="311270" y="751297"/>
                </a:moveTo>
                <a:cubicBezTo>
                  <a:pt x="315645" y="385649"/>
                  <a:pt x="319395" y="381274"/>
                  <a:pt x="622539" y="375649"/>
                </a:cubicBezTo>
                <a:cubicBezTo>
                  <a:pt x="319395" y="370023"/>
                  <a:pt x="315645" y="366273"/>
                  <a:pt x="311270" y="0"/>
                </a:cubicBezTo>
                <a:cubicBezTo>
                  <a:pt x="306894" y="365648"/>
                  <a:pt x="303144" y="370023"/>
                  <a:pt x="0" y="375649"/>
                </a:cubicBezTo>
                <a:cubicBezTo>
                  <a:pt x="303144" y="381274"/>
                  <a:pt x="306894" y="385649"/>
                  <a:pt x="311270" y="751297"/>
                </a:cubicBezTo>
                <a:close/>
              </a:path>
            </a:pathLst>
          </a:custGeom>
          <a:solidFill>
            <a:schemeClr val="dk1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endParaRPr b="0" lang="en-US" sz="1800" strike="noStrike" u="none">
              <a:solidFill>
                <a:srgbClr val="000000"/>
              </a:solidFill>
              <a:effectLst/>
              <a:uFillTx/>
              <a:latin typeface="OpenSymbol"/>
            </a:endParaRPr>
          </a:p>
        </p:txBody>
      </p:sp>
    </p:spTree>
  </p:cSld>
</p:sldLayout>
</file>

<file path=ppt/slideLayouts/slideLayout3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CAPTION_ONLY"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3" name="PlaceHolder 1"/>
          <p:cNvSpPr>
            <a:spLocks noGrp="1"/>
          </p:cNvSpPr>
          <p:nvPr>
            <p:ph type="body"/>
          </p:nvPr>
        </p:nvSpPr>
        <p:spPr>
          <a:xfrm>
            <a:off x="0" y="-13680"/>
            <a:ext cx="9143640" cy="5157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rmAutofit/>
          </a:bodyPr>
          <a:p>
            <a:pPr marL="432000" indent="-324000">
              <a:spcBef>
                <a:spcPts val="1417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fr-FR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  <a:endParaRPr b="0" lang="fr-FR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b="0" lang="fr-FR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  <a:endParaRPr b="0" lang="fr-FR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fr-FR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  <a:endParaRPr b="0" lang="fr-FR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b="0" lang="fr-FR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  <a:endParaRPr b="0" lang="fr-FR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fr-FR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  <a:endParaRPr b="0" lang="fr-FR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fr-FR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  <a:endParaRPr b="0" lang="fr-FR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fr-FR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  <a:endParaRPr b="0" lang="fr-FR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24" name="PlaceHolder 2"/>
          <p:cNvSpPr>
            <a:spLocks noGrp="1"/>
          </p:cNvSpPr>
          <p:nvPr>
            <p:ph type="title"/>
          </p:nvPr>
        </p:nvSpPr>
        <p:spPr>
          <a:xfrm>
            <a:off x="713160" y="3488760"/>
            <a:ext cx="3428280" cy="1097640"/>
          </a:xfrm>
          <a:prstGeom prst="rect">
            <a:avLst/>
          </a:prstGeom>
          <a:solidFill>
            <a:schemeClr val="lt1"/>
          </a:solidFill>
          <a:ln w="0">
            <a:noFill/>
          </a:ln>
        </p:spPr>
        <p:txBody>
          <a:bodyPr lIns="91440" rIns="91440" tIns="91440" bIns="91440" anchor="ctr">
            <a:noAutofit/>
          </a:bodyPr>
          <a:p>
            <a:pPr indent="0">
              <a:buNone/>
            </a:pPr>
            <a:r>
              <a:rPr b="0" lang="fr-FR" sz="2200" strike="noStrike" u="none">
                <a:solidFill>
                  <a:schemeClr val="dk1"/>
                </a:solidFill>
                <a:effectLst/>
                <a:uFillTx/>
                <a:latin typeface="Arial"/>
              </a:rPr>
              <a:t>Click to edit the title text format</a:t>
            </a:r>
            <a:endParaRPr b="0" lang="fr-FR" sz="2200" strike="noStrike" u="non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</p:spTree>
  </p:cSld>
</p:sldLayout>
</file>

<file path=ppt/slideLayouts/slideLayout3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simple-light-2">
    <p:bg>
      <p:bgPr>
        <a:solidFill>
          <a:srgbClr val="0e2a4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</p:sldLayout>
</file>

<file path=ppt/slideLayouts/slideLayout3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Default">
    <p:bg>
      <p:bgPr>
        <a:solidFill>
          <a:srgbClr val="0e2a4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5" name="PlaceHolder 1"/>
          <p:cNvSpPr>
            <a:spLocks noGrp="1"/>
          </p:cNvSpPr>
          <p:nvPr>
            <p:ph type="title"/>
          </p:nvPr>
        </p:nvSpPr>
        <p:spPr>
          <a:xfrm>
            <a:off x="716760" y="511200"/>
            <a:ext cx="7710120" cy="4820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t">
            <a:noAutofit/>
          </a:bodyPr>
          <a:p>
            <a:pPr indent="0">
              <a:buNone/>
            </a:pPr>
            <a:r>
              <a:rPr b="0" lang="fr-FR" sz="2400" strike="noStrike" u="none">
                <a:solidFill>
                  <a:schemeClr val="dk1"/>
                </a:solidFill>
                <a:effectLst/>
                <a:uFillTx/>
                <a:latin typeface="Arial"/>
              </a:rPr>
              <a:t>Click to edit the title text format</a:t>
            </a:r>
            <a:endParaRPr b="0" lang="fr-FR" sz="2400" strike="noStrike" u="non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5" Type="http://schemas.openxmlformats.org/officeDocument/2006/relationships/slideLayout" Target="../slideLayouts/slideLayout4.xml"/><Relationship Id="rId6" Type="http://schemas.openxmlformats.org/officeDocument/2006/relationships/slideLayout" Target="../slideLayouts/slideLayout5.xml"/><Relationship Id="rId7" Type="http://schemas.openxmlformats.org/officeDocument/2006/relationships/slideLayout" Target="../slideLayouts/slideLayout6.xml"/>
</Relationships>
</file>

<file path=ppt/slideMasters/_rels/slideMaster2.xml.rels><?xml version="1.0" encoding="UTF-8"?>
<Relationships xmlns="http://schemas.openxmlformats.org/package/2006/relationships"><Relationship Id="rId1" Type="http://schemas.openxmlformats.org/officeDocument/2006/relationships/theme" Target="../theme/theme2.xml"/><Relationship Id="rId2" Type="http://schemas.openxmlformats.org/officeDocument/2006/relationships/slideLayout" Target="../slideLayouts/slideLayout7.xml"/><Relationship Id="rId3" Type="http://schemas.openxmlformats.org/officeDocument/2006/relationships/slideLayout" Target="../slideLayouts/slideLayout8.xml"/><Relationship Id="rId4" Type="http://schemas.openxmlformats.org/officeDocument/2006/relationships/slideLayout" Target="../slideLayouts/slideLayout9.xml"/><Relationship Id="rId5" Type="http://schemas.openxmlformats.org/officeDocument/2006/relationships/slideLayout" Target="../slideLayouts/slideLayout10.xml"/><Relationship Id="rId6" Type="http://schemas.openxmlformats.org/officeDocument/2006/relationships/slideLayout" Target="../slideLayouts/slideLayout11.xml"/><Relationship Id="rId7" Type="http://schemas.openxmlformats.org/officeDocument/2006/relationships/slideLayout" Target="../slideLayouts/slideLayout12.xml"/><Relationship Id="rId8" Type="http://schemas.openxmlformats.org/officeDocument/2006/relationships/slideLayout" Target="../slideLayouts/slideLayout13.xml"/><Relationship Id="rId9" Type="http://schemas.openxmlformats.org/officeDocument/2006/relationships/slideLayout" Target="../slideLayouts/slideLayout14.xml"/><Relationship Id="rId10" Type="http://schemas.openxmlformats.org/officeDocument/2006/relationships/slideLayout" Target="../slideLayouts/slideLayout15.xml"/><Relationship Id="rId11" Type="http://schemas.openxmlformats.org/officeDocument/2006/relationships/slideLayout" Target="../slideLayouts/slideLayout16.xml"/><Relationship Id="rId12" Type="http://schemas.openxmlformats.org/officeDocument/2006/relationships/slideLayout" Target="../slideLayouts/slideLayout17.xml"/><Relationship Id="rId13" Type="http://schemas.openxmlformats.org/officeDocument/2006/relationships/slideLayout" Target="../slideLayouts/slideLayout18.xml"/>
</Relationships>
</file>

<file path=ppt/slideMasters/_rels/slideMaster3.xml.rels><?xml version="1.0" encoding="UTF-8"?>
<Relationships xmlns="http://schemas.openxmlformats.org/package/2006/relationships"><Relationship Id="rId1" Type="http://schemas.openxmlformats.org/officeDocument/2006/relationships/theme" Target="../theme/theme3.xml"/><Relationship Id="rId2" Type="http://schemas.openxmlformats.org/officeDocument/2006/relationships/slideLayout" Target="../slideLayouts/slideLayout19.xml"/><Relationship Id="rId3" Type="http://schemas.openxmlformats.org/officeDocument/2006/relationships/slideLayout" Target="../slideLayouts/slideLayout20.xml"/><Relationship Id="rId4" Type="http://schemas.openxmlformats.org/officeDocument/2006/relationships/slideLayout" Target="../slideLayouts/slideLayout21.xml"/><Relationship Id="rId5" Type="http://schemas.openxmlformats.org/officeDocument/2006/relationships/slideLayout" Target="../slideLayouts/slideLayout22.xml"/><Relationship Id="rId6" Type="http://schemas.openxmlformats.org/officeDocument/2006/relationships/slideLayout" Target="../slideLayouts/slideLayout23.xml"/><Relationship Id="rId7" Type="http://schemas.openxmlformats.org/officeDocument/2006/relationships/slideLayout" Target="../slideLayouts/slideLayout24.xml"/><Relationship Id="rId8" Type="http://schemas.openxmlformats.org/officeDocument/2006/relationships/slideLayout" Target="../slideLayouts/slideLayout25.xml"/><Relationship Id="rId9" Type="http://schemas.openxmlformats.org/officeDocument/2006/relationships/slideLayout" Target="../slideLayouts/slideLayout26.xml"/><Relationship Id="rId10" Type="http://schemas.openxmlformats.org/officeDocument/2006/relationships/slideLayout" Target="../slideLayouts/slideLayout27.xml"/><Relationship Id="rId11" Type="http://schemas.openxmlformats.org/officeDocument/2006/relationships/slideLayout" Target="../slideLayouts/slideLayout28.xml"/><Relationship Id="rId12" Type="http://schemas.openxmlformats.org/officeDocument/2006/relationships/slideLayout" Target="../slideLayouts/slideLayout29.xml"/><Relationship Id="rId13" Type="http://schemas.openxmlformats.org/officeDocument/2006/relationships/slideLayout" Target="../slideLayouts/slideLayout30.xml"/>
</Relationships>
</file>

<file path=ppt/slideMasters/_rels/slideMaster31.xml.rels><?xml version="1.0" encoding="UTF-8"?>
<Relationships xmlns="http://schemas.openxmlformats.org/package/2006/relationships"><Relationship Id="rId1" Type="http://schemas.openxmlformats.org/officeDocument/2006/relationships/theme" Target="../theme/theme4.xml"/><Relationship Id="rId2" Type="http://schemas.openxmlformats.org/officeDocument/2006/relationships/slideLayout" Target="../slideLayouts/slideLayout31.xml"/><Relationship Id="rId3" Type="http://schemas.openxmlformats.org/officeDocument/2006/relationships/slideLayout" Target="../slideLayouts/slideLayout32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</p:sldLayoutIdLst>
</p:sldMaster>
</file>

<file path=ppt/slideMasters/slideMaster2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dk2" tx2="lt2" accent1="accent1" accent2="accent2" accent3="accent3" accent4="accent4" accent5="accent5" accent6="accent6" hlink="hlink" folHlink="folHlink"/>
  <p:sldLayoutIdLst>
    <p:sldLayoutId id="2147483656" r:id="rId2"/>
    <p:sldLayoutId id="2147483657" r:id="rId3"/>
    <p:sldLayoutId id="2147483658" r:id="rId4"/>
    <p:sldLayoutId id="2147483659" r:id="rId5"/>
    <p:sldLayoutId id="2147483660" r:id="rId6"/>
    <p:sldLayoutId id="2147483661" r:id="rId7"/>
    <p:sldLayoutId id="2147483662" r:id="rId8"/>
    <p:sldLayoutId id="2147483663" r:id="rId9"/>
    <p:sldLayoutId id="2147483664" r:id="rId10"/>
    <p:sldLayoutId id="2147483665" r:id="rId11"/>
    <p:sldLayoutId id="2147483666" r:id="rId12"/>
    <p:sldLayoutId id="2147483667" r:id="rId13"/>
  </p:sldLayoutIdLst>
</p:sldMaster>
</file>

<file path=ppt/slideMasters/slideMaster3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dk2" tx2="lt2" accent1="accent1" accent2="accent2" accent3="accent3" accent4="accent4" accent5="accent5" accent6="accent6" hlink="hlink" folHlink="folHlink"/>
  <p:sldLayoutIdLst>
    <p:sldLayoutId id="2147483669" r:id="rId2"/>
    <p:sldLayoutId id="2147483670" r:id="rId3"/>
    <p:sldLayoutId id="2147483671" r:id="rId4"/>
    <p:sldLayoutId id="2147483672" r:id="rId5"/>
    <p:sldLayoutId id="2147483673" r:id="rId6"/>
    <p:sldLayoutId id="2147483674" r:id="rId7"/>
    <p:sldLayoutId id="2147483675" r:id="rId8"/>
    <p:sldLayoutId id="2147483676" r:id="rId9"/>
    <p:sldLayoutId id="2147483677" r:id="rId10"/>
    <p:sldLayoutId id="2147483678" r:id="rId11"/>
    <p:sldLayoutId id="2147483679" r:id="rId12"/>
    <p:sldLayoutId id="2147483680" r:id="rId13"/>
  </p:sldLayoutIdLst>
</p:sldMaster>
</file>

<file path=ppt/slideMasters/slideMaster3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dk2" tx2="lt2" accent1="accent1" accent2="accent2" accent3="accent3" accent4="accent4" accent5="accent5" accent6="accent6" hlink="hlink" folHlink="folHlink"/>
  <p:sldLayoutIdLst>
    <p:sldLayoutId id="2147483682" r:id="rId2"/>
    <p:sldLayoutId id="2147483683" r:id="rId3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image" Target="../media/image3.png"/><Relationship Id="rId2" Type="http://schemas.openxmlformats.org/officeDocument/2006/relationships/slideLayout" Target="../slideLayouts/slideLayout11.xml"/>
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image" Target="../media/image4.png"/><Relationship Id="rId2" Type="http://schemas.openxmlformats.org/officeDocument/2006/relationships/slideLayout" Target="../slideLayouts/slideLayout6.xml"/>
</Relationships>
</file>

<file path=ppt/slides/_rels/slide4.xml.rels><?xml version="1.0" encoding="UTF-8"?>
<Relationships xmlns="http://schemas.openxmlformats.org/package/2006/relationships"><Relationship Id="rId1" Type="http://schemas.openxmlformats.org/officeDocument/2006/relationships/image" Target="../media/image5.png"/><Relationship Id="rId2" Type="http://schemas.openxmlformats.org/officeDocument/2006/relationships/slideLayout" Target="../slideLayouts/slideLayout11.xml"/>
</Relationships>
</file>

<file path=ppt/slides/_rels/slide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6.xml"/>
</Relationships>
</file>

<file path=ppt/slides/_rels/slide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6.xml"/>
</Relationships>
</file>

<file path=ppt/slides/_rels/slide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6.xml"/>
</Relationships>
</file>

<file path=ppt/slides/_rels/slide8.xml.rels><?xml version="1.0" encoding="UTF-8"?>
<Relationships xmlns="http://schemas.openxmlformats.org/package/2006/relationships"><Relationship Id="rId1" Type="http://schemas.openxmlformats.org/officeDocument/2006/relationships/slideLayout" Target="../slideLayouts/slideLayout6.xml"/>
</Relationships>
</file>

<file path=ppt/slides/_rels/slide9.xml.rels><?xml version="1.0" encoding="UTF-8"?>
<Relationships xmlns="http://schemas.openxmlformats.org/package/2006/relationships"><Relationship Id="rId1" Type="http://schemas.openxmlformats.org/officeDocument/2006/relationships/slideLayout" Target="../slideLayouts/slideLayout6.xml"/>
</Relationships>
</file>

<file path=ppt/slides/_rels/slide10.xml.rels><?xml version="1.0" encoding="UTF-8"?>
<Relationships xmlns="http://schemas.openxmlformats.org/package/2006/relationships"><Relationship Id="rId1" Type="http://schemas.openxmlformats.org/officeDocument/2006/relationships/image" Target="../media/image6.png"/><Relationship Id="rId2" Type="http://schemas.openxmlformats.org/officeDocument/2006/relationships/slideLayout" Target="../slideLayouts/slideLayout6.xml"/>
</Relationships>
</file>

<file path=ppt/slides/_rels/slide11.xml.rels><?xml version="1.0" encoding="UTF-8"?>
<Relationships xmlns="http://schemas.openxmlformats.org/package/2006/relationships"><Relationship Id="rId1" Type="http://schemas.openxmlformats.org/officeDocument/2006/relationships/image" Target="../media/image7.png"/><Relationship Id="rId2" Type="http://schemas.openxmlformats.org/officeDocument/2006/relationships/slideLayout" Target="../slideLayouts/slideLayout11.xml"/>
</Relationships>
</file>

<file path=ppt/slides/_rels/slide1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4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6" name="PlaceHolder 1"/>
          <p:cNvSpPr>
            <a:spLocks noGrp="1"/>
          </p:cNvSpPr>
          <p:nvPr>
            <p:ph type="title"/>
          </p:nvPr>
        </p:nvSpPr>
        <p:spPr>
          <a:xfrm>
            <a:off x="1838160" y="1152360"/>
            <a:ext cx="5428800" cy="17427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b">
            <a:normAutofit/>
          </a:bodyPr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600" strike="noStrike" u="none">
                <a:solidFill>
                  <a:schemeClr val="dk1"/>
                </a:solidFill>
                <a:effectLst/>
                <a:uFillTx/>
                <a:latin typeface="Commissioner"/>
                <a:ea typeface="Commissioner"/>
              </a:rPr>
              <a:t>Viva Structure</a:t>
            </a:r>
            <a:endParaRPr b="0" lang="fr-FR" sz="1600" strike="noStrike" u="non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527" name="PlaceHolder 2"/>
          <p:cNvSpPr>
            <a:spLocks noGrp="1"/>
          </p:cNvSpPr>
          <p:nvPr>
            <p:ph type="subTitle"/>
          </p:nvPr>
        </p:nvSpPr>
        <p:spPr>
          <a:xfrm>
            <a:off x="1838160" y="3076560"/>
            <a:ext cx="5428800" cy="4759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t">
            <a:normAutofit/>
          </a:bodyPr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600" strike="noStrike" u="none">
                <a:solidFill>
                  <a:schemeClr val="dk1"/>
                </a:solidFill>
                <a:effectLst/>
                <a:uFillTx/>
                <a:latin typeface="Anek Telugu"/>
                <a:ea typeface="Anek Telugu"/>
              </a:rPr>
              <a:t>Clear 10-Slide Project Presentation Guide</a:t>
            </a:r>
            <a:endParaRPr b="0" lang="en-US" sz="1600" strike="noStrike" u="none">
              <a:solidFill>
                <a:srgbClr val="ffffff"/>
              </a:solidFill>
              <a:effectLst/>
              <a:uFillTx/>
              <a:latin typeface="OpenSymbol"/>
            </a:endParaRPr>
          </a:p>
        </p:txBody>
      </p:sp>
      <p:sp>
        <p:nvSpPr>
          <p:cNvPr id="528" name="PlaceHolder 3"/>
          <p:cNvSpPr>
            <a:spLocks noGrp="1"/>
          </p:cNvSpPr>
          <p:nvPr>
            <p:ph type="title"/>
          </p:nvPr>
        </p:nvSpPr>
        <p:spPr>
          <a:xfrm>
            <a:off x="7229520" y="466560"/>
            <a:ext cx="1199880" cy="4284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b">
            <a:normAutofit fontScale="92500" lnSpcReduction="9999"/>
          </a:bodyPr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600" strike="noStrike" u="none">
                <a:solidFill>
                  <a:schemeClr val="dk1"/>
                </a:solidFill>
                <a:effectLst/>
                <a:uFillTx/>
                <a:latin typeface="Commissioner"/>
                <a:ea typeface="Commissioner"/>
              </a:rPr>
              <a:t>Viva Structure</a:t>
            </a:r>
            <a:endParaRPr b="0" lang="fr-FR" sz="1600" strike="noStrike" u="non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grpSp>
        <p:nvGrpSpPr>
          <p:cNvPr id="529" name="Google Shape;634;p35"/>
          <p:cNvGrpSpPr/>
          <p:nvPr/>
        </p:nvGrpSpPr>
        <p:grpSpPr>
          <a:xfrm>
            <a:off x="-1320480" y="2524680"/>
            <a:ext cx="2771280" cy="2771280"/>
            <a:chOff x="-1320480" y="2524680"/>
            <a:chExt cx="2771280" cy="2771280"/>
          </a:xfrm>
        </p:grpSpPr>
        <p:sp>
          <p:nvSpPr>
            <p:cNvPr id="530" name="Google Shape;635;p35"/>
            <p:cNvSpPr/>
            <p:nvPr/>
          </p:nvSpPr>
          <p:spPr>
            <a:xfrm>
              <a:off x="-1320480" y="3846960"/>
              <a:ext cx="1264320" cy="127080"/>
            </a:xfrm>
            <a:custGeom>
              <a:avLst/>
              <a:gdLst>
                <a:gd name="textAreaLeft" fmla="*/ 0 w 1264320"/>
                <a:gd name="textAreaRight" fmla="*/ 1264680 w 1264320"/>
                <a:gd name="textAreaTop" fmla="*/ 0 h 127080"/>
                <a:gd name="textAreaBottom" fmla="*/ 127440 h 127080"/>
              </a:gdLst>
              <a:ahLst/>
              <a:cxnLst/>
              <a:rect l="textAreaLeft" t="textAreaTop" r="textAreaRight" b="textAreaBottom"/>
              <a:pathLst>
                <a:path w="1575723" h="158763">
                  <a:moveTo>
                    <a:pt x="1099444" y="158764"/>
                  </a:moveTo>
                  <a:cubicBezTo>
                    <a:pt x="888806" y="158764"/>
                    <a:pt x="617539" y="138137"/>
                    <a:pt x="266891" y="111886"/>
                  </a:cubicBezTo>
                  <a:cubicBezTo>
                    <a:pt x="186262" y="105635"/>
                    <a:pt x="101881" y="99385"/>
                    <a:pt x="12501" y="93135"/>
                  </a:cubicBezTo>
                  <a:cubicBezTo>
                    <a:pt x="5000" y="92510"/>
                    <a:pt x="0" y="86884"/>
                    <a:pt x="0" y="79384"/>
                  </a:cubicBezTo>
                  <a:cubicBezTo>
                    <a:pt x="0" y="71883"/>
                    <a:pt x="5000" y="66258"/>
                    <a:pt x="12501" y="65633"/>
                  </a:cubicBezTo>
                  <a:cubicBezTo>
                    <a:pt x="101256" y="59382"/>
                    <a:pt x="186262" y="52507"/>
                    <a:pt x="266891" y="46882"/>
                  </a:cubicBezTo>
                  <a:cubicBezTo>
                    <a:pt x="961936" y="-5622"/>
                    <a:pt x="1344459" y="-34374"/>
                    <a:pt x="1562598" y="73133"/>
                  </a:cubicBezTo>
                  <a:lnTo>
                    <a:pt x="1575724" y="79384"/>
                  </a:lnTo>
                  <a:lnTo>
                    <a:pt x="1562598" y="85634"/>
                  </a:lnTo>
                  <a:cubicBezTo>
                    <a:pt x="1454466" y="138762"/>
                    <a:pt x="1306332" y="158764"/>
                    <a:pt x="1099444" y="158764"/>
                  </a:cubicBezTo>
                  <a:close/>
                  <a:moveTo>
                    <a:pt x="23751" y="79384"/>
                  </a:moveTo>
                  <a:cubicBezTo>
                    <a:pt x="108757" y="85634"/>
                    <a:pt x="190012" y="91884"/>
                    <a:pt x="268142" y="97510"/>
                  </a:cubicBezTo>
                  <a:cubicBezTo>
                    <a:pt x="946310" y="148763"/>
                    <a:pt x="1326333" y="177515"/>
                    <a:pt x="1543222" y="79384"/>
                  </a:cubicBezTo>
                  <a:cubicBezTo>
                    <a:pt x="1326333" y="-18748"/>
                    <a:pt x="946935" y="10004"/>
                    <a:pt x="268767" y="61258"/>
                  </a:cubicBezTo>
                  <a:cubicBezTo>
                    <a:pt x="190637" y="66883"/>
                    <a:pt x="109382" y="73133"/>
                    <a:pt x="23751" y="79384"/>
                  </a:cubicBezTo>
                  <a:close/>
                </a:path>
              </a:pathLst>
            </a:custGeom>
            <a:solidFill>
              <a:schemeClr val="accent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531" name="Google Shape;636;p35"/>
            <p:cNvSpPr/>
            <p:nvPr/>
          </p:nvSpPr>
          <p:spPr>
            <a:xfrm>
              <a:off x="1440" y="2524680"/>
              <a:ext cx="127080" cy="1264320"/>
            </a:xfrm>
            <a:custGeom>
              <a:avLst/>
              <a:gdLst>
                <a:gd name="textAreaLeft" fmla="*/ 0 w 127080"/>
                <a:gd name="textAreaRight" fmla="*/ 127440 w 127080"/>
                <a:gd name="textAreaTop" fmla="*/ 0 h 1264320"/>
                <a:gd name="textAreaBottom" fmla="*/ 1264680 h 1264320"/>
              </a:gdLst>
              <a:ahLst/>
              <a:cxnLst/>
              <a:rect l="textAreaLeft" t="textAreaTop" r="textAreaRight" b="textAreaBottom"/>
              <a:pathLst>
                <a:path w="158767" h="1575723">
                  <a:moveTo>
                    <a:pt x="79383" y="1575724"/>
                  </a:moveTo>
                  <a:lnTo>
                    <a:pt x="73133" y="1562598"/>
                  </a:lnTo>
                  <a:cubicBezTo>
                    <a:pt x="-34373" y="1344459"/>
                    <a:pt x="-5622" y="961935"/>
                    <a:pt x="46882" y="266892"/>
                  </a:cubicBezTo>
                  <a:cubicBezTo>
                    <a:pt x="53132" y="186262"/>
                    <a:pt x="59382" y="101256"/>
                    <a:pt x="65633" y="12501"/>
                  </a:cubicBezTo>
                  <a:lnTo>
                    <a:pt x="65633" y="12501"/>
                  </a:lnTo>
                  <a:cubicBezTo>
                    <a:pt x="66258" y="5000"/>
                    <a:pt x="71883" y="0"/>
                    <a:pt x="79383" y="0"/>
                  </a:cubicBezTo>
                  <a:cubicBezTo>
                    <a:pt x="79383" y="0"/>
                    <a:pt x="79383" y="0"/>
                    <a:pt x="79383" y="0"/>
                  </a:cubicBezTo>
                  <a:cubicBezTo>
                    <a:pt x="86884" y="0"/>
                    <a:pt x="92509" y="5000"/>
                    <a:pt x="93135" y="12501"/>
                  </a:cubicBezTo>
                  <a:cubicBezTo>
                    <a:pt x="99385" y="101881"/>
                    <a:pt x="106260" y="186262"/>
                    <a:pt x="111886" y="266892"/>
                  </a:cubicBezTo>
                  <a:cubicBezTo>
                    <a:pt x="164389" y="961935"/>
                    <a:pt x="193141" y="1344459"/>
                    <a:pt x="85634" y="1561973"/>
                  </a:cubicBezTo>
                  <a:lnTo>
                    <a:pt x="79383" y="1575724"/>
                  </a:lnTo>
                  <a:close/>
                  <a:moveTo>
                    <a:pt x="79383" y="24377"/>
                  </a:moveTo>
                  <a:cubicBezTo>
                    <a:pt x="73133" y="110007"/>
                    <a:pt x="66883" y="191262"/>
                    <a:pt x="61257" y="268767"/>
                  </a:cubicBezTo>
                  <a:cubicBezTo>
                    <a:pt x="10004" y="946934"/>
                    <a:pt x="-18747" y="1326333"/>
                    <a:pt x="79383" y="1543222"/>
                  </a:cubicBezTo>
                  <a:cubicBezTo>
                    <a:pt x="177515" y="1326333"/>
                    <a:pt x="148763" y="946934"/>
                    <a:pt x="97510" y="268767"/>
                  </a:cubicBezTo>
                  <a:cubicBezTo>
                    <a:pt x="91884" y="191262"/>
                    <a:pt x="85634" y="109382"/>
                    <a:pt x="79383" y="24377"/>
                  </a:cubicBezTo>
                  <a:close/>
                </a:path>
              </a:pathLst>
            </a:custGeom>
            <a:solidFill>
              <a:schemeClr val="accent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532" name="Google Shape;637;p35"/>
            <p:cNvSpPr/>
            <p:nvPr/>
          </p:nvSpPr>
          <p:spPr>
            <a:xfrm>
              <a:off x="1440" y="4031640"/>
              <a:ext cx="127080" cy="1264320"/>
            </a:xfrm>
            <a:custGeom>
              <a:avLst/>
              <a:gdLst>
                <a:gd name="textAreaLeft" fmla="*/ 0 w 127080"/>
                <a:gd name="textAreaRight" fmla="*/ 127440 w 127080"/>
                <a:gd name="textAreaTop" fmla="*/ 0 h 1264320"/>
                <a:gd name="textAreaBottom" fmla="*/ 1264680 h 1264320"/>
              </a:gdLst>
              <a:ahLst/>
              <a:cxnLst/>
              <a:rect l="textAreaLeft" t="textAreaTop" r="textAreaRight" b="textAreaBottom"/>
              <a:pathLst>
                <a:path w="158767" h="1575724">
                  <a:moveTo>
                    <a:pt x="79383" y="1575724"/>
                  </a:moveTo>
                  <a:cubicBezTo>
                    <a:pt x="71883" y="1575724"/>
                    <a:pt x="66258" y="1570724"/>
                    <a:pt x="65633" y="1563223"/>
                  </a:cubicBezTo>
                  <a:cubicBezTo>
                    <a:pt x="59382" y="1474468"/>
                    <a:pt x="52507" y="1389462"/>
                    <a:pt x="46882" y="1308832"/>
                  </a:cubicBezTo>
                  <a:cubicBezTo>
                    <a:pt x="-5622" y="613788"/>
                    <a:pt x="-34373" y="231265"/>
                    <a:pt x="73133" y="13126"/>
                  </a:cubicBezTo>
                  <a:lnTo>
                    <a:pt x="79383" y="0"/>
                  </a:lnTo>
                  <a:lnTo>
                    <a:pt x="85634" y="13126"/>
                  </a:lnTo>
                  <a:cubicBezTo>
                    <a:pt x="193141" y="231265"/>
                    <a:pt x="164389" y="613788"/>
                    <a:pt x="111886" y="1308207"/>
                  </a:cubicBezTo>
                  <a:cubicBezTo>
                    <a:pt x="105636" y="1388837"/>
                    <a:pt x="99385" y="1473843"/>
                    <a:pt x="93135" y="1563223"/>
                  </a:cubicBezTo>
                  <a:cubicBezTo>
                    <a:pt x="92509" y="1570724"/>
                    <a:pt x="86884" y="1575724"/>
                    <a:pt x="79383" y="1575724"/>
                  </a:cubicBezTo>
                  <a:cubicBezTo>
                    <a:pt x="79383" y="1575724"/>
                    <a:pt x="79383" y="1575724"/>
                    <a:pt x="79383" y="1575724"/>
                  </a:cubicBezTo>
                  <a:close/>
                  <a:moveTo>
                    <a:pt x="79383" y="33127"/>
                  </a:moveTo>
                  <a:cubicBezTo>
                    <a:pt x="-18747" y="250016"/>
                    <a:pt x="10004" y="630040"/>
                    <a:pt x="61257" y="1307582"/>
                  </a:cubicBezTo>
                  <a:cubicBezTo>
                    <a:pt x="66883" y="1385087"/>
                    <a:pt x="73133" y="1466342"/>
                    <a:pt x="79383" y="1551973"/>
                  </a:cubicBezTo>
                  <a:cubicBezTo>
                    <a:pt x="85634" y="1466342"/>
                    <a:pt x="91884" y="1385087"/>
                    <a:pt x="97510" y="1307582"/>
                  </a:cubicBezTo>
                  <a:cubicBezTo>
                    <a:pt x="148763" y="629414"/>
                    <a:pt x="177515" y="250016"/>
                    <a:pt x="79383" y="33127"/>
                  </a:cubicBezTo>
                  <a:close/>
                </a:path>
              </a:pathLst>
            </a:custGeom>
            <a:solidFill>
              <a:schemeClr val="accent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533" name="Google Shape;638;p35"/>
            <p:cNvSpPr/>
            <p:nvPr/>
          </p:nvSpPr>
          <p:spPr>
            <a:xfrm>
              <a:off x="186480" y="3846960"/>
              <a:ext cx="1264320" cy="127080"/>
            </a:xfrm>
            <a:custGeom>
              <a:avLst/>
              <a:gdLst>
                <a:gd name="textAreaLeft" fmla="*/ 0 w 1264320"/>
                <a:gd name="textAreaRight" fmla="*/ 1264680 w 1264320"/>
                <a:gd name="textAreaTop" fmla="*/ 0 h 127080"/>
                <a:gd name="textAreaBottom" fmla="*/ 127440 h 127080"/>
              </a:gdLst>
              <a:ahLst/>
              <a:cxnLst/>
              <a:rect l="textAreaLeft" t="textAreaTop" r="textAreaRight" b="textAreaBottom"/>
              <a:pathLst>
                <a:path w="1575723" h="158763">
                  <a:moveTo>
                    <a:pt x="476280" y="158764"/>
                  </a:moveTo>
                  <a:cubicBezTo>
                    <a:pt x="269392" y="158764"/>
                    <a:pt x="120632" y="138762"/>
                    <a:pt x="13126" y="85634"/>
                  </a:cubicBezTo>
                  <a:lnTo>
                    <a:pt x="0" y="79384"/>
                  </a:lnTo>
                  <a:lnTo>
                    <a:pt x="13126" y="73133"/>
                  </a:lnTo>
                  <a:cubicBezTo>
                    <a:pt x="231265" y="-34374"/>
                    <a:pt x="613788" y="-5622"/>
                    <a:pt x="1308832" y="46882"/>
                  </a:cubicBezTo>
                  <a:cubicBezTo>
                    <a:pt x="1389462" y="53132"/>
                    <a:pt x="1474467" y="59382"/>
                    <a:pt x="1563223" y="65633"/>
                  </a:cubicBezTo>
                  <a:cubicBezTo>
                    <a:pt x="1570723" y="66258"/>
                    <a:pt x="1575724" y="71883"/>
                    <a:pt x="1575724" y="79384"/>
                  </a:cubicBezTo>
                  <a:cubicBezTo>
                    <a:pt x="1575724" y="86884"/>
                    <a:pt x="1570723" y="92510"/>
                    <a:pt x="1563223" y="93135"/>
                  </a:cubicBezTo>
                  <a:cubicBezTo>
                    <a:pt x="1474467" y="99385"/>
                    <a:pt x="1389462" y="106260"/>
                    <a:pt x="1308832" y="111886"/>
                  </a:cubicBezTo>
                  <a:cubicBezTo>
                    <a:pt x="958185" y="138137"/>
                    <a:pt x="686918" y="158764"/>
                    <a:pt x="476280" y="158764"/>
                  </a:cubicBezTo>
                  <a:close/>
                  <a:moveTo>
                    <a:pt x="33127" y="79384"/>
                  </a:moveTo>
                  <a:cubicBezTo>
                    <a:pt x="250016" y="177515"/>
                    <a:pt x="630039" y="148763"/>
                    <a:pt x="1308207" y="97510"/>
                  </a:cubicBezTo>
                  <a:cubicBezTo>
                    <a:pt x="1385712" y="91884"/>
                    <a:pt x="1466967" y="85634"/>
                    <a:pt x="1552597" y="79384"/>
                  </a:cubicBezTo>
                  <a:cubicBezTo>
                    <a:pt x="1466967" y="73133"/>
                    <a:pt x="1385712" y="66883"/>
                    <a:pt x="1308207" y="61258"/>
                  </a:cubicBezTo>
                  <a:cubicBezTo>
                    <a:pt x="629414" y="10004"/>
                    <a:pt x="249390" y="-18748"/>
                    <a:pt x="33127" y="79384"/>
                  </a:cubicBezTo>
                  <a:close/>
                </a:path>
              </a:pathLst>
            </a:custGeom>
            <a:solidFill>
              <a:schemeClr val="accent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534" name="Google Shape;639;p35"/>
            <p:cNvSpPr/>
            <p:nvPr/>
          </p:nvSpPr>
          <p:spPr>
            <a:xfrm>
              <a:off x="-918000" y="3997080"/>
              <a:ext cx="897120" cy="896760"/>
            </a:xfrm>
            <a:custGeom>
              <a:avLst/>
              <a:gdLst>
                <a:gd name="textAreaLeft" fmla="*/ 0 w 897120"/>
                <a:gd name="textAreaRight" fmla="*/ 897480 w 897120"/>
                <a:gd name="textAreaTop" fmla="*/ 0 h 896760"/>
                <a:gd name="textAreaBottom" fmla="*/ 897120 h 896760"/>
              </a:gdLst>
              <a:ahLst/>
              <a:cxnLst/>
              <a:rect l="textAreaLeft" t="textAreaTop" r="textAreaRight" b="textAreaBottom"/>
              <a:pathLst>
                <a:path w="1117897" h="1117570">
                  <a:moveTo>
                    <a:pt x="13453" y="1117570"/>
                  </a:moveTo>
                  <a:cubicBezTo>
                    <a:pt x="10328" y="1117570"/>
                    <a:pt x="6578" y="1116320"/>
                    <a:pt x="4077" y="1113195"/>
                  </a:cubicBezTo>
                  <a:cubicBezTo>
                    <a:pt x="-923" y="1108195"/>
                    <a:pt x="-1548" y="1100069"/>
                    <a:pt x="3452" y="1095069"/>
                  </a:cubicBezTo>
                  <a:cubicBezTo>
                    <a:pt x="61581" y="1027565"/>
                    <a:pt x="117210" y="963185"/>
                    <a:pt x="169713" y="901932"/>
                  </a:cubicBezTo>
                  <a:cubicBezTo>
                    <a:pt x="624116" y="373773"/>
                    <a:pt x="874132" y="82505"/>
                    <a:pt x="1104147" y="4375"/>
                  </a:cubicBezTo>
                  <a:lnTo>
                    <a:pt x="1117897" y="0"/>
                  </a:lnTo>
                  <a:lnTo>
                    <a:pt x="1113522" y="13751"/>
                  </a:lnTo>
                  <a:cubicBezTo>
                    <a:pt x="1035392" y="243765"/>
                    <a:pt x="744124" y="493781"/>
                    <a:pt x="215966" y="948184"/>
                  </a:cubicBezTo>
                  <a:cubicBezTo>
                    <a:pt x="154712" y="1000688"/>
                    <a:pt x="90333" y="1056316"/>
                    <a:pt x="22204" y="1115070"/>
                  </a:cubicBezTo>
                  <a:lnTo>
                    <a:pt x="22204" y="1115070"/>
                  </a:lnTo>
                  <a:cubicBezTo>
                    <a:pt x="19703" y="1116320"/>
                    <a:pt x="16578" y="1117570"/>
                    <a:pt x="13453" y="1117570"/>
                  </a:cubicBezTo>
                  <a:close/>
                  <a:moveTo>
                    <a:pt x="1094771" y="22501"/>
                  </a:moveTo>
                  <a:cubicBezTo>
                    <a:pt x="872257" y="106257"/>
                    <a:pt x="624116" y="395025"/>
                    <a:pt x="180963" y="910682"/>
                  </a:cubicBezTo>
                  <a:cubicBezTo>
                    <a:pt x="130335" y="970061"/>
                    <a:pt x="77207" y="1031940"/>
                    <a:pt x="20953" y="1096319"/>
                  </a:cubicBezTo>
                  <a:cubicBezTo>
                    <a:pt x="85958" y="1040065"/>
                    <a:pt x="147836" y="986937"/>
                    <a:pt x="206590" y="936309"/>
                  </a:cubicBezTo>
                  <a:cubicBezTo>
                    <a:pt x="722247" y="493156"/>
                    <a:pt x="1011016" y="245015"/>
                    <a:pt x="1094771" y="22501"/>
                  </a:cubicBezTo>
                  <a:close/>
                </a:path>
              </a:pathLst>
            </a:custGeom>
            <a:solidFill>
              <a:schemeClr val="accent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535" name="Google Shape;640;p35"/>
            <p:cNvSpPr/>
            <p:nvPr/>
          </p:nvSpPr>
          <p:spPr>
            <a:xfrm>
              <a:off x="151560" y="3997080"/>
              <a:ext cx="897120" cy="896760"/>
            </a:xfrm>
            <a:custGeom>
              <a:avLst/>
              <a:gdLst>
                <a:gd name="textAreaLeft" fmla="*/ 0 w 897120"/>
                <a:gd name="textAreaRight" fmla="*/ 897480 w 897120"/>
                <a:gd name="textAreaTop" fmla="*/ 0 h 896760"/>
                <a:gd name="textAreaBottom" fmla="*/ 897120 h 896760"/>
              </a:gdLst>
              <a:ahLst/>
              <a:cxnLst/>
              <a:rect l="textAreaLeft" t="textAreaTop" r="textAreaRight" b="textAreaBottom"/>
              <a:pathLst>
                <a:path w="1117897" h="1117570">
                  <a:moveTo>
                    <a:pt x="1103819" y="1117570"/>
                  </a:moveTo>
                  <a:cubicBezTo>
                    <a:pt x="1100694" y="1117570"/>
                    <a:pt x="1097569" y="1116320"/>
                    <a:pt x="1095069" y="1114445"/>
                  </a:cubicBezTo>
                  <a:cubicBezTo>
                    <a:pt x="1027564" y="1056316"/>
                    <a:pt x="963185" y="1000688"/>
                    <a:pt x="901931" y="948184"/>
                  </a:cubicBezTo>
                  <a:cubicBezTo>
                    <a:pt x="373148" y="493781"/>
                    <a:pt x="82505" y="243765"/>
                    <a:pt x="4375" y="13751"/>
                  </a:cubicBezTo>
                  <a:lnTo>
                    <a:pt x="0" y="0"/>
                  </a:lnTo>
                  <a:lnTo>
                    <a:pt x="13751" y="4375"/>
                  </a:lnTo>
                  <a:cubicBezTo>
                    <a:pt x="243765" y="82505"/>
                    <a:pt x="493781" y="373773"/>
                    <a:pt x="948184" y="901932"/>
                  </a:cubicBezTo>
                  <a:cubicBezTo>
                    <a:pt x="1000688" y="963185"/>
                    <a:pt x="1056316" y="1027565"/>
                    <a:pt x="1114445" y="1095069"/>
                  </a:cubicBezTo>
                  <a:lnTo>
                    <a:pt x="1114445" y="1095069"/>
                  </a:lnTo>
                  <a:cubicBezTo>
                    <a:pt x="1119445" y="1100694"/>
                    <a:pt x="1118820" y="1108195"/>
                    <a:pt x="1113820" y="1113820"/>
                  </a:cubicBezTo>
                  <a:cubicBezTo>
                    <a:pt x="1110695" y="1116320"/>
                    <a:pt x="1107569" y="1117570"/>
                    <a:pt x="1103819" y="1117570"/>
                  </a:cubicBezTo>
                  <a:close/>
                  <a:moveTo>
                    <a:pt x="22501" y="22501"/>
                  </a:moveTo>
                  <a:cubicBezTo>
                    <a:pt x="106257" y="245015"/>
                    <a:pt x="395025" y="493156"/>
                    <a:pt x="910682" y="936934"/>
                  </a:cubicBezTo>
                  <a:cubicBezTo>
                    <a:pt x="969436" y="987562"/>
                    <a:pt x="1031940" y="1040690"/>
                    <a:pt x="1096318" y="1096944"/>
                  </a:cubicBezTo>
                  <a:cubicBezTo>
                    <a:pt x="1040690" y="1031940"/>
                    <a:pt x="986936" y="970061"/>
                    <a:pt x="936308" y="911307"/>
                  </a:cubicBezTo>
                  <a:cubicBezTo>
                    <a:pt x="493781" y="395025"/>
                    <a:pt x="245640" y="106257"/>
                    <a:pt x="22501" y="22501"/>
                  </a:cubicBezTo>
                  <a:close/>
                </a:path>
              </a:pathLst>
            </a:custGeom>
            <a:solidFill>
              <a:schemeClr val="accent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536" name="Google Shape;641;p35"/>
            <p:cNvSpPr/>
            <p:nvPr/>
          </p:nvSpPr>
          <p:spPr>
            <a:xfrm>
              <a:off x="151200" y="2927160"/>
              <a:ext cx="897120" cy="897480"/>
            </a:xfrm>
            <a:custGeom>
              <a:avLst/>
              <a:gdLst>
                <a:gd name="textAreaLeft" fmla="*/ 0 w 897120"/>
                <a:gd name="textAreaRight" fmla="*/ 897480 w 897120"/>
                <a:gd name="textAreaTop" fmla="*/ 0 h 897480"/>
                <a:gd name="textAreaBottom" fmla="*/ 897840 h 897480"/>
              </a:gdLst>
              <a:ahLst/>
              <a:cxnLst/>
              <a:rect l="textAreaLeft" t="textAreaTop" r="textAreaRight" b="textAreaBottom"/>
              <a:pathLst>
                <a:path w="1117897" h="1118522">
                  <a:moveTo>
                    <a:pt x="0" y="1118522"/>
                  </a:moveTo>
                  <a:lnTo>
                    <a:pt x="4376" y="1104772"/>
                  </a:lnTo>
                  <a:cubicBezTo>
                    <a:pt x="82506" y="874757"/>
                    <a:pt x="373774" y="624741"/>
                    <a:pt x="901932" y="170338"/>
                  </a:cubicBezTo>
                  <a:cubicBezTo>
                    <a:pt x="963186" y="117835"/>
                    <a:pt x="1027565" y="62206"/>
                    <a:pt x="1095694" y="3452"/>
                  </a:cubicBezTo>
                  <a:cubicBezTo>
                    <a:pt x="1101320" y="-1548"/>
                    <a:pt x="1108820" y="-923"/>
                    <a:pt x="1113821" y="4077"/>
                  </a:cubicBezTo>
                  <a:cubicBezTo>
                    <a:pt x="1118820" y="9078"/>
                    <a:pt x="1119446" y="17203"/>
                    <a:pt x="1114445" y="22204"/>
                  </a:cubicBezTo>
                  <a:lnTo>
                    <a:pt x="1114445" y="22204"/>
                  </a:lnTo>
                  <a:cubicBezTo>
                    <a:pt x="1056316" y="89708"/>
                    <a:pt x="1000689" y="154087"/>
                    <a:pt x="948185" y="215341"/>
                  </a:cubicBezTo>
                  <a:cubicBezTo>
                    <a:pt x="493781" y="743499"/>
                    <a:pt x="243765" y="1034767"/>
                    <a:pt x="13751" y="1112897"/>
                  </a:cubicBezTo>
                  <a:lnTo>
                    <a:pt x="0" y="1118522"/>
                  </a:lnTo>
                  <a:close/>
                  <a:moveTo>
                    <a:pt x="1103820" y="13453"/>
                  </a:moveTo>
                  <a:cubicBezTo>
                    <a:pt x="1036940" y="72832"/>
                    <a:pt x="972562" y="128460"/>
                    <a:pt x="911308" y="180963"/>
                  </a:cubicBezTo>
                  <a:cubicBezTo>
                    <a:pt x="395650" y="624116"/>
                    <a:pt x="106882" y="872257"/>
                    <a:pt x="23127" y="1094771"/>
                  </a:cubicBezTo>
                  <a:cubicBezTo>
                    <a:pt x="245641" y="1011016"/>
                    <a:pt x="493781" y="722248"/>
                    <a:pt x="937559" y="206590"/>
                  </a:cubicBezTo>
                  <a:cubicBezTo>
                    <a:pt x="990062" y="145336"/>
                    <a:pt x="1045691" y="80957"/>
                    <a:pt x="1103820" y="13453"/>
                  </a:cubicBezTo>
                  <a:lnTo>
                    <a:pt x="1109445" y="18453"/>
                  </a:lnTo>
                  <a:lnTo>
                    <a:pt x="1103820" y="13453"/>
                  </a:lnTo>
                  <a:lnTo>
                    <a:pt x="1109445" y="18453"/>
                  </a:lnTo>
                  <a:lnTo>
                    <a:pt x="1103820" y="13453"/>
                  </a:lnTo>
                  <a:close/>
                </a:path>
              </a:pathLst>
            </a:custGeom>
            <a:solidFill>
              <a:schemeClr val="accent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537" name="Google Shape;642;p35"/>
            <p:cNvSpPr/>
            <p:nvPr/>
          </p:nvSpPr>
          <p:spPr>
            <a:xfrm>
              <a:off x="-918000" y="2927520"/>
              <a:ext cx="897480" cy="897120"/>
            </a:xfrm>
            <a:custGeom>
              <a:avLst/>
              <a:gdLst>
                <a:gd name="textAreaLeft" fmla="*/ 0 w 897480"/>
                <a:gd name="textAreaRight" fmla="*/ 897840 w 897480"/>
                <a:gd name="textAreaTop" fmla="*/ 0 h 897120"/>
                <a:gd name="textAreaBottom" fmla="*/ 897480 h 897120"/>
              </a:gdLst>
              <a:ahLst/>
              <a:cxnLst/>
              <a:rect l="textAreaLeft" t="textAreaTop" r="textAreaRight" b="textAreaBottom"/>
              <a:pathLst>
                <a:path w="1118522" h="1117897">
                  <a:moveTo>
                    <a:pt x="1118522" y="1117897"/>
                  </a:moveTo>
                  <a:lnTo>
                    <a:pt x="1104772" y="1113522"/>
                  </a:lnTo>
                  <a:cubicBezTo>
                    <a:pt x="874757" y="1035392"/>
                    <a:pt x="624741" y="744124"/>
                    <a:pt x="170338" y="215966"/>
                  </a:cubicBezTo>
                  <a:cubicBezTo>
                    <a:pt x="117834" y="154712"/>
                    <a:pt x="62206" y="90333"/>
                    <a:pt x="3452" y="22204"/>
                  </a:cubicBezTo>
                  <a:lnTo>
                    <a:pt x="3452" y="22204"/>
                  </a:lnTo>
                  <a:cubicBezTo>
                    <a:pt x="-1548" y="16578"/>
                    <a:pt x="-923" y="9078"/>
                    <a:pt x="4077" y="4077"/>
                  </a:cubicBezTo>
                  <a:cubicBezTo>
                    <a:pt x="9077" y="-923"/>
                    <a:pt x="17203" y="-1548"/>
                    <a:pt x="22828" y="3452"/>
                  </a:cubicBezTo>
                  <a:cubicBezTo>
                    <a:pt x="90333" y="61581"/>
                    <a:pt x="154712" y="117209"/>
                    <a:pt x="216591" y="170338"/>
                  </a:cubicBezTo>
                  <a:cubicBezTo>
                    <a:pt x="744749" y="624741"/>
                    <a:pt x="1036017" y="874757"/>
                    <a:pt x="1114147" y="1104771"/>
                  </a:cubicBezTo>
                  <a:lnTo>
                    <a:pt x="1118522" y="1117897"/>
                  </a:lnTo>
                  <a:close/>
                  <a:moveTo>
                    <a:pt x="20953" y="20953"/>
                  </a:moveTo>
                  <a:cubicBezTo>
                    <a:pt x="77207" y="85958"/>
                    <a:pt x="130335" y="147836"/>
                    <a:pt x="180963" y="206590"/>
                  </a:cubicBezTo>
                  <a:cubicBezTo>
                    <a:pt x="624116" y="722248"/>
                    <a:pt x="872257" y="1011016"/>
                    <a:pt x="1094771" y="1094771"/>
                  </a:cubicBezTo>
                  <a:cubicBezTo>
                    <a:pt x="1011016" y="872257"/>
                    <a:pt x="722247" y="624116"/>
                    <a:pt x="206590" y="180963"/>
                  </a:cubicBezTo>
                  <a:cubicBezTo>
                    <a:pt x="147836" y="129710"/>
                    <a:pt x="85958" y="76582"/>
                    <a:pt x="20953" y="20953"/>
                  </a:cubicBezTo>
                  <a:close/>
                </a:path>
              </a:pathLst>
            </a:custGeom>
            <a:solidFill>
              <a:schemeClr val="accent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538" name="Google Shape;643;p35"/>
            <p:cNvSpPr/>
            <p:nvPr/>
          </p:nvSpPr>
          <p:spPr>
            <a:xfrm>
              <a:off x="-1152000" y="3431880"/>
              <a:ext cx="1111680" cy="439920"/>
            </a:xfrm>
            <a:custGeom>
              <a:avLst/>
              <a:gdLst>
                <a:gd name="textAreaLeft" fmla="*/ 0 w 1111680"/>
                <a:gd name="textAreaRight" fmla="*/ 1112040 w 1111680"/>
                <a:gd name="textAreaTop" fmla="*/ 0 h 439920"/>
                <a:gd name="textAreaBottom" fmla="*/ 440280 h 439920"/>
              </a:gdLst>
              <a:ahLst/>
              <a:cxnLst/>
              <a:rect l="textAreaLeft" t="textAreaTop" r="textAreaRight" b="textAreaBottom"/>
              <a:pathLst>
                <a:path w="1385324" h="548695">
                  <a:moveTo>
                    <a:pt x="1330322" y="548695"/>
                  </a:moveTo>
                  <a:cubicBezTo>
                    <a:pt x="1104057" y="548695"/>
                    <a:pt x="782787" y="394936"/>
                    <a:pt x="224627" y="128669"/>
                  </a:cubicBezTo>
                  <a:cubicBezTo>
                    <a:pt x="155873" y="96167"/>
                    <a:pt x="83993" y="61165"/>
                    <a:pt x="7739" y="25538"/>
                  </a:cubicBezTo>
                  <a:cubicBezTo>
                    <a:pt x="1488" y="22412"/>
                    <a:pt x="-1637" y="15537"/>
                    <a:pt x="863" y="8661"/>
                  </a:cubicBezTo>
                  <a:cubicBezTo>
                    <a:pt x="3363" y="1786"/>
                    <a:pt x="10239" y="-1339"/>
                    <a:pt x="17114" y="536"/>
                  </a:cubicBezTo>
                  <a:cubicBezTo>
                    <a:pt x="97119" y="24912"/>
                    <a:pt x="173999" y="48664"/>
                    <a:pt x="247129" y="70540"/>
                  </a:cubicBezTo>
                  <a:cubicBezTo>
                    <a:pt x="874668" y="261177"/>
                    <a:pt x="1220940" y="366184"/>
                    <a:pt x="1375325" y="534945"/>
                  </a:cubicBezTo>
                  <a:lnTo>
                    <a:pt x="1385325" y="545570"/>
                  </a:lnTo>
                  <a:lnTo>
                    <a:pt x="1370950" y="546820"/>
                  </a:lnTo>
                  <a:cubicBezTo>
                    <a:pt x="1357823" y="548070"/>
                    <a:pt x="1344073" y="548695"/>
                    <a:pt x="1330322" y="548695"/>
                  </a:cubicBezTo>
                  <a:close/>
                  <a:moveTo>
                    <a:pt x="27740" y="18662"/>
                  </a:moveTo>
                  <a:cubicBezTo>
                    <a:pt x="98369" y="52414"/>
                    <a:pt x="165873" y="84291"/>
                    <a:pt x="230878" y="115543"/>
                  </a:cubicBezTo>
                  <a:cubicBezTo>
                    <a:pt x="807789" y="391185"/>
                    <a:pt x="1131559" y="545570"/>
                    <a:pt x="1354698" y="533694"/>
                  </a:cubicBezTo>
                  <a:cubicBezTo>
                    <a:pt x="1197813" y="374309"/>
                    <a:pt x="854666" y="269928"/>
                    <a:pt x="243379" y="84291"/>
                  </a:cubicBezTo>
                  <a:cubicBezTo>
                    <a:pt x="174624" y="63665"/>
                    <a:pt x="102745" y="41788"/>
                    <a:pt x="27740" y="18662"/>
                  </a:cubicBezTo>
                  <a:close/>
                  <a:moveTo>
                    <a:pt x="13989" y="12412"/>
                  </a:moveTo>
                  <a:lnTo>
                    <a:pt x="10864" y="18662"/>
                  </a:lnTo>
                  <a:lnTo>
                    <a:pt x="13989" y="12412"/>
                  </a:lnTo>
                  <a:close/>
                </a:path>
              </a:pathLst>
            </a:custGeom>
            <a:solidFill>
              <a:schemeClr val="accent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539" name="Google Shape;644;p35"/>
            <p:cNvSpPr/>
            <p:nvPr/>
          </p:nvSpPr>
          <p:spPr>
            <a:xfrm>
              <a:off x="104040" y="2693520"/>
              <a:ext cx="439920" cy="1110960"/>
            </a:xfrm>
            <a:custGeom>
              <a:avLst/>
              <a:gdLst>
                <a:gd name="textAreaLeft" fmla="*/ 0 w 439920"/>
                <a:gd name="textAreaRight" fmla="*/ 440280 w 439920"/>
                <a:gd name="textAreaTop" fmla="*/ 0 h 1110960"/>
                <a:gd name="textAreaBottom" fmla="*/ 1111320 h 1110960"/>
              </a:gdLst>
              <a:ahLst/>
              <a:cxnLst/>
              <a:rect l="textAreaLeft" t="textAreaTop" r="textAreaRight" b="textAreaBottom"/>
              <a:pathLst>
                <a:path w="548537" h="1384699">
                  <a:moveTo>
                    <a:pt x="2968" y="1384700"/>
                  </a:moveTo>
                  <a:lnTo>
                    <a:pt x="1717" y="1370324"/>
                  </a:lnTo>
                  <a:cubicBezTo>
                    <a:pt x="-18284" y="1142185"/>
                    <a:pt x="137351" y="816539"/>
                    <a:pt x="419869" y="224627"/>
                  </a:cubicBezTo>
                  <a:cubicBezTo>
                    <a:pt x="452996" y="155873"/>
                    <a:pt x="487373" y="83368"/>
                    <a:pt x="523000" y="7739"/>
                  </a:cubicBezTo>
                  <a:lnTo>
                    <a:pt x="523000" y="7739"/>
                  </a:lnTo>
                  <a:cubicBezTo>
                    <a:pt x="526125" y="1488"/>
                    <a:pt x="533001" y="-1637"/>
                    <a:pt x="539876" y="863"/>
                  </a:cubicBezTo>
                  <a:cubicBezTo>
                    <a:pt x="546752" y="3363"/>
                    <a:pt x="549877" y="10239"/>
                    <a:pt x="548002" y="17114"/>
                  </a:cubicBezTo>
                  <a:cubicBezTo>
                    <a:pt x="523625" y="97744"/>
                    <a:pt x="499874" y="173999"/>
                    <a:pt x="477998" y="247129"/>
                  </a:cubicBezTo>
                  <a:cubicBezTo>
                    <a:pt x="287361" y="874668"/>
                    <a:pt x="182354" y="1220315"/>
                    <a:pt x="13593" y="1375324"/>
                  </a:cubicBezTo>
                  <a:lnTo>
                    <a:pt x="2968" y="1384700"/>
                  </a:lnTo>
                  <a:close/>
                  <a:moveTo>
                    <a:pt x="529876" y="27740"/>
                  </a:moveTo>
                  <a:cubicBezTo>
                    <a:pt x="496123" y="98369"/>
                    <a:pt x="463622" y="166498"/>
                    <a:pt x="432994" y="230878"/>
                  </a:cubicBezTo>
                  <a:cubicBezTo>
                    <a:pt x="157352" y="807789"/>
                    <a:pt x="2968" y="1130934"/>
                    <a:pt x="14843" y="1354073"/>
                  </a:cubicBezTo>
                  <a:cubicBezTo>
                    <a:pt x="174228" y="1197188"/>
                    <a:pt x="278610" y="854042"/>
                    <a:pt x="464246" y="242753"/>
                  </a:cubicBezTo>
                  <a:cubicBezTo>
                    <a:pt x="484873" y="174624"/>
                    <a:pt x="506749" y="102745"/>
                    <a:pt x="529876" y="27740"/>
                  </a:cubicBezTo>
                  <a:close/>
                  <a:moveTo>
                    <a:pt x="536126" y="13989"/>
                  </a:moveTo>
                  <a:lnTo>
                    <a:pt x="536126" y="13989"/>
                  </a:lnTo>
                  <a:lnTo>
                    <a:pt x="529876" y="10864"/>
                  </a:lnTo>
                  <a:lnTo>
                    <a:pt x="536126" y="13989"/>
                  </a:lnTo>
                  <a:close/>
                </a:path>
              </a:pathLst>
            </a:custGeom>
            <a:solidFill>
              <a:schemeClr val="accent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540" name="Google Shape;645;p35"/>
            <p:cNvSpPr/>
            <p:nvPr/>
          </p:nvSpPr>
          <p:spPr>
            <a:xfrm>
              <a:off x="-414000" y="4015800"/>
              <a:ext cx="439920" cy="1112040"/>
            </a:xfrm>
            <a:custGeom>
              <a:avLst/>
              <a:gdLst>
                <a:gd name="textAreaLeft" fmla="*/ 0 w 439920"/>
                <a:gd name="textAreaRight" fmla="*/ 440280 w 439920"/>
                <a:gd name="textAreaTop" fmla="*/ 0 h 1112040"/>
                <a:gd name="textAreaBottom" fmla="*/ 1112400 h 1112040"/>
              </a:gdLst>
              <a:ahLst/>
              <a:cxnLst/>
              <a:rect l="textAreaLeft" t="textAreaTop" r="textAreaRight" b="textAreaBottom"/>
              <a:pathLst>
                <a:path w="548537" h="1385711">
                  <a:moveTo>
                    <a:pt x="13662" y="1385712"/>
                  </a:moveTo>
                  <a:cubicBezTo>
                    <a:pt x="11787" y="1385712"/>
                    <a:pt x="10537" y="1385712"/>
                    <a:pt x="8662" y="1384462"/>
                  </a:cubicBezTo>
                  <a:cubicBezTo>
                    <a:pt x="1786" y="1381962"/>
                    <a:pt x="-1339" y="1375087"/>
                    <a:pt x="536" y="1368211"/>
                  </a:cubicBezTo>
                  <a:lnTo>
                    <a:pt x="536" y="1368211"/>
                  </a:lnTo>
                  <a:cubicBezTo>
                    <a:pt x="24912" y="1287581"/>
                    <a:pt x="48664" y="1211326"/>
                    <a:pt x="70541" y="1138197"/>
                  </a:cubicBezTo>
                  <a:cubicBezTo>
                    <a:pt x="261178" y="510657"/>
                    <a:pt x="366184" y="165010"/>
                    <a:pt x="534944" y="10001"/>
                  </a:cubicBezTo>
                  <a:lnTo>
                    <a:pt x="545570" y="0"/>
                  </a:lnTo>
                  <a:lnTo>
                    <a:pt x="546820" y="14376"/>
                  </a:lnTo>
                  <a:cubicBezTo>
                    <a:pt x="566822" y="242515"/>
                    <a:pt x="411187" y="568161"/>
                    <a:pt x="128669" y="1160698"/>
                  </a:cubicBezTo>
                  <a:cubicBezTo>
                    <a:pt x="96167" y="1229452"/>
                    <a:pt x="61165" y="1301332"/>
                    <a:pt x="25537" y="1377587"/>
                  </a:cubicBezTo>
                  <a:cubicBezTo>
                    <a:pt x="23038" y="1383212"/>
                    <a:pt x="18662" y="1385712"/>
                    <a:pt x="13662" y="1385712"/>
                  </a:cubicBezTo>
                  <a:close/>
                  <a:moveTo>
                    <a:pt x="8037" y="1370711"/>
                  </a:moveTo>
                  <a:lnTo>
                    <a:pt x="14912" y="1372586"/>
                  </a:lnTo>
                  <a:cubicBezTo>
                    <a:pt x="14912" y="1372586"/>
                    <a:pt x="14912" y="1372586"/>
                    <a:pt x="14912" y="1372586"/>
                  </a:cubicBezTo>
                  <a:lnTo>
                    <a:pt x="8037" y="1370711"/>
                  </a:lnTo>
                  <a:close/>
                  <a:moveTo>
                    <a:pt x="534319" y="31877"/>
                  </a:moveTo>
                  <a:cubicBezTo>
                    <a:pt x="374934" y="188762"/>
                    <a:pt x="270553" y="531908"/>
                    <a:pt x="84916" y="1143197"/>
                  </a:cubicBezTo>
                  <a:cubicBezTo>
                    <a:pt x="63665" y="1213826"/>
                    <a:pt x="41163" y="1287581"/>
                    <a:pt x="17412" y="1364461"/>
                  </a:cubicBezTo>
                  <a:cubicBezTo>
                    <a:pt x="51164" y="1291956"/>
                    <a:pt x="84291" y="1221952"/>
                    <a:pt x="116168" y="1155073"/>
                  </a:cubicBezTo>
                  <a:cubicBezTo>
                    <a:pt x="391185" y="578786"/>
                    <a:pt x="545570" y="255016"/>
                    <a:pt x="534319" y="31877"/>
                  </a:cubicBezTo>
                  <a:close/>
                </a:path>
              </a:pathLst>
            </a:custGeom>
            <a:solidFill>
              <a:schemeClr val="accent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541" name="Google Shape;646;p35"/>
            <p:cNvSpPr/>
            <p:nvPr/>
          </p:nvSpPr>
          <p:spPr>
            <a:xfrm>
              <a:off x="171000" y="3949560"/>
              <a:ext cx="1110960" cy="439920"/>
            </a:xfrm>
            <a:custGeom>
              <a:avLst/>
              <a:gdLst>
                <a:gd name="textAreaLeft" fmla="*/ 0 w 1110960"/>
                <a:gd name="textAreaRight" fmla="*/ 1111320 w 1110960"/>
                <a:gd name="textAreaTop" fmla="*/ 0 h 439920"/>
                <a:gd name="textAreaBottom" fmla="*/ 440280 h 439920"/>
              </a:gdLst>
              <a:ahLst/>
              <a:cxnLst/>
              <a:rect l="textAreaLeft" t="textAreaTop" r="textAreaRight" b="textAreaBottom"/>
              <a:pathLst>
                <a:path w="1384700" h="548626">
                  <a:moveTo>
                    <a:pt x="1371961" y="548627"/>
                  </a:moveTo>
                  <a:cubicBezTo>
                    <a:pt x="1370711" y="548627"/>
                    <a:pt x="1369462" y="548627"/>
                    <a:pt x="1368211" y="548002"/>
                  </a:cubicBezTo>
                  <a:cubicBezTo>
                    <a:pt x="1287581" y="523625"/>
                    <a:pt x="1211326" y="499874"/>
                    <a:pt x="1138197" y="477997"/>
                  </a:cubicBezTo>
                  <a:cubicBezTo>
                    <a:pt x="510658" y="287360"/>
                    <a:pt x="165011" y="182354"/>
                    <a:pt x="10001" y="13593"/>
                  </a:cubicBezTo>
                  <a:lnTo>
                    <a:pt x="0" y="2968"/>
                  </a:lnTo>
                  <a:lnTo>
                    <a:pt x="14376" y="1717"/>
                  </a:lnTo>
                  <a:cubicBezTo>
                    <a:pt x="241891" y="-18284"/>
                    <a:pt x="568161" y="137351"/>
                    <a:pt x="1160074" y="419869"/>
                  </a:cubicBezTo>
                  <a:cubicBezTo>
                    <a:pt x="1228828" y="452996"/>
                    <a:pt x="1300707" y="487373"/>
                    <a:pt x="1376962" y="523000"/>
                  </a:cubicBezTo>
                  <a:lnTo>
                    <a:pt x="1376962" y="523000"/>
                  </a:lnTo>
                  <a:cubicBezTo>
                    <a:pt x="1383212" y="526125"/>
                    <a:pt x="1386337" y="533001"/>
                    <a:pt x="1383837" y="539876"/>
                  </a:cubicBezTo>
                  <a:cubicBezTo>
                    <a:pt x="1381963" y="545502"/>
                    <a:pt x="1376962" y="548627"/>
                    <a:pt x="1371961" y="548627"/>
                  </a:cubicBezTo>
                  <a:close/>
                  <a:moveTo>
                    <a:pt x="1371336" y="536126"/>
                  </a:moveTo>
                  <a:lnTo>
                    <a:pt x="1371336" y="536126"/>
                  </a:lnTo>
                  <a:lnTo>
                    <a:pt x="1374462" y="529876"/>
                  </a:lnTo>
                  <a:lnTo>
                    <a:pt x="1371336" y="536126"/>
                  </a:lnTo>
                  <a:close/>
                  <a:moveTo>
                    <a:pt x="30627" y="14843"/>
                  </a:moveTo>
                  <a:cubicBezTo>
                    <a:pt x="187512" y="174228"/>
                    <a:pt x="530659" y="278610"/>
                    <a:pt x="1141947" y="464246"/>
                  </a:cubicBezTo>
                  <a:cubicBezTo>
                    <a:pt x="1210702" y="484873"/>
                    <a:pt x="1282581" y="506749"/>
                    <a:pt x="1357586" y="529876"/>
                  </a:cubicBezTo>
                  <a:cubicBezTo>
                    <a:pt x="1286956" y="496124"/>
                    <a:pt x="1218827" y="463621"/>
                    <a:pt x="1154448" y="432995"/>
                  </a:cubicBezTo>
                  <a:cubicBezTo>
                    <a:pt x="577536" y="157352"/>
                    <a:pt x="253767" y="2968"/>
                    <a:pt x="30627" y="14843"/>
                  </a:cubicBezTo>
                  <a:close/>
                </a:path>
              </a:pathLst>
            </a:custGeom>
            <a:solidFill>
              <a:schemeClr val="accent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542" name="Google Shape;647;p35"/>
            <p:cNvSpPr/>
            <p:nvPr/>
          </p:nvSpPr>
          <p:spPr>
            <a:xfrm>
              <a:off x="-1129320" y="3955680"/>
              <a:ext cx="1090800" cy="487440"/>
            </a:xfrm>
            <a:custGeom>
              <a:avLst/>
              <a:gdLst>
                <a:gd name="textAreaLeft" fmla="*/ 0 w 1090800"/>
                <a:gd name="textAreaRight" fmla="*/ 1091160 w 1090800"/>
                <a:gd name="textAreaTop" fmla="*/ 0 h 487440"/>
                <a:gd name="textAreaBottom" fmla="*/ 487800 h 487440"/>
              </a:gdLst>
              <a:ahLst/>
              <a:cxnLst/>
              <a:rect l="textAreaLeft" t="textAreaTop" r="textAreaRight" b="textAreaBottom"/>
              <a:pathLst>
                <a:path w="1359555" h="607906">
                  <a:moveTo>
                    <a:pt x="13221" y="607907"/>
                  </a:moveTo>
                  <a:cubicBezTo>
                    <a:pt x="8221" y="607907"/>
                    <a:pt x="3845" y="604781"/>
                    <a:pt x="1345" y="599781"/>
                  </a:cubicBezTo>
                  <a:cubicBezTo>
                    <a:pt x="-1780" y="593530"/>
                    <a:pt x="720" y="586030"/>
                    <a:pt x="6971" y="582905"/>
                  </a:cubicBezTo>
                  <a:cubicBezTo>
                    <a:pt x="81350" y="543527"/>
                    <a:pt x="151980" y="506025"/>
                    <a:pt x="218859" y="469773"/>
                  </a:cubicBezTo>
                  <a:cubicBezTo>
                    <a:pt x="797645" y="161003"/>
                    <a:pt x="1116415" y="-9007"/>
                    <a:pt x="1345180" y="368"/>
                  </a:cubicBezTo>
                  <a:lnTo>
                    <a:pt x="1359556" y="993"/>
                  </a:lnTo>
                  <a:lnTo>
                    <a:pt x="1350180" y="12244"/>
                  </a:lnTo>
                  <a:cubicBezTo>
                    <a:pt x="1203296" y="187880"/>
                    <a:pt x="862650" y="307888"/>
                    <a:pt x="244486" y="526651"/>
                  </a:cubicBezTo>
                  <a:cubicBezTo>
                    <a:pt x="172606" y="552278"/>
                    <a:pt x="96976" y="578530"/>
                    <a:pt x="17596" y="606656"/>
                  </a:cubicBezTo>
                  <a:lnTo>
                    <a:pt x="17596" y="606656"/>
                  </a:lnTo>
                  <a:cubicBezTo>
                    <a:pt x="15721" y="607281"/>
                    <a:pt x="14471" y="607907"/>
                    <a:pt x="13221" y="607907"/>
                  </a:cubicBezTo>
                  <a:close/>
                  <a:moveTo>
                    <a:pt x="12596" y="593530"/>
                  </a:moveTo>
                  <a:lnTo>
                    <a:pt x="12596" y="593530"/>
                  </a:lnTo>
                  <a:lnTo>
                    <a:pt x="12596" y="593530"/>
                  </a:lnTo>
                  <a:lnTo>
                    <a:pt x="12596" y="593530"/>
                  </a:lnTo>
                  <a:close/>
                  <a:moveTo>
                    <a:pt x="1325804" y="14119"/>
                  </a:moveTo>
                  <a:cubicBezTo>
                    <a:pt x="1102040" y="14119"/>
                    <a:pt x="786395" y="182880"/>
                    <a:pt x="225734" y="482274"/>
                  </a:cubicBezTo>
                  <a:cubicBezTo>
                    <a:pt x="162606" y="516026"/>
                    <a:pt x="96352" y="551028"/>
                    <a:pt x="26972" y="587905"/>
                  </a:cubicBezTo>
                  <a:cubicBezTo>
                    <a:pt x="100727" y="561653"/>
                    <a:pt x="171981" y="536652"/>
                    <a:pt x="239485" y="512900"/>
                  </a:cubicBezTo>
                  <a:cubicBezTo>
                    <a:pt x="842023" y="299762"/>
                    <a:pt x="1179544" y="180379"/>
                    <a:pt x="1329554" y="14119"/>
                  </a:cubicBezTo>
                  <a:cubicBezTo>
                    <a:pt x="1328304" y="14119"/>
                    <a:pt x="1327054" y="14119"/>
                    <a:pt x="1325804" y="14119"/>
                  </a:cubicBezTo>
                  <a:close/>
                </a:path>
              </a:pathLst>
            </a:custGeom>
            <a:solidFill>
              <a:schemeClr val="accent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543" name="Google Shape;648;p35"/>
            <p:cNvSpPr/>
            <p:nvPr/>
          </p:nvSpPr>
          <p:spPr>
            <a:xfrm>
              <a:off x="110520" y="4014720"/>
              <a:ext cx="487440" cy="1090800"/>
            </a:xfrm>
            <a:custGeom>
              <a:avLst/>
              <a:gdLst>
                <a:gd name="textAreaLeft" fmla="*/ 0 w 487440"/>
                <a:gd name="textAreaRight" fmla="*/ 487800 w 487440"/>
                <a:gd name="textAreaTop" fmla="*/ 0 h 1090800"/>
                <a:gd name="textAreaBottom" fmla="*/ 1091160 h 1090800"/>
              </a:gdLst>
              <a:ahLst/>
              <a:cxnLst/>
              <a:rect l="textAreaLeft" t="textAreaTop" r="textAreaRight" b="textAreaBottom"/>
              <a:pathLst>
                <a:path w="607567" h="1359460">
                  <a:moveTo>
                    <a:pt x="594203" y="1359460"/>
                  </a:moveTo>
                  <a:cubicBezTo>
                    <a:pt x="589204" y="1359460"/>
                    <a:pt x="584828" y="1356960"/>
                    <a:pt x="582953" y="1352585"/>
                  </a:cubicBezTo>
                  <a:cubicBezTo>
                    <a:pt x="543575" y="1278205"/>
                    <a:pt x="506073" y="1208201"/>
                    <a:pt x="469821" y="1140697"/>
                  </a:cubicBezTo>
                  <a:cubicBezTo>
                    <a:pt x="161052" y="561910"/>
                    <a:pt x="-9584" y="243140"/>
                    <a:pt x="416" y="14376"/>
                  </a:cubicBezTo>
                  <a:lnTo>
                    <a:pt x="1042" y="0"/>
                  </a:lnTo>
                  <a:lnTo>
                    <a:pt x="12292" y="9376"/>
                  </a:lnTo>
                  <a:cubicBezTo>
                    <a:pt x="187928" y="156260"/>
                    <a:pt x="307936" y="496906"/>
                    <a:pt x="526700" y="1115070"/>
                  </a:cubicBezTo>
                  <a:cubicBezTo>
                    <a:pt x="552326" y="1186949"/>
                    <a:pt x="578578" y="1262579"/>
                    <a:pt x="606704" y="1341334"/>
                  </a:cubicBezTo>
                  <a:lnTo>
                    <a:pt x="606704" y="1341334"/>
                  </a:lnTo>
                  <a:cubicBezTo>
                    <a:pt x="609205" y="1348210"/>
                    <a:pt x="606079" y="1355085"/>
                    <a:pt x="599829" y="1357585"/>
                  </a:cubicBezTo>
                  <a:cubicBezTo>
                    <a:pt x="597329" y="1358835"/>
                    <a:pt x="595454" y="1359460"/>
                    <a:pt x="594203" y="1359460"/>
                  </a:cubicBezTo>
                  <a:close/>
                  <a:moveTo>
                    <a:pt x="592954" y="1346334"/>
                  </a:moveTo>
                  <a:lnTo>
                    <a:pt x="592954" y="1346334"/>
                  </a:lnTo>
                  <a:lnTo>
                    <a:pt x="592954" y="1346334"/>
                  </a:lnTo>
                  <a:lnTo>
                    <a:pt x="592954" y="1346334"/>
                  </a:lnTo>
                  <a:close/>
                  <a:moveTo>
                    <a:pt x="14167" y="30002"/>
                  </a:moveTo>
                  <a:cubicBezTo>
                    <a:pt x="12292" y="253766"/>
                    <a:pt x="181053" y="570036"/>
                    <a:pt x="482322" y="1133821"/>
                  </a:cubicBezTo>
                  <a:cubicBezTo>
                    <a:pt x="516074" y="1196950"/>
                    <a:pt x="551076" y="1263204"/>
                    <a:pt x="587953" y="1331959"/>
                  </a:cubicBezTo>
                  <a:cubicBezTo>
                    <a:pt x="561702" y="1258204"/>
                    <a:pt x="536700" y="1186949"/>
                    <a:pt x="512948" y="1119445"/>
                  </a:cubicBezTo>
                  <a:cubicBezTo>
                    <a:pt x="299810" y="517532"/>
                    <a:pt x="180428" y="179386"/>
                    <a:pt x="14167" y="30002"/>
                  </a:cubicBezTo>
                  <a:close/>
                </a:path>
              </a:pathLst>
            </a:custGeom>
            <a:solidFill>
              <a:schemeClr val="accent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544" name="Google Shape;649;p35"/>
            <p:cNvSpPr/>
            <p:nvPr/>
          </p:nvSpPr>
          <p:spPr>
            <a:xfrm>
              <a:off x="169560" y="3378240"/>
              <a:ext cx="1090800" cy="487440"/>
            </a:xfrm>
            <a:custGeom>
              <a:avLst/>
              <a:gdLst>
                <a:gd name="textAreaLeft" fmla="*/ 0 w 1090800"/>
                <a:gd name="textAreaRight" fmla="*/ 1091160 w 1090800"/>
                <a:gd name="textAreaTop" fmla="*/ 0 h 487440"/>
                <a:gd name="textAreaBottom" fmla="*/ 487800 h 487440"/>
              </a:gdLst>
              <a:ahLst/>
              <a:cxnLst/>
              <a:rect l="textAreaLeft" t="textAreaTop" r="textAreaRight" b="textAreaBottom"/>
              <a:pathLst>
                <a:path w="1359555" h="607776">
                  <a:moveTo>
                    <a:pt x="33127" y="607776"/>
                  </a:moveTo>
                  <a:cubicBezTo>
                    <a:pt x="26876" y="607776"/>
                    <a:pt x="20626" y="607776"/>
                    <a:pt x="14375" y="607151"/>
                  </a:cubicBezTo>
                  <a:lnTo>
                    <a:pt x="0" y="606526"/>
                  </a:lnTo>
                  <a:lnTo>
                    <a:pt x="9376" y="595275"/>
                  </a:lnTo>
                  <a:cubicBezTo>
                    <a:pt x="156260" y="419639"/>
                    <a:pt x="496906" y="299632"/>
                    <a:pt x="1115695" y="80868"/>
                  </a:cubicBezTo>
                  <a:cubicBezTo>
                    <a:pt x="1187575" y="55241"/>
                    <a:pt x="1263204" y="28990"/>
                    <a:pt x="1341959" y="863"/>
                  </a:cubicBezTo>
                  <a:lnTo>
                    <a:pt x="1341959" y="863"/>
                  </a:lnTo>
                  <a:cubicBezTo>
                    <a:pt x="1348834" y="-1637"/>
                    <a:pt x="1355710" y="1488"/>
                    <a:pt x="1358210" y="7739"/>
                  </a:cubicBezTo>
                  <a:cubicBezTo>
                    <a:pt x="1361335" y="13989"/>
                    <a:pt x="1358836" y="21489"/>
                    <a:pt x="1352585" y="24615"/>
                  </a:cubicBezTo>
                  <a:cubicBezTo>
                    <a:pt x="1278205" y="63992"/>
                    <a:pt x="1207576" y="101494"/>
                    <a:pt x="1140697" y="137747"/>
                  </a:cubicBezTo>
                  <a:cubicBezTo>
                    <a:pt x="576911" y="438391"/>
                    <a:pt x="260016" y="607776"/>
                    <a:pt x="33127" y="607776"/>
                  </a:cubicBezTo>
                  <a:close/>
                  <a:moveTo>
                    <a:pt x="29377" y="593400"/>
                  </a:moveTo>
                  <a:cubicBezTo>
                    <a:pt x="30627" y="593400"/>
                    <a:pt x="31877" y="593400"/>
                    <a:pt x="32502" y="593400"/>
                  </a:cubicBezTo>
                  <a:cubicBezTo>
                    <a:pt x="256266" y="593400"/>
                    <a:pt x="571911" y="424640"/>
                    <a:pt x="1132571" y="125246"/>
                  </a:cubicBezTo>
                  <a:cubicBezTo>
                    <a:pt x="1195700" y="91494"/>
                    <a:pt x="1261955" y="56492"/>
                    <a:pt x="1331334" y="19614"/>
                  </a:cubicBezTo>
                  <a:cubicBezTo>
                    <a:pt x="1257579" y="45866"/>
                    <a:pt x="1186950" y="70867"/>
                    <a:pt x="1119445" y="94619"/>
                  </a:cubicBezTo>
                  <a:cubicBezTo>
                    <a:pt x="516907" y="307132"/>
                    <a:pt x="179386" y="426515"/>
                    <a:pt x="29377" y="593400"/>
                  </a:cubicBezTo>
                  <a:close/>
                  <a:moveTo>
                    <a:pt x="1346335" y="13989"/>
                  </a:moveTo>
                  <a:lnTo>
                    <a:pt x="1346335" y="13989"/>
                  </a:lnTo>
                  <a:lnTo>
                    <a:pt x="1343834" y="7113"/>
                  </a:lnTo>
                  <a:lnTo>
                    <a:pt x="1346335" y="13989"/>
                  </a:lnTo>
                  <a:close/>
                </a:path>
              </a:pathLst>
            </a:custGeom>
            <a:solidFill>
              <a:schemeClr val="accent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545" name="Google Shape;650;p35"/>
            <p:cNvSpPr/>
            <p:nvPr/>
          </p:nvSpPr>
          <p:spPr>
            <a:xfrm>
              <a:off x="-467280" y="2715480"/>
              <a:ext cx="487440" cy="1090800"/>
            </a:xfrm>
            <a:custGeom>
              <a:avLst/>
              <a:gdLst>
                <a:gd name="textAreaLeft" fmla="*/ 0 w 487440"/>
                <a:gd name="textAreaRight" fmla="*/ 487800 w 487440"/>
                <a:gd name="textAreaTop" fmla="*/ 0 h 1090800"/>
                <a:gd name="textAreaBottom" fmla="*/ 1091160 h 1090800"/>
              </a:gdLst>
              <a:ahLst/>
              <a:cxnLst/>
              <a:rect l="textAreaLeft" t="textAreaTop" r="textAreaRight" b="textAreaBottom"/>
              <a:pathLst>
                <a:path w="607567" h="1359555">
                  <a:moveTo>
                    <a:pt x="606526" y="1359556"/>
                  </a:moveTo>
                  <a:lnTo>
                    <a:pt x="595275" y="1350180"/>
                  </a:lnTo>
                  <a:cubicBezTo>
                    <a:pt x="419639" y="1203296"/>
                    <a:pt x="299632" y="862650"/>
                    <a:pt x="80869" y="243861"/>
                  </a:cubicBezTo>
                  <a:cubicBezTo>
                    <a:pt x="55242" y="171981"/>
                    <a:pt x="28990" y="96351"/>
                    <a:pt x="863" y="17596"/>
                  </a:cubicBezTo>
                  <a:lnTo>
                    <a:pt x="863" y="17596"/>
                  </a:lnTo>
                  <a:cubicBezTo>
                    <a:pt x="-1637" y="10721"/>
                    <a:pt x="1488" y="3846"/>
                    <a:pt x="7738" y="1345"/>
                  </a:cubicBezTo>
                  <a:cubicBezTo>
                    <a:pt x="13989" y="-1780"/>
                    <a:pt x="21490" y="720"/>
                    <a:pt x="24615" y="6971"/>
                  </a:cubicBezTo>
                  <a:cubicBezTo>
                    <a:pt x="63992" y="81350"/>
                    <a:pt x="101494" y="151980"/>
                    <a:pt x="137747" y="218859"/>
                  </a:cubicBezTo>
                  <a:cubicBezTo>
                    <a:pt x="446516" y="797645"/>
                    <a:pt x="617152" y="1116415"/>
                    <a:pt x="607151" y="1344555"/>
                  </a:cubicBezTo>
                  <a:lnTo>
                    <a:pt x="606526" y="1359556"/>
                  </a:lnTo>
                  <a:close/>
                  <a:moveTo>
                    <a:pt x="19614" y="27597"/>
                  </a:moveTo>
                  <a:cubicBezTo>
                    <a:pt x="45866" y="101352"/>
                    <a:pt x="70868" y="171981"/>
                    <a:pt x="94619" y="239485"/>
                  </a:cubicBezTo>
                  <a:cubicBezTo>
                    <a:pt x="307757" y="842023"/>
                    <a:pt x="427140" y="1180170"/>
                    <a:pt x="593401" y="1329554"/>
                  </a:cubicBezTo>
                  <a:cubicBezTo>
                    <a:pt x="595275" y="1105790"/>
                    <a:pt x="426515" y="789520"/>
                    <a:pt x="125246" y="225735"/>
                  </a:cubicBezTo>
                  <a:cubicBezTo>
                    <a:pt x="91494" y="162606"/>
                    <a:pt x="56492" y="96976"/>
                    <a:pt x="19614" y="27597"/>
                  </a:cubicBezTo>
                  <a:close/>
                  <a:moveTo>
                    <a:pt x="14614" y="13221"/>
                  </a:moveTo>
                  <a:lnTo>
                    <a:pt x="7738" y="15721"/>
                  </a:lnTo>
                  <a:lnTo>
                    <a:pt x="14614" y="13221"/>
                  </a:lnTo>
                  <a:close/>
                </a:path>
              </a:pathLst>
            </a:custGeom>
            <a:solidFill>
              <a:schemeClr val="accent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</p:grpSp>
      <p:cxnSp>
        <p:nvCxnSpPr>
          <p:cNvPr id="546" name="Google Shape;651;p35"/>
          <p:cNvCxnSpPr/>
          <p:nvPr/>
        </p:nvCxnSpPr>
        <p:spPr>
          <a:xfrm>
            <a:off x="1842480" y="3910320"/>
            <a:ext cx="5459040" cy="360"/>
          </a:xfrm>
          <a:prstGeom prst="straightConnector1">
            <a:avLst/>
          </a:prstGeom>
          <a:ln w="9525">
            <a:solidFill>
              <a:srgbClr val="ffffff"/>
            </a:solidFill>
            <a:round/>
            <a:headEnd len="med" type="oval" w="med"/>
            <a:tailEnd len="med" type="oval" w="med"/>
          </a:ln>
        </p:spPr>
      </p:cxnSp>
      <p:grpSp>
        <p:nvGrpSpPr>
          <p:cNvPr id="547" name="Google Shape;652;p35"/>
          <p:cNvGrpSpPr/>
          <p:nvPr/>
        </p:nvGrpSpPr>
        <p:grpSpPr>
          <a:xfrm>
            <a:off x="6350400" y="4354200"/>
            <a:ext cx="499320" cy="499320"/>
            <a:chOff x="6350400" y="4354200"/>
            <a:chExt cx="499320" cy="499320"/>
          </a:xfrm>
        </p:grpSpPr>
        <p:sp>
          <p:nvSpPr>
            <p:cNvPr id="548" name="Google Shape;653;p35"/>
            <p:cNvSpPr/>
            <p:nvPr/>
          </p:nvSpPr>
          <p:spPr>
            <a:xfrm>
              <a:off x="6627240" y="4592520"/>
              <a:ext cx="222480" cy="23040"/>
            </a:xfrm>
            <a:custGeom>
              <a:avLst/>
              <a:gdLst>
                <a:gd name="textAreaLeft" fmla="*/ 0 w 222480"/>
                <a:gd name="textAreaRight" fmla="*/ 222840 w 222480"/>
                <a:gd name="textAreaTop" fmla="*/ 0 h 23040"/>
                <a:gd name="textAreaBottom" fmla="*/ 23400 h 23040"/>
              </a:gdLst>
              <a:ahLst/>
              <a:cxnLst/>
              <a:rect l="textAreaLeft" t="textAreaTop" r="textAreaRight" b="textAreaBottom"/>
              <a:pathLst>
                <a:path w="517688" h="54004">
                  <a:moveTo>
                    <a:pt x="510657" y="19502"/>
                  </a:moveTo>
                  <a:cubicBezTo>
                    <a:pt x="238140" y="-1125"/>
                    <a:pt x="83755" y="-14250"/>
                    <a:pt x="0" y="27002"/>
                  </a:cubicBezTo>
                  <a:cubicBezTo>
                    <a:pt x="83755" y="68255"/>
                    <a:pt x="238140" y="55129"/>
                    <a:pt x="510657" y="34503"/>
                  </a:cubicBezTo>
                  <a:cubicBezTo>
                    <a:pt x="520033" y="33877"/>
                    <a:pt x="520033" y="20127"/>
                    <a:pt x="510657" y="19502"/>
                  </a:cubicBezTo>
                  <a:close/>
                </a:path>
              </a:pathLst>
            </a:custGeom>
            <a:solidFill>
              <a:schemeClr val="accent4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11520" bIns="1152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549" name="Google Shape;654;p35"/>
            <p:cNvSpPr/>
            <p:nvPr/>
          </p:nvSpPr>
          <p:spPr>
            <a:xfrm>
              <a:off x="6588720" y="4631040"/>
              <a:ext cx="22680" cy="222480"/>
            </a:xfrm>
            <a:custGeom>
              <a:avLst/>
              <a:gdLst>
                <a:gd name="textAreaLeft" fmla="*/ 0 w 22680"/>
                <a:gd name="textAreaRight" fmla="*/ 23040 w 22680"/>
                <a:gd name="textAreaTop" fmla="*/ 0 h 222480"/>
                <a:gd name="textAreaBottom" fmla="*/ 222840 h 222480"/>
              </a:gdLst>
              <a:ahLst/>
              <a:cxnLst/>
              <a:rect l="textAreaLeft" t="textAreaTop" r="textAreaRight" b="textAreaBottom"/>
              <a:pathLst>
                <a:path w="53781" h="517688">
                  <a:moveTo>
                    <a:pt x="19279" y="510657"/>
                  </a:moveTo>
                  <a:cubicBezTo>
                    <a:pt x="19904" y="520033"/>
                    <a:pt x="33655" y="520033"/>
                    <a:pt x="34280" y="510657"/>
                  </a:cubicBezTo>
                  <a:cubicBezTo>
                    <a:pt x="54906" y="238140"/>
                    <a:pt x="68032" y="83755"/>
                    <a:pt x="26779" y="0"/>
                  </a:cubicBezTo>
                  <a:cubicBezTo>
                    <a:pt x="-14473" y="83755"/>
                    <a:pt x="-722" y="238140"/>
                    <a:pt x="19279" y="510657"/>
                  </a:cubicBezTo>
                  <a:close/>
                </a:path>
              </a:pathLst>
            </a:custGeom>
            <a:solidFill>
              <a:schemeClr val="accent4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550" name="Google Shape;655;p35"/>
            <p:cNvSpPr/>
            <p:nvPr/>
          </p:nvSpPr>
          <p:spPr>
            <a:xfrm>
              <a:off x="6350400" y="4592520"/>
              <a:ext cx="222480" cy="23040"/>
            </a:xfrm>
            <a:custGeom>
              <a:avLst/>
              <a:gdLst>
                <a:gd name="textAreaLeft" fmla="*/ 0 w 222480"/>
                <a:gd name="textAreaRight" fmla="*/ 222840 w 222480"/>
                <a:gd name="textAreaTop" fmla="*/ 0 h 23040"/>
                <a:gd name="textAreaBottom" fmla="*/ 23400 h 23040"/>
              </a:gdLst>
              <a:ahLst/>
              <a:cxnLst/>
              <a:rect l="textAreaLeft" t="textAreaTop" r="textAreaRight" b="textAreaBottom"/>
              <a:pathLst>
                <a:path w="517688" h="54004">
                  <a:moveTo>
                    <a:pt x="7032" y="19502"/>
                  </a:moveTo>
                  <a:cubicBezTo>
                    <a:pt x="-2344" y="20127"/>
                    <a:pt x="-2344" y="33877"/>
                    <a:pt x="7032" y="34503"/>
                  </a:cubicBezTo>
                  <a:cubicBezTo>
                    <a:pt x="279549" y="55129"/>
                    <a:pt x="433934" y="68255"/>
                    <a:pt x="517689" y="27002"/>
                  </a:cubicBezTo>
                  <a:cubicBezTo>
                    <a:pt x="433934" y="-14250"/>
                    <a:pt x="280174" y="-1125"/>
                    <a:pt x="7032" y="19502"/>
                  </a:cubicBezTo>
                  <a:close/>
                </a:path>
              </a:pathLst>
            </a:custGeom>
            <a:solidFill>
              <a:schemeClr val="accent4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11520" bIns="1152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551" name="Google Shape;656;p35"/>
            <p:cNvSpPr/>
            <p:nvPr/>
          </p:nvSpPr>
          <p:spPr>
            <a:xfrm>
              <a:off x="6588720" y="4354200"/>
              <a:ext cx="23040" cy="222480"/>
            </a:xfrm>
            <a:custGeom>
              <a:avLst/>
              <a:gdLst>
                <a:gd name="textAreaLeft" fmla="*/ 0 w 23040"/>
                <a:gd name="textAreaRight" fmla="*/ 23400 w 23040"/>
                <a:gd name="textAreaTop" fmla="*/ 0 h 222480"/>
                <a:gd name="textAreaBottom" fmla="*/ 222840 h 222480"/>
              </a:gdLst>
              <a:ahLst/>
              <a:cxnLst/>
              <a:rect l="textAreaLeft" t="textAreaTop" r="textAreaRight" b="textAreaBottom"/>
              <a:pathLst>
                <a:path w="54004" h="517688">
                  <a:moveTo>
                    <a:pt x="34503" y="7032"/>
                  </a:moveTo>
                  <a:cubicBezTo>
                    <a:pt x="33878" y="-2344"/>
                    <a:pt x="20127" y="-2344"/>
                    <a:pt x="19502" y="7032"/>
                  </a:cubicBezTo>
                  <a:cubicBezTo>
                    <a:pt x="-1125" y="279549"/>
                    <a:pt x="-14250" y="433933"/>
                    <a:pt x="27002" y="517689"/>
                  </a:cubicBezTo>
                  <a:cubicBezTo>
                    <a:pt x="68255" y="433933"/>
                    <a:pt x="55129" y="279549"/>
                    <a:pt x="34503" y="7032"/>
                  </a:cubicBezTo>
                  <a:close/>
                </a:path>
              </a:pathLst>
            </a:custGeom>
            <a:solidFill>
              <a:schemeClr val="accent4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552" name="Google Shape;657;p35"/>
            <p:cNvSpPr/>
            <p:nvPr/>
          </p:nvSpPr>
          <p:spPr>
            <a:xfrm>
              <a:off x="6619320" y="4426560"/>
              <a:ext cx="158040" cy="158040"/>
            </a:xfrm>
            <a:custGeom>
              <a:avLst/>
              <a:gdLst>
                <a:gd name="textAreaLeft" fmla="*/ 0 w 158040"/>
                <a:gd name="textAreaRight" fmla="*/ 158400 w 158040"/>
                <a:gd name="textAreaTop" fmla="*/ 0 h 158040"/>
                <a:gd name="textAreaBottom" fmla="*/ 158400 h 158040"/>
              </a:gdLst>
              <a:ahLst/>
              <a:cxnLst/>
              <a:rect l="textAreaLeft" t="textAreaTop" r="textAreaRight" b="textAreaBottom"/>
              <a:pathLst>
                <a:path w="368244" h="367995">
                  <a:moveTo>
                    <a:pt x="366273" y="12348"/>
                  </a:moveTo>
                  <a:cubicBezTo>
                    <a:pt x="372523" y="5472"/>
                    <a:pt x="362523" y="-3903"/>
                    <a:pt x="355647" y="1722"/>
                  </a:cubicBezTo>
                  <a:cubicBezTo>
                    <a:pt x="148759" y="179858"/>
                    <a:pt x="30002" y="279240"/>
                    <a:pt x="0" y="367995"/>
                  </a:cubicBezTo>
                  <a:cubicBezTo>
                    <a:pt x="88755" y="337368"/>
                    <a:pt x="188137" y="219236"/>
                    <a:pt x="366273" y="12348"/>
                  </a:cubicBezTo>
                  <a:close/>
                </a:path>
              </a:pathLst>
            </a:custGeom>
            <a:solidFill>
              <a:schemeClr val="accent4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553" name="Google Shape;658;p35"/>
            <p:cNvSpPr/>
            <p:nvPr/>
          </p:nvSpPr>
          <p:spPr>
            <a:xfrm>
              <a:off x="6572880" y="4577040"/>
              <a:ext cx="54000" cy="54000"/>
            </a:xfrm>
            <a:custGeom>
              <a:avLst/>
              <a:gdLst>
                <a:gd name="textAreaLeft" fmla="*/ 0 w 54000"/>
                <a:gd name="textAreaRight" fmla="*/ 54360 w 54000"/>
                <a:gd name="textAreaTop" fmla="*/ 0 h 54000"/>
                <a:gd name="textAreaBottom" fmla="*/ 54360 h 54000"/>
              </a:gdLst>
              <a:ahLst/>
              <a:cxnLst/>
              <a:rect l="textAreaLeft" t="textAreaTop" r="textAreaRight" b="textAreaBottom"/>
              <a:pathLst>
                <a:path w="126258" h="126258">
                  <a:moveTo>
                    <a:pt x="108132" y="18126"/>
                  </a:moveTo>
                  <a:cubicBezTo>
                    <a:pt x="98131" y="21251"/>
                    <a:pt x="88756" y="23751"/>
                    <a:pt x="78755" y="25002"/>
                  </a:cubicBezTo>
                  <a:cubicBezTo>
                    <a:pt x="73130" y="17501"/>
                    <a:pt x="67504" y="9376"/>
                    <a:pt x="63129" y="0"/>
                  </a:cubicBezTo>
                  <a:cubicBezTo>
                    <a:pt x="58753" y="9376"/>
                    <a:pt x="53753" y="17501"/>
                    <a:pt x="47503" y="25002"/>
                  </a:cubicBezTo>
                  <a:cubicBezTo>
                    <a:pt x="38127" y="23751"/>
                    <a:pt x="28127" y="21251"/>
                    <a:pt x="18126" y="18126"/>
                  </a:cubicBezTo>
                  <a:cubicBezTo>
                    <a:pt x="21251" y="28127"/>
                    <a:pt x="23751" y="37502"/>
                    <a:pt x="25002" y="47503"/>
                  </a:cubicBezTo>
                  <a:cubicBezTo>
                    <a:pt x="17501" y="53128"/>
                    <a:pt x="9376" y="58754"/>
                    <a:pt x="0" y="63129"/>
                  </a:cubicBezTo>
                  <a:cubicBezTo>
                    <a:pt x="9376" y="67504"/>
                    <a:pt x="17501" y="72504"/>
                    <a:pt x="25002" y="78755"/>
                  </a:cubicBezTo>
                  <a:cubicBezTo>
                    <a:pt x="23751" y="88130"/>
                    <a:pt x="21251" y="98131"/>
                    <a:pt x="18126" y="108132"/>
                  </a:cubicBezTo>
                  <a:cubicBezTo>
                    <a:pt x="28127" y="105007"/>
                    <a:pt x="37502" y="102507"/>
                    <a:pt x="47503" y="101256"/>
                  </a:cubicBezTo>
                  <a:cubicBezTo>
                    <a:pt x="53128" y="108757"/>
                    <a:pt x="58753" y="116882"/>
                    <a:pt x="63129" y="126258"/>
                  </a:cubicBezTo>
                  <a:cubicBezTo>
                    <a:pt x="67504" y="116882"/>
                    <a:pt x="72504" y="108757"/>
                    <a:pt x="78755" y="101256"/>
                  </a:cubicBezTo>
                  <a:cubicBezTo>
                    <a:pt x="88130" y="102507"/>
                    <a:pt x="98131" y="105007"/>
                    <a:pt x="108132" y="108132"/>
                  </a:cubicBezTo>
                  <a:cubicBezTo>
                    <a:pt x="105007" y="98131"/>
                    <a:pt x="102506" y="88756"/>
                    <a:pt x="101256" y="78755"/>
                  </a:cubicBezTo>
                  <a:cubicBezTo>
                    <a:pt x="108757" y="73130"/>
                    <a:pt x="116882" y="67504"/>
                    <a:pt x="126258" y="63129"/>
                  </a:cubicBezTo>
                  <a:cubicBezTo>
                    <a:pt x="116882" y="58754"/>
                    <a:pt x="108757" y="53753"/>
                    <a:pt x="101256" y="47503"/>
                  </a:cubicBezTo>
                  <a:cubicBezTo>
                    <a:pt x="101881" y="37502"/>
                    <a:pt x="104382" y="27502"/>
                    <a:pt x="108132" y="18126"/>
                  </a:cubicBezTo>
                  <a:close/>
                </a:path>
              </a:pathLst>
            </a:custGeom>
            <a:solidFill>
              <a:schemeClr val="accent4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27000" bIns="2700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554" name="Google Shape;659;p35"/>
            <p:cNvSpPr/>
            <p:nvPr/>
          </p:nvSpPr>
          <p:spPr>
            <a:xfrm>
              <a:off x="6619320" y="4623120"/>
              <a:ext cx="158040" cy="158040"/>
            </a:xfrm>
            <a:custGeom>
              <a:avLst/>
              <a:gdLst>
                <a:gd name="textAreaLeft" fmla="*/ 0 w 158040"/>
                <a:gd name="textAreaRight" fmla="*/ 158400 w 158040"/>
                <a:gd name="textAreaTop" fmla="*/ 0 h 158040"/>
                <a:gd name="textAreaBottom" fmla="*/ 158400 h 158040"/>
              </a:gdLst>
              <a:ahLst/>
              <a:cxnLst/>
              <a:rect l="textAreaLeft" t="textAreaTop" r="textAreaRight" b="textAreaBottom"/>
              <a:pathLst>
                <a:path w="367994" h="368245">
                  <a:moveTo>
                    <a:pt x="355647" y="366273"/>
                  </a:moveTo>
                  <a:cubicBezTo>
                    <a:pt x="362523" y="372524"/>
                    <a:pt x="371898" y="362523"/>
                    <a:pt x="366273" y="355648"/>
                  </a:cubicBezTo>
                  <a:cubicBezTo>
                    <a:pt x="188137" y="148760"/>
                    <a:pt x="88755" y="30002"/>
                    <a:pt x="0" y="0"/>
                  </a:cubicBezTo>
                  <a:cubicBezTo>
                    <a:pt x="30627" y="88131"/>
                    <a:pt x="148759" y="188137"/>
                    <a:pt x="355647" y="366273"/>
                  </a:cubicBezTo>
                  <a:close/>
                </a:path>
              </a:pathLst>
            </a:custGeom>
            <a:solidFill>
              <a:schemeClr val="accent4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555" name="Google Shape;660;p35"/>
            <p:cNvSpPr/>
            <p:nvPr/>
          </p:nvSpPr>
          <p:spPr>
            <a:xfrm>
              <a:off x="6422400" y="4623120"/>
              <a:ext cx="158040" cy="158040"/>
            </a:xfrm>
            <a:custGeom>
              <a:avLst/>
              <a:gdLst>
                <a:gd name="textAreaLeft" fmla="*/ 0 w 158040"/>
                <a:gd name="textAreaRight" fmla="*/ 158400 w 158040"/>
                <a:gd name="textAreaTop" fmla="*/ 0 h 158040"/>
                <a:gd name="textAreaBottom" fmla="*/ 158400 h 158040"/>
              </a:gdLst>
              <a:ahLst/>
              <a:cxnLst/>
              <a:rect l="textAreaLeft" t="textAreaTop" r="textAreaRight" b="textAreaBottom"/>
              <a:pathLst>
                <a:path w="368245" h="367995">
                  <a:moveTo>
                    <a:pt x="1972" y="355648"/>
                  </a:moveTo>
                  <a:cubicBezTo>
                    <a:pt x="-4278" y="362523"/>
                    <a:pt x="5722" y="371898"/>
                    <a:pt x="12598" y="366273"/>
                  </a:cubicBezTo>
                  <a:cubicBezTo>
                    <a:pt x="219486" y="188137"/>
                    <a:pt x="338243" y="88756"/>
                    <a:pt x="368245" y="0"/>
                  </a:cubicBezTo>
                  <a:cubicBezTo>
                    <a:pt x="280114" y="30002"/>
                    <a:pt x="180108" y="148760"/>
                    <a:pt x="1972" y="355648"/>
                  </a:cubicBezTo>
                  <a:close/>
                </a:path>
              </a:pathLst>
            </a:custGeom>
            <a:solidFill>
              <a:schemeClr val="accent4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556" name="Google Shape;661;p35"/>
            <p:cNvSpPr/>
            <p:nvPr/>
          </p:nvSpPr>
          <p:spPr>
            <a:xfrm>
              <a:off x="6422760" y="4426200"/>
              <a:ext cx="158040" cy="158040"/>
            </a:xfrm>
            <a:custGeom>
              <a:avLst/>
              <a:gdLst>
                <a:gd name="textAreaLeft" fmla="*/ 0 w 158040"/>
                <a:gd name="textAreaRight" fmla="*/ 158400 w 158040"/>
                <a:gd name="textAreaTop" fmla="*/ 0 h 158040"/>
                <a:gd name="textAreaBottom" fmla="*/ 158400 h 158040"/>
              </a:gdLst>
              <a:ahLst/>
              <a:cxnLst/>
              <a:rect l="textAreaLeft" t="textAreaTop" r="textAreaRight" b="textAreaBottom"/>
              <a:pathLst>
                <a:path w="367995" h="368245">
                  <a:moveTo>
                    <a:pt x="12348" y="1972"/>
                  </a:moveTo>
                  <a:cubicBezTo>
                    <a:pt x="5472" y="-4278"/>
                    <a:pt x="-3903" y="5722"/>
                    <a:pt x="1722" y="12598"/>
                  </a:cubicBezTo>
                  <a:cubicBezTo>
                    <a:pt x="179858" y="219486"/>
                    <a:pt x="279240" y="338243"/>
                    <a:pt x="367995" y="368245"/>
                  </a:cubicBezTo>
                  <a:cubicBezTo>
                    <a:pt x="337993" y="279490"/>
                    <a:pt x="219861" y="180108"/>
                    <a:pt x="12348" y="1972"/>
                  </a:cubicBezTo>
                  <a:close/>
                </a:path>
              </a:pathLst>
            </a:custGeom>
            <a:solidFill>
              <a:schemeClr val="accent4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</p:grp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57" name="Google Shape;1058;p49" descr=""/>
          <p:cNvPicPr/>
          <p:nvPr/>
        </p:nvPicPr>
        <p:blipFill>
          <a:blip r:embed="rId1"/>
          <a:srcRect l="0" t="13088" r="0" b="13088"/>
          <a:stretch/>
        </p:blipFill>
        <p:spPr>
          <a:xfrm>
            <a:off x="996840" y="1040400"/>
            <a:ext cx="2686320" cy="2971080"/>
          </a:xfrm>
          <a:prstGeom prst="rect">
            <a:avLst/>
          </a:prstGeom>
          <a:noFill/>
          <a:ln w="19050">
            <a:solidFill>
              <a:srgbClr val="ffffff"/>
            </a:solidFill>
            <a:miter/>
          </a:ln>
        </p:spPr>
      </p:pic>
      <p:sp>
        <p:nvSpPr>
          <p:cNvPr id="558" name="PlaceHolder 1"/>
          <p:cNvSpPr>
            <a:spLocks noGrp="1"/>
          </p:cNvSpPr>
          <p:nvPr>
            <p:ph type="title"/>
          </p:nvPr>
        </p:nvSpPr>
        <p:spPr>
          <a:xfrm>
            <a:off x="4400640" y="1181160"/>
            <a:ext cx="3742920" cy="17712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b">
            <a:normAutofit/>
          </a:bodyPr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3500" strike="noStrike" u="none">
                <a:solidFill>
                  <a:schemeClr val="dk1"/>
                </a:solidFill>
                <a:effectLst/>
                <a:uFillTx/>
                <a:latin typeface="Commissioner"/>
                <a:ea typeface="Commissioner"/>
              </a:rPr>
              <a:t>Introduction</a:t>
            </a:r>
            <a:endParaRPr b="0" lang="fr-FR" sz="3500" strike="noStrike" u="non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559" name="PlaceHolder 2"/>
          <p:cNvSpPr>
            <a:spLocks noGrp="1"/>
          </p:cNvSpPr>
          <p:nvPr>
            <p:ph type="subTitle"/>
          </p:nvPr>
        </p:nvSpPr>
        <p:spPr>
          <a:xfrm>
            <a:off x="4400640" y="2952720"/>
            <a:ext cx="3742920" cy="9234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t">
            <a:normAutofit fontScale="47500" lnSpcReduction="19999"/>
          </a:bodyPr>
          <a:p>
            <a:pPr indent="0" algn="ctr">
              <a:lnSpc>
                <a:spcPct val="150000"/>
              </a:lnSpc>
              <a:buNone/>
              <a:tabLst>
                <a:tab algn="l" pos="0"/>
              </a:tabLst>
            </a:pPr>
            <a:r>
              <a:rPr b="0" lang="en-US" sz="1200" strike="noStrike" u="none">
                <a:solidFill>
                  <a:schemeClr val="dk1"/>
                </a:solidFill>
                <a:effectLst/>
                <a:uFillTx/>
                <a:latin typeface="Anek Telugu"/>
                <a:ea typeface="Anek Telugu"/>
              </a:rPr>
              <a:t>This presentation outlines a clear 10-slide structure for an academic project viva. It is designed to help students quickly organize their content and deliver a polished, professional performance. The structure covers all essential sections from introduction through conclusion, ensuring a logical flow.</a:t>
            </a:r>
            <a:endParaRPr b="0" lang="en-US" sz="1200" strike="noStrike" u="none">
              <a:solidFill>
                <a:srgbClr val="ffffff"/>
              </a:solidFill>
              <a:effectLst/>
              <a:uFillTx/>
              <a:latin typeface="OpenSymbol"/>
            </a:endParaRPr>
          </a:p>
          <a:p>
            <a:pPr indent="0" algn="ctr">
              <a:lnSpc>
                <a:spcPct val="150000"/>
              </a:lnSpc>
              <a:buNone/>
              <a:tabLst>
                <a:tab algn="l" pos="0"/>
              </a:tabLst>
            </a:pPr>
            <a:endParaRPr b="0" lang="en-US" sz="1400" strike="noStrike" u="none">
              <a:solidFill>
                <a:srgbClr val="ffffff"/>
              </a:solidFill>
              <a:effectLst/>
              <a:uFillTx/>
              <a:latin typeface="OpenSymbol"/>
            </a:endParaRPr>
          </a:p>
          <a:p>
            <a:pPr indent="0" algn="ctr">
              <a:lnSpc>
                <a:spcPct val="150000"/>
              </a:lnSpc>
              <a:buNone/>
              <a:tabLst>
                <a:tab algn="l" pos="0"/>
              </a:tabLst>
            </a:pPr>
            <a:r>
              <a:rPr b="0" lang="en-US" sz="1200" strike="noStrike" u="none">
                <a:solidFill>
                  <a:schemeClr val="dk1"/>
                </a:solidFill>
                <a:effectLst/>
                <a:uFillTx/>
                <a:latin typeface="Anek Telugu"/>
                <a:ea typeface="Anek Telugu"/>
              </a:rPr>
              <a:t>Preparing with this format enhances confidence, clarity, and effectiveness during the viva session, highlighting key points succinctly while engaging the audience.</a:t>
            </a:r>
            <a:endParaRPr b="0" lang="en-US" sz="1200" strike="noStrike" u="none">
              <a:solidFill>
                <a:srgbClr val="ffffff"/>
              </a:solidFill>
              <a:effectLst/>
              <a:uFillTx/>
              <a:latin typeface="OpenSymbo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0" name=""/>
          <p:cNvSpPr/>
          <p:nvPr/>
        </p:nvSpPr>
        <p:spPr>
          <a:xfrm>
            <a:off x="5048280" y="476280"/>
            <a:ext cx="2285640" cy="952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anchor="t">
            <a:sp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50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01</a:t>
            </a:r>
            <a:endParaRPr b="0" lang="en-US" sz="5000" strike="noStrike" u="none">
              <a:solidFill>
                <a:srgbClr val="ffffff"/>
              </a:solidFill>
              <a:effectLst/>
              <a:uFillTx/>
              <a:latin typeface="OpenSymbol"/>
            </a:endParaRPr>
          </a:p>
        </p:txBody>
      </p:sp>
      <p:sp>
        <p:nvSpPr>
          <p:cNvPr id="561" name=""/>
          <p:cNvSpPr/>
          <p:nvPr/>
        </p:nvSpPr>
        <p:spPr>
          <a:xfrm>
            <a:off x="5048280" y="1428840"/>
            <a:ext cx="3619080" cy="1428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anchor="t">
            <a:norm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4000" strike="noStrike" u="none">
                <a:solidFill>
                  <a:schemeClr val="dk1"/>
                </a:solidFill>
                <a:effectLst/>
                <a:uFillTx/>
                <a:latin typeface="Commissioner"/>
              </a:rPr>
              <a:t>Presentation Structure</a:t>
            </a:r>
            <a:endParaRPr b="0" lang="en-US" sz="4000" strike="noStrike" u="none">
              <a:solidFill>
                <a:srgbClr val="ffffff"/>
              </a:solidFill>
              <a:effectLst/>
              <a:uFillTx/>
              <a:latin typeface="OpenSymbol"/>
            </a:endParaRPr>
          </a:p>
        </p:txBody>
      </p:sp>
      <p:pic>
        <p:nvPicPr>
          <p:cNvPr id="562" name="image6994402ee970a" descr="image6994402ee970f"/>
          <p:cNvPicPr/>
          <p:nvPr/>
        </p:nvPicPr>
        <p:blipFill>
          <a:blip r:embed="rId1"/>
          <a:stretch/>
        </p:blipFill>
        <p:spPr>
          <a:xfrm>
            <a:off x="0" y="0"/>
            <a:ext cx="4571640" cy="514332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63" name="Google Shape;1058;p49" descr=""/>
          <p:cNvPicPr/>
          <p:nvPr/>
        </p:nvPicPr>
        <p:blipFill>
          <a:blip r:embed="rId1"/>
          <a:srcRect l="0" t="13088" r="0" b="13088"/>
          <a:stretch/>
        </p:blipFill>
        <p:spPr>
          <a:xfrm>
            <a:off x="996840" y="1040400"/>
            <a:ext cx="2686320" cy="2971080"/>
          </a:xfrm>
          <a:prstGeom prst="rect">
            <a:avLst/>
          </a:prstGeom>
          <a:noFill/>
          <a:ln w="19050">
            <a:solidFill>
              <a:srgbClr val="ffffff"/>
            </a:solidFill>
            <a:miter/>
          </a:ln>
        </p:spPr>
      </p:pic>
      <p:sp>
        <p:nvSpPr>
          <p:cNvPr id="564" name="PlaceHolder 1"/>
          <p:cNvSpPr>
            <a:spLocks noGrp="1"/>
          </p:cNvSpPr>
          <p:nvPr>
            <p:ph type="title"/>
          </p:nvPr>
        </p:nvSpPr>
        <p:spPr>
          <a:xfrm>
            <a:off x="4400640" y="1181160"/>
            <a:ext cx="3742920" cy="17712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b">
            <a:normAutofit/>
          </a:bodyPr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3500" strike="noStrike" u="none">
                <a:solidFill>
                  <a:schemeClr val="dk1"/>
                </a:solidFill>
                <a:effectLst/>
                <a:uFillTx/>
                <a:latin typeface="Commissioner"/>
                <a:ea typeface="Commissioner"/>
              </a:rPr>
              <a:t>Title Slide Content</a:t>
            </a:r>
            <a:endParaRPr b="0" lang="fr-FR" sz="3500" strike="noStrike" u="non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565" name="PlaceHolder 2"/>
          <p:cNvSpPr>
            <a:spLocks noGrp="1"/>
          </p:cNvSpPr>
          <p:nvPr>
            <p:ph type="subTitle"/>
          </p:nvPr>
        </p:nvSpPr>
        <p:spPr>
          <a:xfrm>
            <a:off x="4400640" y="2952720"/>
            <a:ext cx="3742920" cy="9234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t">
            <a:normAutofit fontScale="47500" lnSpcReduction="19999"/>
          </a:bodyPr>
          <a:p>
            <a:pPr indent="0" algn="ctr">
              <a:lnSpc>
                <a:spcPct val="150000"/>
              </a:lnSpc>
              <a:buNone/>
              <a:tabLst>
                <a:tab algn="l" pos="0"/>
              </a:tabLst>
            </a:pPr>
            <a:r>
              <a:rPr b="0" lang="en-US" sz="1200" strike="noStrike" u="none">
                <a:solidFill>
                  <a:schemeClr val="dk1"/>
                </a:solidFill>
                <a:effectLst/>
                <a:uFillTx/>
                <a:latin typeface="Anek Telugu"/>
                <a:ea typeface="Anek Telugu"/>
              </a:rPr>
              <a:t>Include project title: </a:t>
            </a:r>
            <a:r>
              <a:rPr b="0" i="1" lang="en-US" sz="1200" strike="noStrike" u="none">
                <a:solidFill>
                  <a:schemeClr val="dk1"/>
                </a:solidFill>
                <a:effectLst/>
                <a:uFillTx/>
                <a:latin typeface="Anek Telugu"/>
                <a:ea typeface="Anek Telugu"/>
              </a:rPr>
              <a:t>Online Student–Teacher Interaction Academic Management System</a:t>
            </a:r>
            <a:r>
              <a:rPr b="0" lang="en-US" sz="1200" strike="noStrike" u="none">
                <a:solidFill>
                  <a:schemeClr val="dk1"/>
                </a:solidFill>
                <a:effectLst/>
                <a:uFillTx/>
                <a:latin typeface="Anek Telugu"/>
                <a:ea typeface="Anek Telugu"/>
              </a:rPr>
              <a:t> built on MERN stack. </a:t>
            </a:r>
            <a:endParaRPr b="0" lang="en-US" sz="1200" strike="noStrike" u="none">
              <a:solidFill>
                <a:srgbClr val="ffffff"/>
              </a:solidFill>
              <a:effectLst/>
              <a:uFillTx/>
              <a:latin typeface="OpenSymbol"/>
            </a:endParaRPr>
          </a:p>
          <a:p>
            <a:pPr indent="0" algn="ctr">
              <a:lnSpc>
                <a:spcPct val="150000"/>
              </a:lnSpc>
              <a:buNone/>
              <a:tabLst>
                <a:tab algn="l" pos="0"/>
              </a:tabLst>
            </a:pPr>
            <a:endParaRPr b="0" lang="en-US" sz="1400" strike="noStrike" u="none">
              <a:solidFill>
                <a:srgbClr val="ffffff"/>
              </a:solidFill>
              <a:effectLst/>
              <a:uFillTx/>
              <a:latin typeface="OpenSymbol"/>
            </a:endParaRPr>
          </a:p>
          <a:p>
            <a:pPr indent="0" algn="ctr">
              <a:lnSpc>
                <a:spcPct val="150000"/>
              </a:lnSpc>
              <a:buNone/>
              <a:tabLst>
                <a:tab algn="l" pos="0"/>
              </a:tabLst>
            </a:pPr>
            <a:r>
              <a:rPr b="0" lang="en-US" sz="1200" strike="noStrike" u="none">
                <a:solidFill>
                  <a:schemeClr val="dk1"/>
                </a:solidFill>
                <a:effectLst/>
                <a:uFillTx/>
                <a:latin typeface="Anek Telugu"/>
                <a:ea typeface="Anek Telugu"/>
              </a:rPr>
              <a:t>List contributors with IDs, supervisor name, department, institution, and session year succinctly. </a:t>
            </a:r>
            <a:endParaRPr b="0" lang="en-US" sz="1200" strike="noStrike" u="none">
              <a:solidFill>
                <a:srgbClr val="ffffff"/>
              </a:solidFill>
              <a:effectLst/>
              <a:uFillTx/>
              <a:latin typeface="OpenSymbol"/>
            </a:endParaRPr>
          </a:p>
          <a:p>
            <a:pPr indent="0" algn="ctr">
              <a:lnSpc>
                <a:spcPct val="150000"/>
              </a:lnSpc>
              <a:buNone/>
              <a:tabLst>
                <a:tab algn="l" pos="0"/>
              </a:tabLst>
            </a:pPr>
            <a:endParaRPr b="0" lang="en-US" sz="1400" strike="noStrike" u="none">
              <a:solidFill>
                <a:srgbClr val="ffffff"/>
              </a:solidFill>
              <a:effectLst/>
              <a:uFillTx/>
              <a:latin typeface="OpenSymbol"/>
            </a:endParaRPr>
          </a:p>
          <a:p>
            <a:pPr indent="0" algn="ctr">
              <a:lnSpc>
                <a:spcPct val="150000"/>
              </a:lnSpc>
              <a:buNone/>
              <a:tabLst>
                <a:tab algn="l" pos="0"/>
              </a:tabLst>
            </a:pPr>
            <a:r>
              <a:rPr b="0" lang="en-US" sz="1200" strike="noStrike" u="none">
                <a:solidFill>
                  <a:schemeClr val="dk1"/>
                </a:solidFill>
                <a:effectLst/>
                <a:uFillTx/>
                <a:latin typeface="Anek Telugu"/>
                <a:ea typeface="Anek Telugu"/>
              </a:rPr>
              <a:t>Use a clean layout to create a strong first impression and establish the presentation context immediately.</a:t>
            </a:r>
            <a:endParaRPr b="0" lang="en-US" sz="1200" strike="noStrike" u="none">
              <a:solidFill>
                <a:srgbClr val="ffffff"/>
              </a:solidFill>
              <a:effectLst/>
              <a:uFillTx/>
              <a:latin typeface="OpenSymbo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6" name=""/>
          <p:cNvSpPr/>
          <p:nvPr/>
        </p:nvSpPr>
        <p:spPr>
          <a:xfrm>
            <a:off x="476280" y="476280"/>
            <a:ext cx="8191080" cy="952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anchor="t">
            <a:norm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3500" strike="noStrike" u="none">
                <a:solidFill>
                  <a:schemeClr val="dk1"/>
                </a:solidFill>
                <a:effectLst/>
                <a:uFillTx/>
                <a:latin typeface="Commissioner"/>
              </a:rPr>
              <a:t>Introduction and Objectives</a:t>
            </a:r>
            <a:endParaRPr b="0" lang="en-US" sz="3500" strike="noStrike" u="none">
              <a:solidFill>
                <a:srgbClr val="ffffff"/>
              </a:solidFill>
              <a:effectLst/>
              <a:uFillTx/>
              <a:latin typeface="OpenSymbol"/>
            </a:endParaRPr>
          </a:p>
        </p:txBody>
      </p:sp>
      <p:sp>
        <p:nvSpPr>
          <p:cNvPr id="567" name=""/>
          <p:cNvSpPr/>
          <p:nvPr/>
        </p:nvSpPr>
        <p:spPr>
          <a:xfrm>
            <a:off x="476280" y="1905120"/>
            <a:ext cx="8191080" cy="2761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anchor="t">
            <a:normAutofit/>
          </a:bodyPr>
          <a:p>
            <a:pPr algn="ctr" defTabSz="914400">
              <a:lnSpc>
                <a:spcPct val="150000"/>
              </a:lnSpc>
              <a:tabLst>
                <a:tab algn="l" pos="0"/>
              </a:tabLst>
            </a:pPr>
            <a:r>
              <a:rPr b="0" lang="en-US" sz="1200" strike="noStrike" u="none">
                <a:solidFill>
                  <a:schemeClr val="dk1"/>
                </a:solidFill>
                <a:effectLst/>
                <a:uFillTx/>
                <a:latin typeface="Anek Telugu"/>
              </a:rPr>
              <a:t>Introduce the surge in digital learning and the limitations of manual academic management. </a:t>
            </a:r>
            <a:endParaRPr b="0" lang="en-US" sz="1200" strike="noStrike" u="none">
              <a:solidFill>
                <a:srgbClr val="ffffff"/>
              </a:solidFill>
              <a:effectLst/>
              <a:uFillTx/>
              <a:latin typeface="OpenSymbol"/>
            </a:endParaRPr>
          </a:p>
          <a:p>
            <a:pPr algn="ctr" defTabSz="914400">
              <a:lnSpc>
                <a:spcPct val="150000"/>
              </a:lnSpc>
              <a:tabLst>
                <a:tab algn="l" pos="0"/>
              </a:tabLst>
            </a:pPr>
            <a:endParaRPr b="0" lang="en-US" sz="1800" strike="noStrike" u="none">
              <a:solidFill>
                <a:srgbClr val="ffffff"/>
              </a:solidFill>
              <a:effectLst/>
              <a:uFillTx/>
              <a:latin typeface="OpenSymbol"/>
            </a:endParaRPr>
          </a:p>
          <a:p>
            <a:pPr algn="ctr" defTabSz="914400">
              <a:lnSpc>
                <a:spcPct val="150000"/>
              </a:lnSpc>
              <a:tabLst>
                <a:tab algn="l" pos="0"/>
              </a:tabLst>
            </a:pPr>
            <a:r>
              <a:rPr b="0" lang="en-US" sz="1200" strike="noStrike" u="none">
                <a:solidFill>
                  <a:schemeClr val="dk1"/>
                </a:solidFill>
                <a:effectLst/>
                <a:uFillTx/>
                <a:latin typeface="Anek Telugu"/>
              </a:rPr>
              <a:t>Highlight the need for a </a:t>
            </a:r>
            <a:r>
              <a:rPr b="1" lang="en-US" sz="1200" strike="noStrike" u="none">
                <a:solidFill>
                  <a:schemeClr val="dk1"/>
                </a:solidFill>
                <a:effectLst/>
                <a:uFillTx/>
                <a:latin typeface="Anek Telugu"/>
              </a:rPr>
              <a:t>secure, scalable, and unified system</a:t>
            </a:r>
            <a:r>
              <a:rPr b="0" lang="en-US" sz="1200" strike="noStrike" u="none">
                <a:solidFill>
                  <a:schemeClr val="dk1"/>
                </a:solidFill>
                <a:effectLst/>
                <a:uFillTx/>
                <a:latin typeface="Anek Telugu"/>
              </a:rPr>
              <a:t> integrating communication and data management. </a:t>
            </a:r>
            <a:endParaRPr b="0" lang="en-US" sz="1200" strike="noStrike" u="none">
              <a:solidFill>
                <a:srgbClr val="ffffff"/>
              </a:solidFill>
              <a:effectLst/>
              <a:uFillTx/>
              <a:latin typeface="OpenSymbol"/>
            </a:endParaRPr>
          </a:p>
          <a:p>
            <a:pPr algn="ctr" defTabSz="914400">
              <a:lnSpc>
                <a:spcPct val="150000"/>
              </a:lnSpc>
              <a:tabLst>
                <a:tab algn="l" pos="0"/>
              </a:tabLst>
            </a:pPr>
            <a:endParaRPr b="0" lang="en-US" sz="1800" strike="noStrike" u="none">
              <a:solidFill>
                <a:srgbClr val="ffffff"/>
              </a:solidFill>
              <a:effectLst/>
              <a:uFillTx/>
              <a:latin typeface="OpenSymbol"/>
            </a:endParaRPr>
          </a:p>
          <a:p>
            <a:pPr algn="ctr" defTabSz="914400">
              <a:lnSpc>
                <a:spcPct val="150000"/>
              </a:lnSpc>
              <a:tabLst>
                <a:tab algn="l" pos="0"/>
              </a:tabLst>
            </a:pPr>
            <a:r>
              <a:rPr b="0" lang="en-US" sz="1200" strike="noStrike" u="none">
                <a:solidFill>
                  <a:schemeClr val="dk1"/>
                </a:solidFill>
                <a:effectLst/>
                <a:uFillTx/>
                <a:latin typeface="Anek Telugu"/>
              </a:rPr>
              <a:t>State the main goal: developing a MERN-based online academic management system with features like online submissions, attendance, and role-based access control.</a:t>
            </a:r>
            <a:endParaRPr b="0" lang="en-US" sz="1200" strike="noStrike" u="none">
              <a:solidFill>
                <a:srgbClr val="ffffff"/>
              </a:solidFill>
              <a:effectLst/>
              <a:uFillTx/>
              <a:latin typeface="OpenSymbo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8" name=""/>
          <p:cNvSpPr/>
          <p:nvPr/>
        </p:nvSpPr>
        <p:spPr>
          <a:xfrm>
            <a:off x="476280" y="476280"/>
            <a:ext cx="8191080" cy="952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anchor="t">
            <a:norm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3500" strike="noStrike" u="none">
                <a:solidFill>
                  <a:schemeClr val="dk1"/>
                </a:solidFill>
                <a:effectLst/>
                <a:uFillTx/>
                <a:latin typeface="Commissioner"/>
              </a:rPr>
              <a:t>Problem Statement and Proposed Features</a:t>
            </a:r>
            <a:endParaRPr b="0" lang="en-US" sz="3500" strike="noStrike" u="none">
              <a:solidFill>
                <a:srgbClr val="ffffff"/>
              </a:solidFill>
              <a:effectLst/>
              <a:uFillTx/>
              <a:latin typeface="OpenSymbol"/>
            </a:endParaRPr>
          </a:p>
        </p:txBody>
      </p:sp>
      <p:sp>
        <p:nvSpPr>
          <p:cNvPr id="569" name=""/>
          <p:cNvSpPr/>
          <p:nvPr/>
        </p:nvSpPr>
        <p:spPr>
          <a:xfrm>
            <a:off x="476280" y="1905120"/>
            <a:ext cx="8191080" cy="2761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anchor="t">
            <a:normAutofit/>
          </a:bodyPr>
          <a:p>
            <a:pPr algn="ctr" defTabSz="914400">
              <a:lnSpc>
                <a:spcPct val="150000"/>
              </a:lnSpc>
              <a:tabLst>
                <a:tab algn="l" pos="0"/>
              </a:tabLst>
            </a:pPr>
            <a:r>
              <a:rPr b="0" lang="en-US" sz="1200" strike="noStrike" u="none">
                <a:solidFill>
                  <a:schemeClr val="dk1"/>
                </a:solidFill>
                <a:effectLst/>
                <a:uFillTx/>
                <a:latin typeface="Anek Telugu"/>
              </a:rPr>
              <a:t>The current academic management faces issues like manual assignment handling, delayed feedback, and poor communication. There is no centralized system for managing academic data or simplifying administrative tasks. </a:t>
            </a:r>
            <a:endParaRPr b="0" lang="en-US" sz="1200" strike="noStrike" u="none">
              <a:solidFill>
                <a:srgbClr val="ffffff"/>
              </a:solidFill>
              <a:effectLst/>
              <a:uFillTx/>
              <a:latin typeface="OpenSymbol"/>
            </a:endParaRPr>
          </a:p>
          <a:p>
            <a:pPr algn="ctr" defTabSz="914400">
              <a:lnSpc>
                <a:spcPct val="150000"/>
              </a:lnSpc>
              <a:tabLst>
                <a:tab algn="l" pos="0"/>
              </a:tabLst>
            </a:pPr>
            <a:endParaRPr b="0" lang="en-US" sz="1800" strike="noStrike" u="none">
              <a:solidFill>
                <a:srgbClr val="ffffff"/>
              </a:solidFill>
              <a:effectLst/>
              <a:uFillTx/>
              <a:latin typeface="OpenSymbol"/>
            </a:endParaRPr>
          </a:p>
          <a:p>
            <a:pPr algn="ctr" defTabSz="914400">
              <a:lnSpc>
                <a:spcPct val="150000"/>
              </a:lnSpc>
              <a:tabLst>
                <a:tab algn="l" pos="0"/>
              </a:tabLst>
            </a:pPr>
            <a:r>
              <a:rPr b="0" lang="en-US" sz="1200" strike="noStrike" u="none">
                <a:solidFill>
                  <a:schemeClr val="dk1"/>
                </a:solidFill>
                <a:effectLst/>
                <a:uFillTx/>
                <a:latin typeface="Anek Telugu"/>
              </a:rPr>
              <a:t>The proposed system offers </a:t>
            </a:r>
            <a:r>
              <a:rPr b="1" lang="en-US" sz="1200" strike="noStrike" u="none">
                <a:solidFill>
                  <a:schemeClr val="dk1"/>
                </a:solidFill>
                <a:effectLst/>
                <a:uFillTx/>
                <a:latin typeface="Anek Telugu"/>
              </a:rPr>
              <a:t>online assignment submission</a:t>
            </a:r>
            <a:r>
              <a:rPr b="0" lang="en-US" sz="1200" strike="noStrike" u="none">
                <a:solidFill>
                  <a:schemeClr val="dk1"/>
                </a:solidFill>
                <a:effectLst/>
                <a:uFillTx/>
                <a:latin typeface="Anek Telugu"/>
              </a:rPr>
              <a:t>, real-time feedback, attendance tracking, notifications, and role-based dashboards to streamline and enhance academic workflows efficiently.</a:t>
            </a:r>
            <a:endParaRPr b="0" lang="en-US" sz="1200" strike="noStrike" u="none">
              <a:solidFill>
                <a:srgbClr val="ffffff"/>
              </a:solidFill>
              <a:effectLst/>
              <a:uFillTx/>
              <a:latin typeface="OpenSymbo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0" name=""/>
          <p:cNvSpPr/>
          <p:nvPr/>
        </p:nvSpPr>
        <p:spPr>
          <a:xfrm>
            <a:off x="952560" y="476280"/>
            <a:ext cx="2285640" cy="952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anchor="t">
            <a:sp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50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01</a:t>
            </a:r>
            <a:endParaRPr b="0" lang="en-US" sz="5000" strike="noStrike" u="none">
              <a:solidFill>
                <a:srgbClr val="ffffff"/>
              </a:solidFill>
              <a:effectLst/>
              <a:uFillTx/>
              <a:latin typeface="OpenSymbol"/>
            </a:endParaRPr>
          </a:p>
        </p:txBody>
      </p:sp>
      <p:sp>
        <p:nvSpPr>
          <p:cNvPr id="571" name=""/>
          <p:cNvSpPr/>
          <p:nvPr/>
        </p:nvSpPr>
        <p:spPr>
          <a:xfrm>
            <a:off x="952560" y="1428840"/>
            <a:ext cx="4571640" cy="1428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anchor="t">
            <a:norm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4000" strike="noStrike" u="none">
                <a:solidFill>
                  <a:schemeClr val="dk1"/>
                </a:solidFill>
                <a:effectLst/>
                <a:uFillTx/>
                <a:latin typeface="Commissioner"/>
              </a:rPr>
              <a:t>System Design and Implementation</a:t>
            </a:r>
            <a:endParaRPr b="0" lang="en-US" sz="4000" strike="noStrike" u="none">
              <a:solidFill>
                <a:srgbClr val="ffffff"/>
              </a:solidFill>
              <a:effectLst/>
              <a:uFillTx/>
              <a:latin typeface="OpenSymbo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2" name=""/>
          <p:cNvSpPr/>
          <p:nvPr/>
        </p:nvSpPr>
        <p:spPr>
          <a:xfrm>
            <a:off x="476280" y="476280"/>
            <a:ext cx="8191080" cy="952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anchor="t">
            <a:norm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3500" strike="noStrike" u="none">
                <a:solidFill>
                  <a:schemeClr val="dk1"/>
                </a:solidFill>
                <a:effectLst/>
                <a:uFillTx/>
                <a:latin typeface="Commissioner"/>
              </a:rPr>
              <a:t>Architecture Overview</a:t>
            </a:r>
            <a:endParaRPr b="0" lang="en-US" sz="3500" strike="noStrike" u="none">
              <a:solidFill>
                <a:srgbClr val="ffffff"/>
              </a:solidFill>
              <a:effectLst/>
              <a:uFillTx/>
              <a:latin typeface="OpenSymbol"/>
            </a:endParaRPr>
          </a:p>
        </p:txBody>
      </p:sp>
      <p:sp>
        <p:nvSpPr>
          <p:cNvPr id="573" name=""/>
          <p:cNvSpPr/>
          <p:nvPr/>
        </p:nvSpPr>
        <p:spPr>
          <a:xfrm>
            <a:off x="476280" y="1905120"/>
            <a:ext cx="8191080" cy="2761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anchor="t">
            <a:normAutofit/>
          </a:bodyPr>
          <a:p>
            <a:pPr algn="ctr" defTabSz="914400">
              <a:lnSpc>
                <a:spcPct val="150000"/>
              </a:lnSpc>
              <a:tabLst>
                <a:tab algn="l" pos="0"/>
              </a:tabLst>
            </a:pPr>
            <a:r>
              <a:rPr b="0" lang="en-US" sz="1200" strike="noStrike" u="none">
                <a:solidFill>
                  <a:schemeClr val="dk1"/>
                </a:solidFill>
                <a:effectLst/>
                <a:uFillTx/>
                <a:latin typeface="Anek Telugu"/>
              </a:rPr>
              <a:t>The system employs a </a:t>
            </a:r>
            <a:r>
              <a:rPr b="1" lang="en-US" sz="1200" strike="noStrike" u="none">
                <a:solidFill>
                  <a:schemeClr val="dk1"/>
                </a:solidFill>
                <a:effectLst/>
                <a:uFillTx/>
                <a:latin typeface="Anek Telugu"/>
              </a:rPr>
              <a:t>four-layer architecture</a:t>
            </a:r>
            <a:r>
              <a:rPr b="0" lang="en-US" sz="1200" strike="noStrike" u="none">
                <a:solidFill>
                  <a:schemeClr val="dk1"/>
                </a:solidFill>
                <a:effectLst/>
                <a:uFillTx/>
                <a:latin typeface="Anek Telugu"/>
              </a:rPr>
              <a:t>: React.js for frontend, Node.js with Express.js for backend, MongoDB as the database, and Zustand/Redux Toolkit for state management. </a:t>
            </a:r>
            <a:endParaRPr b="0" lang="en-US" sz="1200" strike="noStrike" u="none">
              <a:solidFill>
                <a:srgbClr val="ffffff"/>
              </a:solidFill>
              <a:effectLst/>
              <a:uFillTx/>
              <a:latin typeface="OpenSymbol"/>
            </a:endParaRPr>
          </a:p>
          <a:p>
            <a:pPr algn="ctr" defTabSz="914400">
              <a:lnSpc>
                <a:spcPct val="150000"/>
              </a:lnSpc>
              <a:tabLst>
                <a:tab algn="l" pos="0"/>
              </a:tabLst>
            </a:pPr>
            <a:endParaRPr b="0" lang="en-US" sz="1800" strike="noStrike" u="none">
              <a:solidFill>
                <a:srgbClr val="ffffff"/>
              </a:solidFill>
              <a:effectLst/>
              <a:uFillTx/>
              <a:latin typeface="OpenSymbol"/>
            </a:endParaRPr>
          </a:p>
          <a:p>
            <a:pPr algn="ctr" defTabSz="914400">
              <a:lnSpc>
                <a:spcPct val="150000"/>
              </a:lnSpc>
              <a:tabLst>
                <a:tab algn="l" pos="0"/>
              </a:tabLst>
            </a:pPr>
            <a:r>
              <a:rPr b="0" lang="en-US" sz="1200" strike="noStrike" u="none">
                <a:solidFill>
                  <a:schemeClr val="dk1"/>
                </a:solidFill>
                <a:effectLst/>
                <a:uFillTx/>
                <a:latin typeface="Anek Telugu"/>
              </a:rPr>
              <a:t>REST APIs facilitate communication between frontend and backend, while JWT provides secure authentication, ensuring a responsive and scalable single-page application experience.</a:t>
            </a:r>
            <a:endParaRPr b="0" lang="en-US" sz="1200" strike="noStrike" u="none">
              <a:solidFill>
                <a:srgbClr val="ffffff"/>
              </a:solidFill>
              <a:effectLst/>
              <a:uFillTx/>
              <a:latin typeface="OpenSymbo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4" name=""/>
          <p:cNvSpPr/>
          <p:nvPr/>
        </p:nvSpPr>
        <p:spPr>
          <a:xfrm>
            <a:off x="476280" y="476280"/>
            <a:ext cx="8191080" cy="952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anchor="t">
            <a:norm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3500" strike="noStrike" u="none">
                <a:solidFill>
                  <a:schemeClr val="dk1"/>
                </a:solidFill>
                <a:effectLst/>
                <a:uFillTx/>
                <a:latin typeface="Commissioner"/>
              </a:rPr>
              <a:t>Database Design</a:t>
            </a:r>
            <a:endParaRPr b="0" lang="en-US" sz="3500" strike="noStrike" u="none">
              <a:solidFill>
                <a:srgbClr val="ffffff"/>
              </a:solidFill>
              <a:effectLst/>
              <a:uFillTx/>
              <a:latin typeface="OpenSymbol"/>
            </a:endParaRPr>
          </a:p>
        </p:txBody>
      </p:sp>
      <p:sp>
        <p:nvSpPr>
          <p:cNvPr id="575" name=""/>
          <p:cNvSpPr/>
          <p:nvPr/>
        </p:nvSpPr>
        <p:spPr>
          <a:xfrm>
            <a:off x="476280" y="1905120"/>
            <a:ext cx="8191080" cy="2761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anchor="t">
            <a:normAutofit/>
          </a:bodyPr>
          <a:p>
            <a:pPr algn="ctr" defTabSz="914400">
              <a:lnSpc>
                <a:spcPct val="150000"/>
              </a:lnSpc>
              <a:tabLst>
                <a:tab algn="l" pos="0"/>
              </a:tabLst>
            </a:pPr>
            <a:r>
              <a:rPr b="0" lang="en-US" sz="1200" strike="noStrike" u="none">
                <a:solidFill>
                  <a:schemeClr val="dk1"/>
                </a:solidFill>
                <a:effectLst/>
                <a:uFillTx/>
                <a:latin typeface="Anek Telugu"/>
              </a:rPr>
              <a:t>The database comprises collections for </a:t>
            </a:r>
            <a:r>
              <a:rPr b="0" i="1" lang="en-US" sz="1200" strike="noStrike" u="none">
                <a:solidFill>
                  <a:schemeClr val="dk1"/>
                </a:solidFill>
                <a:effectLst/>
                <a:uFillTx/>
                <a:latin typeface="Anek Telugu"/>
              </a:rPr>
              <a:t>Students, Teachers, Courses, Departments, Assignments, Submissions,</a:t>
            </a:r>
            <a:r>
              <a:rPr b="0" lang="en-US" sz="1200" strike="noStrike" u="none">
                <a:solidFill>
                  <a:schemeClr val="dk1"/>
                </a:solidFill>
                <a:effectLst/>
                <a:uFillTx/>
                <a:latin typeface="Anek Telugu"/>
              </a:rPr>
              <a:t> and </a:t>
            </a:r>
            <a:r>
              <a:rPr b="0" i="1" lang="en-US" sz="1200" strike="noStrike" u="none">
                <a:solidFill>
                  <a:schemeClr val="dk1"/>
                </a:solidFill>
                <a:effectLst/>
                <a:uFillTx/>
                <a:latin typeface="Anek Telugu"/>
              </a:rPr>
              <a:t>Grades</a:t>
            </a:r>
            <a:r>
              <a:rPr b="0" lang="en-US" sz="1200" strike="noStrike" u="none">
                <a:solidFill>
                  <a:schemeClr val="dk1"/>
                </a:solidFill>
                <a:effectLst/>
                <a:uFillTx/>
                <a:latin typeface="Anek Telugu"/>
              </a:rPr>
              <a:t>. </a:t>
            </a:r>
            <a:endParaRPr b="0" lang="en-US" sz="1200" strike="noStrike" u="none">
              <a:solidFill>
                <a:srgbClr val="ffffff"/>
              </a:solidFill>
              <a:effectLst/>
              <a:uFillTx/>
              <a:latin typeface="OpenSymbol"/>
            </a:endParaRPr>
          </a:p>
          <a:p>
            <a:pPr algn="ctr" defTabSz="914400">
              <a:lnSpc>
                <a:spcPct val="150000"/>
              </a:lnSpc>
              <a:tabLst>
                <a:tab algn="l" pos="0"/>
              </a:tabLst>
            </a:pPr>
            <a:endParaRPr b="0" lang="en-US" sz="1800" strike="noStrike" u="none">
              <a:solidFill>
                <a:srgbClr val="ffffff"/>
              </a:solidFill>
              <a:effectLst/>
              <a:uFillTx/>
              <a:latin typeface="OpenSymbol"/>
            </a:endParaRPr>
          </a:p>
          <a:p>
            <a:pPr algn="ctr" defTabSz="914400">
              <a:lnSpc>
                <a:spcPct val="150000"/>
              </a:lnSpc>
              <a:tabLst>
                <a:tab algn="l" pos="0"/>
              </a:tabLst>
            </a:pPr>
            <a:r>
              <a:rPr b="0" lang="en-US" sz="1200" strike="noStrike" u="none">
                <a:solidFill>
                  <a:schemeClr val="dk1"/>
                </a:solidFill>
                <a:effectLst/>
                <a:uFillTx/>
                <a:latin typeface="Anek Telugu"/>
              </a:rPr>
              <a:t>Relations map teachers to courses, students to submissions, and assignments to rubrics and grades, enabling efficient centralized academic data management aligned with project objectives.</a:t>
            </a:r>
            <a:endParaRPr b="0" lang="en-US" sz="1200" strike="noStrike" u="none">
              <a:solidFill>
                <a:srgbClr val="ffffff"/>
              </a:solidFill>
              <a:effectLst/>
              <a:uFillTx/>
              <a:latin typeface="OpenSymbo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6" name=""/>
          <p:cNvSpPr/>
          <p:nvPr/>
        </p:nvSpPr>
        <p:spPr>
          <a:xfrm>
            <a:off x="5048280" y="476280"/>
            <a:ext cx="3619080" cy="952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anchor="t">
            <a:normAutofit fontScale="85000" lnSpcReduction="9999"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3500" strike="noStrike" u="none">
                <a:solidFill>
                  <a:schemeClr val="dk1"/>
                </a:solidFill>
                <a:effectLst/>
                <a:uFillTx/>
                <a:latin typeface="Commissioner"/>
              </a:rPr>
              <a:t>Implementation Methodology and Results</a:t>
            </a:r>
            <a:endParaRPr b="0" lang="en-US" sz="3500" strike="noStrike" u="none">
              <a:solidFill>
                <a:srgbClr val="ffffff"/>
              </a:solidFill>
              <a:effectLst/>
              <a:uFillTx/>
              <a:latin typeface="OpenSymbol"/>
            </a:endParaRPr>
          </a:p>
        </p:txBody>
      </p:sp>
      <p:sp>
        <p:nvSpPr>
          <p:cNvPr id="577" name=""/>
          <p:cNvSpPr/>
          <p:nvPr/>
        </p:nvSpPr>
        <p:spPr>
          <a:xfrm>
            <a:off x="5048280" y="1905120"/>
            <a:ext cx="3619080" cy="2761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anchor="t">
            <a:normAutofit/>
          </a:bodyPr>
          <a:p>
            <a:pPr algn="ctr" defTabSz="914400">
              <a:lnSpc>
                <a:spcPct val="150000"/>
              </a:lnSpc>
              <a:tabLst>
                <a:tab algn="l" pos="0"/>
              </a:tabLst>
            </a:pPr>
            <a:r>
              <a:rPr b="0" lang="en-US" sz="1200" strike="noStrike" u="none">
                <a:solidFill>
                  <a:schemeClr val="dk1"/>
                </a:solidFill>
                <a:effectLst/>
                <a:uFillTx/>
                <a:latin typeface="Anek Telugu"/>
              </a:rPr>
              <a:t>The development follows a phased approach: requirement analysis, ERD design, backend and frontend planning, development, testing, and deployment. </a:t>
            </a:r>
            <a:endParaRPr b="0" lang="en-US" sz="1200" strike="noStrike" u="none">
              <a:solidFill>
                <a:srgbClr val="ffffff"/>
              </a:solidFill>
              <a:effectLst/>
              <a:uFillTx/>
              <a:latin typeface="OpenSymbol"/>
            </a:endParaRPr>
          </a:p>
          <a:p>
            <a:pPr algn="ctr" defTabSz="914400">
              <a:lnSpc>
                <a:spcPct val="150000"/>
              </a:lnSpc>
              <a:tabLst>
                <a:tab algn="l" pos="0"/>
              </a:tabLst>
            </a:pPr>
            <a:endParaRPr b="0" lang="en-US" sz="1800" strike="noStrike" u="none">
              <a:solidFill>
                <a:srgbClr val="ffffff"/>
              </a:solidFill>
              <a:effectLst/>
              <a:uFillTx/>
              <a:latin typeface="OpenSymbol"/>
            </a:endParaRPr>
          </a:p>
          <a:p>
            <a:pPr algn="ctr" defTabSz="914400">
              <a:lnSpc>
                <a:spcPct val="150000"/>
              </a:lnSpc>
              <a:tabLst>
                <a:tab algn="l" pos="0"/>
              </a:tabLst>
            </a:pPr>
            <a:r>
              <a:rPr b="0" lang="en-US" sz="1200" strike="noStrike" u="none">
                <a:solidFill>
                  <a:schemeClr val="dk1"/>
                </a:solidFill>
                <a:effectLst/>
                <a:uFillTx/>
                <a:latin typeface="Anek Telugu"/>
              </a:rPr>
              <a:t>Expected outcomes include faster academic workflows, centralized data, no page reload SPA performance, timely student feedback, and better administrative control, significantly improving overall academic efficiency.</a:t>
            </a:r>
            <a:endParaRPr b="0" lang="en-US" sz="1200" strike="noStrike" u="none">
              <a:solidFill>
                <a:srgbClr val="ffffff"/>
              </a:solidFill>
              <a:effectLst/>
              <a:uFillTx/>
              <a:latin typeface="OpenSymbol"/>
            </a:endParaRPr>
          </a:p>
        </p:txBody>
      </p:sp>
      <p:pic>
        <p:nvPicPr>
          <p:cNvPr id="578" name="image6994402f117be" descr="image6994402f117c2"/>
          <p:cNvPicPr/>
          <p:nvPr/>
        </p:nvPicPr>
        <p:blipFill>
          <a:blip r:embed="rId1"/>
          <a:stretch/>
        </p:blipFill>
        <p:spPr>
          <a:xfrm>
            <a:off x="0" y="0"/>
            <a:ext cx="4571640" cy="514332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79" name="Google Shape;1058;p49" descr=""/>
          <p:cNvPicPr/>
          <p:nvPr/>
        </p:nvPicPr>
        <p:blipFill>
          <a:blip r:embed="rId1"/>
          <a:srcRect l="0" t="13088" r="0" b="13088"/>
          <a:stretch/>
        </p:blipFill>
        <p:spPr>
          <a:xfrm>
            <a:off x="996840" y="1040400"/>
            <a:ext cx="2686320" cy="2971080"/>
          </a:xfrm>
          <a:prstGeom prst="rect">
            <a:avLst/>
          </a:prstGeom>
          <a:noFill/>
          <a:ln w="19050">
            <a:solidFill>
              <a:srgbClr val="ffffff"/>
            </a:solidFill>
            <a:miter/>
          </a:ln>
        </p:spPr>
      </p:pic>
      <p:sp>
        <p:nvSpPr>
          <p:cNvPr id="580" name="PlaceHolder 1"/>
          <p:cNvSpPr>
            <a:spLocks noGrp="1"/>
          </p:cNvSpPr>
          <p:nvPr>
            <p:ph type="title"/>
          </p:nvPr>
        </p:nvSpPr>
        <p:spPr>
          <a:xfrm>
            <a:off x="4400640" y="1181160"/>
            <a:ext cx="3742920" cy="17712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b">
            <a:normAutofit/>
          </a:bodyPr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3500" strike="noStrike" u="none">
                <a:solidFill>
                  <a:schemeClr val="dk1"/>
                </a:solidFill>
                <a:effectLst/>
                <a:uFillTx/>
                <a:latin typeface="Commissioner"/>
                <a:ea typeface="Commissioner"/>
              </a:rPr>
              <a:t>Conclusions</a:t>
            </a:r>
            <a:endParaRPr b="0" lang="fr-FR" sz="3500" strike="noStrike" u="non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581" name="PlaceHolder 2"/>
          <p:cNvSpPr>
            <a:spLocks noGrp="1"/>
          </p:cNvSpPr>
          <p:nvPr>
            <p:ph type="subTitle"/>
          </p:nvPr>
        </p:nvSpPr>
        <p:spPr>
          <a:xfrm>
            <a:off x="4400640" y="2952720"/>
            <a:ext cx="3742920" cy="9234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t">
            <a:normAutofit fontScale="47500" lnSpcReduction="19999"/>
          </a:bodyPr>
          <a:p>
            <a:pPr indent="0" algn="ctr">
              <a:lnSpc>
                <a:spcPct val="150000"/>
              </a:lnSpc>
              <a:buNone/>
              <a:tabLst>
                <a:tab algn="l" pos="0"/>
              </a:tabLst>
            </a:pPr>
            <a:r>
              <a:rPr b="0" lang="en-US" sz="1200" strike="noStrike" u="none">
                <a:solidFill>
                  <a:schemeClr val="dk1"/>
                </a:solidFill>
                <a:effectLst/>
                <a:uFillTx/>
                <a:latin typeface="Anek Telugu"/>
                <a:ea typeface="Anek Telugu"/>
              </a:rPr>
              <a:t>The MERN-based academic management system improves communication, security, and operational efficiency in educational settings. </a:t>
            </a:r>
            <a:endParaRPr b="0" lang="en-US" sz="1200" strike="noStrike" u="none">
              <a:solidFill>
                <a:srgbClr val="ffffff"/>
              </a:solidFill>
              <a:effectLst/>
              <a:uFillTx/>
              <a:latin typeface="OpenSymbol"/>
            </a:endParaRPr>
          </a:p>
          <a:p>
            <a:pPr indent="0" algn="ctr">
              <a:lnSpc>
                <a:spcPct val="150000"/>
              </a:lnSpc>
              <a:buNone/>
              <a:tabLst>
                <a:tab algn="l" pos="0"/>
              </a:tabLst>
            </a:pPr>
            <a:endParaRPr b="0" lang="en-US" sz="1400" strike="noStrike" u="none">
              <a:solidFill>
                <a:srgbClr val="ffffff"/>
              </a:solidFill>
              <a:effectLst/>
              <a:uFillTx/>
              <a:latin typeface="OpenSymbol"/>
            </a:endParaRPr>
          </a:p>
          <a:p>
            <a:pPr indent="0" algn="ctr">
              <a:lnSpc>
                <a:spcPct val="150000"/>
              </a:lnSpc>
              <a:buNone/>
              <a:tabLst>
                <a:tab algn="l" pos="0"/>
              </a:tabLst>
            </a:pPr>
            <a:r>
              <a:rPr b="0" lang="en-US" sz="1200" strike="noStrike" u="none">
                <a:solidFill>
                  <a:schemeClr val="dk1"/>
                </a:solidFill>
                <a:effectLst/>
                <a:uFillTx/>
                <a:latin typeface="Anek Telugu"/>
                <a:ea typeface="Anek Telugu"/>
              </a:rPr>
              <a:t>Its scalable design supports future enhancements such as real-time chat, mobile apps, AI analytics, and cloud deployment. This platform represents a significant step toward modernizing and unifying academic administration.</a:t>
            </a:r>
            <a:endParaRPr b="0" lang="en-US" sz="1200" strike="noStrike" u="none">
              <a:solidFill>
                <a:srgbClr val="ffffff"/>
              </a:solidFill>
              <a:effectLst/>
              <a:uFillTx/>
              <a:latin typeface="OpenSymbo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2" name="PlaceHolder 1"/>
          <p:cNvSpPr>
            <a:spLocks noGrp="1"/>
          </p:cNvSpPr>
          <p:nvPr>
            <p:ph type="title"/>
          </p:nvPr>
        </p:nvSpPr>
        <p:spPr>
          <a:xfrm>
            <a:off x="2171880" y="-354960"/>
            <a:ext cx="4790880" cy="20120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b">
            <a:spAutoFit/>
          </a:bodyPr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" sz="6000" strike="noStrike" u="none">
                <a:solidFill>
                  <a:schemeClr val="dk1"/>
                </a:solidFill>
                <a:effectLst/>
                <a:uFillTx/>
                <a:latin typeface="Commissioner"/>
                <a:ea typeface="Commissioner"/>
              </a:rPr>
              <a:t>Thanks!</a:t>
            </a:r>
            <a:endParaRPr b="0" lang="fr-FR" sz="6000" strike="noStrike" u="non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583" name="PlaceHolder 2"/>
          <p:cNvSpPr>
            <a:spLocks noGrp="1"/>
          </p:cNvSpPr>
          <p:nvPr>
            <p:ph type="subTitle"/>
          </p:nvPr>
        </p:nvSpPr>
        <p:spPr>
          <a:xfrm>
            <a:off x="2171880" y="1600200"/>
            <a:ext cx="4790880" cy="1057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t">
            <a:spAutoFit/>
          </a:bodyPr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" sz="1400" strike="noStrike" u="none">
                <a:solidFill>
                  <a:schemeClr val="dk1"/>
                </a:solidFill>
                <a:effectLst/>
                <a:uFillTx/>
                <a:latin typeface="Anek Telugu"/>
                <a:ea typeface="Anek Telugu"/>
              </a:rPr>
              <a:t>Do you have any questions?</a:t>
            </a:r>
            <a:endParaRPr b="0" lang="en-US" sz="1400" strike="noStrike" u="none">
              <a:solidFill>
                <a:srgbClr val="ffffff"/>
              </a:solidFill>
              <a:effectLst/>
              <a:uFillTx/>
              <a:latin typeface="OpenSymbol"/>
            </a:endParaRPr>
          </a:p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" sz="1400" strike="noStrike" u="none">
                <a:solidFill>
                  <a:schemeClr val="dk1"/>
                </a:solidFill>
                <a:effectLst/>
                <a:uFillTx/>
                <a:latin typeface="Anek Telugu"/>
                <a:ea typeface="Anek Telugu"/>
              </a:rPr>
              <a:t>youremail@freepik.com</a:t>
            </a:r>
            <a:endParaRPr b="0" lang="en-US" sz="1400" strike="noStrike" u="none">
              <a:solidFill>
                <a:srgbClr val="ffffff"/>
              </a:solidFill>
              <a:effectLst/>
              <a:uFillTx/>
              <a:latin typeface="OpenSymbol"/>
            </a:endParaRPr>
          </a:p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" sz="1400" strike="noStrike" u="none">
                <a:solidFill>
                  <a:schemeClr val="dk1"/>
                </a:solidFill>
                <a:effectLst/>
                <a:uFillTx/>
                <a:latin typeface="Anek Telugu"/>
                <a:ea typeface="Anek Telugu"/>
              </a:rPr>
              <a:t>+34 654 321 432</a:t>
            </a:r>
            <a:endParaRPr b="0" lang="en-US" sz="1400" strike="noStrike" u="none">
              <a:solidFill>
                <a:srgbClr val="ffffff"/>
              </a:solidFill>
              <a:effectLst/>
              <a:uFillTx/>
              <a:latin typeface="OpenSymbol"/>
            </a:endParaRPr>
          </a:p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" sz="1400" strike="noStrike" u="none">
                <a:solidFill>
                  <a:schemeClr val="dk1"/>
                </a:solidFill>
                <a:effectLst/>
                <a:uFillTx/>
                <a:latin typeface="Anek Telugu"/>
                <a:ea typeface="Anek Telugu"/>
              </a:rPr>
              <a:t>yourwebsite.com</a:t>
            </a:r>
            <a:endParaRPr b="0" lang="en-US" sz="1400" strike="noStrike" u="none">
              <a:solidFill>
                <a:srgbClr val="ffffff"/>
              </a:solidFill>
              <a:effectLst/>
              <a:uFillTx/>
              <a:latin typeface="OpenSymbol"/>
            </a:endParaRPr>
          </a:p>
        </p:txBody>
      </p:sp>
      <p:sp>
        <p:nvSpPr>
          <p:cNvPr id="584" name="Google Shape;1686;p69"/>
          <p:cNvSpPr/>
          <p:nvPr/>
        </p:nvSpPr>
        <p:spPr>
          <a:xfrm>
            <a:off x="2171880" y="4095720"/>
            <a:ext cx="4790880" cy="256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870823080" rIns="870823080" tIns="-3218040" bIns="-3218040" anchor="t">
            <a:sp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" sz="1200" strike="noStrike" u="none">
                <a:solidFill>
                  <a:schemeClr val="dk1"/>
                </a:solidFill>
                <a:effectLst/>
                <a:uFillTx/>
                <a:latin typeface="Arial"/>
              </a:rPr>
              <a:t>Please keep this slide for attribution</a:t>
            </a:r>
            <a:endParaRPr b="0" lang="en-US" sz="1200" strike="noStrike" u="none">
              <a:solidFill>
                <a:srgbClr val="ffffff"/>
              </a:solidFill>
              <a:effectLst/>
              <a:uFillTx/>
              <a:latin typeface="OpenSymbol"/>
            </a:endParaRPr>
          </a:p>
        </p:txBody>
      </p:sp>
      <p:grpSp>
        <p:nvGrpSpPr>
          <p:cNvPr id="585" name="Google Shape;1687;p69"/>
          <p:cNvGrpSpPr/>
          <p:nvPr/>
        </p:nvGrpSpPr>
        <p:grpSpPr>
          <a:xfrm>
            <a:off x="-399600" y="2654640"/>
            <a:ext cx="2225160" cy="2225520"/>
            <a:chOff x="-399600" y="2654640"/>
            <a:chExt cx="2225160" cy="2225520"/>
          </a:xfrm>
        </p:grpSpPr>
        <p:sp>
          <p:nvSpPr>
            <p:cNvPr id="586" name="Google Shape;1688;p69"/>
            <p:cNvSpPr/>
            <p:nvPr/>
          </p:nvSpPr>
          <p:spPr>
            <a:xfrm>
              <a:off x="-399600" y="3716640"/>
              <a:ext cx="1015200" cy="101880"/>
            </a:xfrm>
            <a:custGeom>
              <a:avLst/>
              <a:gdLst>
                <a:gd name="textAreaLeft" fmla="*/ 0 w 1015200"/>
                <a:gd name="textAreaRight" fmla="*/ 1015560 w 1015200"/>
                <a:gd name="textAreaTop" fmla="*/ 0 h 101880"/>
                <a:gd name="textAreaBottom" fmla="*/ 102240 h 101880"/>
              </a:gdLst>
              <a:ahLst/>
              <a:cxnLst/>
              <a:rect l="textAreaLeft" t="textAreaTop" r="textAreaRight" b="textAreaBottom"/>
              <a:pathLst>
                <a:path w="1575723" h="158763">
                  <a:moveTo>
                    <a:pt x="1099444" y="158764"/>
                  </a:moveTo>
                  <a:cubicBezTo>
                    <a:pt x="888806" y="158764"/>
                    <a:pt x="617539" y="138137"/>
                    <a:pt x="266891" y="111886"/>
                  </a:cubicBezTo>
                  <a:cubicBezTo>
                    <a:pt x="186262" y="105635"/>
                    <a:pt x="101881" y="99385"/>
                    <a:pt x="12501" y="93135"/>
                  </a:cubicBezTo>
                  <a:cubicBezTo>
                    <a:pt x="5000" y="92510"/>
                    <a:pt x="0" y="86884"/>
                    <a:pt x="0" y="79384"/>
                  </a:cubicBezTo>
                  <a:cubicBezTo>
                    <a:pt x="0" y="71883"/>
                    <a:pt x="5000" y="66258"/>
                    <a:pt x="12501" y="65633"/>
                  </a:cubicBezTo>
                  <a:cubicBezTo>
                    <a:pt x="101256" y="59382"/>
                    <a:pt x="186262" y="52507"/>
                    <a:pt x="266891" y="46882"/>
                  </a:cubicBezTo>
                  <a:cubicBezTo>
                    <a:pt x="961936" y="-5622"/>
                    <a:pt x="1344459" y="-34374"/>
                    <a:pt x="1562598" y="73133"/>
                  </a:cubicBezTo>
                  <a:lnTo>
                    <a:pt x="1575724" y="79384"/>
                  </a:lnTo>
                  <a:lnTo>
                    <a:pt x="1562598" y="85634"/>
                  </a:lnTo>
                  <a:cubicBezTo>
                    <a:pt x="1454466" y="138762"/>
                    <a:pt x="1306332" y="158764"/>
                    <a:pt x="1099444" y="158764"/>
                  </a:cubicBezTo>
                  <a:close/>
                  <a:moveTo>
                    <a:pt x="23751" y="79384"/>
                  </a:moveTo>
                  <a:cubicBezTo>
                    <a:pt x="108757" y="85634"/>
                    <a:pt x="190012" y="91884"/>
                    <a:pt x="268142" y="97510"/>
                  </a:cubicBezTo>
                  <a:cubicBezTo>
                    <a:pt x="946310" y="148763"/>
                    <a:pt x="1326333" y="177515"/>
                    <a:pt x="1543222" y="79384"/>
                  </a:cubicBezTo>
                  <a:cubicBezTo>
                    <a:pt x="1326333" y="-18748"/>
                    <a:pt x="946935" y="10004"/>
                    <a:pt x="268767" y="61258"/>
                  </a:cubicBezTo>
                  <a:cubicBezTo>
                    <a:pt x="190637" y="66883"/>
                    <a:pt x="109382" y="73133"/>
                    <a:pt x="23751" y="79384"/>
                  </a:cubicBezTo>
                  <a:close/>
                </a:path>
              </a:pathLst>
            </a:custGeom>
            <a:solidFill>
              <a:schemeClr val="dk1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587" name="Google Shape;1689;p69"/>
            <p:cNvSpPr/>
            <p:nvPr/>
          </p:nvSpPr>
          <p:spPr>
            <a:xfrm>
              <a:off x="661680" y="2654640"/>
              <a:ext cx="101880" cy="1015200"/>
            </a:xfrm>
            <a:custGeom>
              <a:avLst/>
              <a:gdLst>
                <a:gd name="textAreaLeft" fmla="*/ 0 w 101880"/>
                <a:gd name="textAreaRight" fmla="*/ 102240 w 101880"/>
                <a:gd name="textAreaTop" fmla="*/ 0 h 1015200"/>
                <a:gd name="textAreaBottom" fmla="*/ 1015560 h 1015200"/>
              </a:gdLst>
              <a:ahLst/>
              <a:cxnLst/>
              <a:rect l="textAreaLeft" t="textAreaTop" r="textAreaRight" b="textAreaBottom"/>
              <a:pathLst>
                <a:path w="158767" h="1575723">
                  <a:moveTo>
                    <a:pt x="79383" y="1575724"/>
                  </a:moveTo>
                  <a:lnTo>
                    <a:pt x="73133" y="1562598"/>
                  </a:lnTo>
                  <a:cubicBezTo>
                    <a:pt x="-34373" y="1344459"/>
                    <a:pt x="-5622" y="961935"/>
                    <a:pt x="46882" y="266892"/>
                  </a:cubicBezTo>
                  <a:cubicBezTo>
                    <a:pt x="53132" y="186262"/>
                    <a:pt x="59382" y="101256"/>
                    <a:pt x="65633" y="12501"/>
                  </a:cubicBezTo>
                  <a:lnTo>
                    <a:pt x="65633" y="12501"/>
                  </a:lnTo>
                  <a:cubicBezTo>
                    <a:pt x="66258" y="5000"/>
                    <a:pt x="71883" y="0"/>
                    <a:pt x="79383" y="0"/>
                  </a:cubicBezTo>
                  <a:cubicBezTo>
                    <a:pt x="79383" y="0"/>
                    <a:pt x="79383" y="0"/>
                    <a:pt x="79383" y="0"/>
                  </a:cubicBezTo>
                  <a:cubicBezTo>
                    <a:pt x="86884" y="0"/>
                    <a:pt x="92509" y="5000"/>
                    <a:pt x="93135" y="12501"/>
                  </a:cubicBezTo>
                  <a:cubicBezTo>
                    <a:pt x="99385" y="101881"/>
                    <a:pt x="106260" y="186262"/>
                    <a:pt x="111886" y="266892"/>
                  </a:cubicBezTo>
                  <a:cubicBezTo>
                    <a:pt x="164389" y="961935"/>
                    <a:pt x="193141" y="1344459"/>
                    <a:pt x="85634" y="1561973"/>
                  </a:cubicBezTo>
                  <a:lnTo>
                    <a:pt x="79383" y="1575724"/>
                  </a:lnTo>
                  <a:close/>
                  <a:moveTo>
                    <a:pt x="79383" y="24377"/>
                  </a:moveTo>
                  <a:cubicBezTo>
                    <a:pt x="73133" y="110007"/>
                    <a:pt x="66883" y="191262"/>
                    <a:pt x="61257" y="268767"/>
                  </a:cubicBezTo>
                  <a:cubicBezTo>
                    <a:pt x="10004" y="946934"/>
                    <a:pt x="-18747" y="1326333"/>
                    <a:pt x="79383" y="1543222"/>
                  </a:cubicBezTo>
                  <a:cubicBezTo>
                    <a:pt x="177515" y="1326333"/>
                    <a:pt x="148763" y="946934"/>
                    <a:pt x="97510" y="268767"/>
                  </a:cubicBezTo>
                  <a:cubicBezTo>
                    <a:pt x="91884" y="191262"/>
                    <a:pt x="85634" y="109382"/>
                    <a:pt x="79383" y="24377"/>
                  </a:cubicBezTo>
                  <a:close/>
                </a:path>
              </a:pathLst>
            </a:custGeom>
            <a:solidFill>
              <a:schemeClr val="dk1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588" name="Google Shape;1690;p69"/>
            <p:cNvSpPr/>
            <p:nvPr/>
          </p:nvSpPr>
          <p:spPr>
            <a:xfrm>
              <a:off x="661680" y="3864960"/>
              <a:ext cx="101880" cy="1015200"/>
            </a:xfrm>
            <a:custGeom>
              <a:avLst/>
              <a:gdLst>
                <a:gd name="textAreaLeft" fmla="*/ 0 w 101880"/>
                <a:gd name="textAreaRight" fmla="*/ 102240 w 101880"/>
                <a:gd name="textAreaTop" fmla="*/ 0 h 1015200"/>
                <a:gd name="textAreaBottom" fmla="*/ 1015560 h 1015200"/>
              </a:gdLst>
              <a:ahLst/>
              <a:cxnLst/>
              <a:rect l="textAreaLeft" t="textAreaTop" r="textAreaRight" b="textAreaBottom"/>
              <a:pathLst>
                <a:path w="158767" h="1575724">
                  <a:moveTo>
                    <a:pt x="79383" y="1575724"/>
                  </a:moveTo>
                  <a:cubicBezTo>
                    <a:pt x="71883" y="1575724"/>
                    <a:pt x="66258" y="1570724"/>
                    <a:pt x="65633" y="1563223"/>
                  </a:cubicBezTo>
                  <a:cubicBezTo>
                    <a:pt x="59382" y="1474468"/>
                    <a:pt x="52507" y="1389462"/>
                    <a:pt x="46882" y="1308832"/>
                  </a:cubicBezTo>
                  <a:cubicBezTo>
                    <a:pt x="-5622" y="613788"/>
                    <a:pt x="-34373" y="231265"/>
                    <a:pt x="73133" y="13126"/>
                  </a:cubicBezTo>
                  <a:lnTo>
                    <a:pt x="79383" y="0"/>
                  </a:lnTo>
                  <a:lnTo>
                    <a:pt x="85634" y="13126"/>
                  </a:lnTo>
                  <a:cubicBezTo>
                    <a:pt x="193141" y="231265"/>
                    <a:pt x="164389" y="613788"/>
                    <a:pt x="111886" y="1308207"/>
                  </a:cubicBezTo>
                  <a:cubicBezTo>
                    <a:pt x="105636" y="1388837"/>
                    <a:pt x="99385" y="1473843"/>
                    <a:pt x="93135" y="1563223"/>
                  </a:cubicBezTo>
                  <a:cubicBezTo>
                    <a:pt x="92509" y="1570724"/>
                    <a:pt x="86884" y="1575724"/>
                    <a:pt x="79383" y="1575724"/>
                  </a:cubicBezTo>
                  <a:cubicBezTo>
                    <a:pt x="79383" y="1575724"/>
                    <a:pt x="79383" y="1575724"/>
                    <a:pt x="79383" y="1575724"/>
                  </a:cubicBezTo>
                  <a:close/>
                  <a:moveTo>
                    <a:pt x="79383" y="33127"/>
                  </a:moveTo>
                  <a:cubicBezTo>
                    <a:pt x="-18747" y="250016"/>
                    <a:pt x="10004" y="630040"/>
                    <a:pt x="61257" y="1307582"/>
                  </a:cubicBezTo>
                  <a:cubicBezTo>
                    <a:pt x="66883" y="1385087"/>
                    <a:pt x="73133" y="1466342"/>
                    <a:pt x="79383" y="1551973"/>
                  </a:cubicBezTo>
                  <a:cubicBezTo>
                    <a:pt x="85634" y="1466342"/>
                    <a:pt x="91884" y="1385087"/>
                    <a:pt x="97510" y="1307582"/>
                  </a:cubicBezTo>
                  <a:cubicBezTo>
                    <a:pt x="148763" y="629414"/>
                    <a:pt x="177515" y="250016"/>
                    <a:pt x="79383" y="33127"/>
                  </a:cubicBezTo>
                  <a:close/>
                </a:path>
              </a:pathLst>
            </a:custGeom>
            <a:solidFill>
              <a:schemeClr val="dk1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589" name="Google Shape;1691;p69"/>
            <p:cNvSpPr/>
            <p:nvPr/>
          </p:nvSpPr>
          <p:spPr>
            <a:xfrm>
              <a:off x="810360" y="3716640"/>
              <a:ext cx="1015200" cy="101880"/>
            </a:xfrm>
            <a:custGeom>
              <a:avLst/>
              <a:gdLst>
                <a:gd name="textAreaLeft" fmla="*/ 0 w 1015200"/>
                <a:gd name="textAreaRight" fmla="*/ 1015560 w 1015200"/>
                <a:gd name="textAreaTop" fmla="*/ 0 h 101880"/>
                <a:gd name="textAreaBottom" fmla="*/ 102240 h 101880"/>
              </a:gdLst>
              <a:ahLst/>
              <a:cxnLst/>
              <a:rect l="textAreaLeft" t="textAreaTop" r="textAreaRight" b="textAreaBottom"/>
              <a:pathLst>
                <a:path w="1575723" h="158763">
                  <a:moveTo>
                    <a:pt x="476280" y="158764"/>
                  </a:moveTo>
                  <a:cubicBezTo>
                    <a:pt x="269392" y="158764"/>
                    <a:pt x="120632" y="138762"/>
                    <a:pt x="13126" y="85634"/>
                  </a:cubicBezTo>
                  <a:lnTo>
                    <a:pt x="0" y="79384"/>
                  </a:lnTo>
                  <a:lnTo>
                    <a:pt x="13126" y="73133"/>
                  </a:lnTo>
                  <a:cubicBezTo>
                    <a:pt x="231265" y="-34374"/>
                    <a:pt x="613788" y="-5622"/>
                    <a:pt x="1308832" y="46882"/>
                  </a:cubicBezTo>
                  <a:cubicBezTo>
                    <a:pt x="1389462" y="53132"/>
                    <a:pt x="1474467" y="59382"/>
                    <a:pt x="1563223" y="65633"/>
                  </a:cubicBezTo>
                  <a:cubicBezTo>
                    <a:pt x="1570723" y="66258"/>
                    <a:pt x="1575724" y="71883"/>
                    <a:pt x="1575724" y="79384"/>
                  </a:cubicBezTo>
                  <a:cubicBezTo>
                    <a:pt x="1575724" y="86884"/>
                    <a:pt x="1570723" y="92510"/>
                    <a:pt x="1563223" y="93135"/>
                  </a:cubicBezTo>
                  <a:cubicBezTo>
                    <a:pt x="1474467" y="99385"/>
                    <a:pt x="1389462" y="106260"/>
                    <a:pt x="1308832" y="111886"/>
                  </a:cubicBezTo>
                  <a:cubicBezTo>
                    <a:pt x="958185" y="138137"/>
                    <a:pt x="686918" y="158764"/>
                    <a:pt x="476280" y="158764"/>
                  </a:cubicBezTo>
                  <a:close/>
                  <a:moveTo>
                    <a:pt x="33127" y="79384"/>
                  </a:moveTo>
                  <a:cubicBezTo>
                    <a:pt x="250016" y="177515"/>
                    <a:pt x="630039" y="148763"/>
                    <a:pt x="1308207" y="97510"/>
                  </a:cubicBezTo>
                  <a:cubicBezTo>
                    <a:pt x="1385712" y="91884"/>
                    <a:pt x="1466967" y="85634"/>
                    <a:pt x="1552597" y="79384"/>
                  </a:cubicBezTo>
                  <a:cubicBezTo>
                    <a:pt x="1466967" y="73133"/>
                    <a:pt x="1385712" y="66883"/>
                    <a:pt x="1308207" y="61258"/>
                  </a:cubicBezTo>
                  <a:cubicBezTo>
                    <a:pt x="629414" y="10004"/>
                    <a:pt x="249390" y="-18748"/>
                    <a:pt x="33127" y="79384"/>
                  </a:cubicBezTo>
                  <a:close/>
                </a:path>
              </a:pathLst>
            </a:custGeom>
            <a:solidFill>
              <a:schemeClr val="dk1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590" name="Google Shape;1692;p69"/>
            <p:cNvSpPr/>
            <p:nvPr/>
          </p:nvSpPr>
          <p:spPr>
            <a:xfrm>
              <a:off x="-76320" y="3837240"/>
              <a:ext cx="720000" cy="720000"/>
            </a:xfrm>
            <a:custGeom>
              <a:avLst/>
              <a:gdLst>
                <a:gd name="textAreaLeft" fmla="*/ 0 w 720000"/>
                <a:gd name="textAreaRight" fmla="*/ 720360 w 720000"/>
                <a:gd name="textAreaTop" fmla="*/ 0 h 720000"/>
                <a:gd name="textAreaBottom" fmla="*/ 720360 h 720000"/>
              </a:gdLst>
              <a:ahLst/>
              <a:cxnLst/>
              <a:rect l="textAreaLeft" t="textAreaTop" r="textAreaRight" b="textAreaBottom"/>
              <a:pathLst>
                <a:path w="1117897" h="1117570">
                  <a:moveTo>
                    <a:pt x="13453" y="1117570"/>
                  </a:moveTo>
                  <a:cubicBezTo>
                    <a:pt x="10328" y="1117570"/>
                    <a:pt x="6578" y="1116320"/>
                    <a:pt x="4077" y="1113195"/>
                  </a:cubicBezTo>
                  <a:cubicBezTo>
                    <a:pt x="-923" y="1108195"/>
                    <a:pt x="-1548" y="1100069"/>
                    <a:pt x="3452" y="1095069"/>
                  </a:cubicBezTo>
                  <a:cubicBezTo>
                    <a:pt x="61581" y="1027565"/>
                    <a:pt x="117210" y="963185"/>
                    <a:pt x="169713" y="901932"/>
                  </a:cubicBezTo>
                  <a:cubicBezTo>
                    <a:pt x="624116" y="373773"/>
                    <a:pt x="874132" y="82505"/>
                    <a:pt x="1104147" y="4375"/>
                  </a:cubicBezTo>
                  <a:lnTo>
                    <a:pt x="1117897" y="0"/>
                  </a:lnTo>
                  <a:lnTo>
                    <a:pt x="1113522" y="13751"/>
                  </a:lnTo>
                  <a:cubicBezTo>
                    <a:pt x="1035392" y="243765"/>
                    <a:pt x="744124" y="493781"/>
                    <a:pt x="215966" y="948184"/>
                  </a:cubicBezTo>
                  <a:cubicBezTo>
                    <a:pt x="154712" y="1000688"/>
                    <a:pt x="90333" y="1056316"/>
                    <a:pt x="22204" y="1115070"/>
                  </a:cubicBezTo>
                  <a:lnTo>
                    <a:pt x="22204" y="1115070"/>
                  </a:lnTo>
                  <a:cubicBezTo>
                    <a:pt x="19703" y="1116320"/>
                    <a:pt x="16578" y="1117570"/>
                    <a:pt x="13453" y="1117570"/>
                  </a:cubicBezTo>
                  <a:close/>
                  <a:moveTo>
                    <a:pt x="1094771" y="22501"/>
                  </a:moveTo>
                  <a:cubicBezTo>
                    <a:pt x="872257" y="106257"/>
                    <a:pt x="624116" y="395025"/>
                    <a:pt x="180963" y="910682"/>
                  </a:cubicBezTo>
                  <a:cubicBezTo>
                    <a:pt x="130335" y="970061"/>
                    <a:pt x="77207" y="1031940"/>
                    <a:pt x="20953" y="1096319"/>
                  </a:cubicBezTo>
                  <a:cubicBezTo>
                    <a:pt x="85958" y="1040065"/>
                    <a:pt x="147836" y="986937"/>
                    <a:pt x="206590" y="936309"/>
                  </a:cubicBezTo>
                  <a:cubicBezTo>
                    <a:pt x="722247" y="493156"/>
                    <a:pt x="1011016" y="245015"/>
                    <a:pt x="1094771" y="22501"/>
                  </a:cubicBezTo>
                  <a:close/>
                </a:path>
              </a:pathLst>
            </a:custGeom>
            <a:solidFill>
              <a:schemeClr val="dk1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591" name="Google Shape;1693;p69"/>
            <p:cNvSpPr/>
            <p:nvPr/>
          </p:nvSpPr>
          <p:spPr>
            <a:xfrm>
              <a:off x="782280" y="3837240"/>
              <a:ext cx="720000" cy="720000"/>
            </a:xfrm>
            <a:custGeom>
              <a:avLst/>
              <a:gdLst>
                <a:gd name="textAreaLeft" fmla="*/ 0 w 720000"/>
                <a:gd name="textAreaRight" fmla="*/ 720360 w 720000"/>
                <a:gd name="textAreaTop" fmla="*/ 0 h 720000"/>
                <a:gd name="textAreaBottom" fmla="*/ 720360 h 720000"/>
              </a:gdLst>
              <a:ahLst/>
              <a:cxnLst/>
              <a:rect l="textAreaLeft" t="textAreaTop" r="textAreaRight" b="textAreaBottom"/>
              <a:pathLst>
                <a:path w="1117897" h="1117570">
                  <a:moveTo>
                    <a:pt x="1103819" y="1117570"/>
                  </a:moveTo>
                  <a:cubicBezTo>
                    <a:pt x="1100694" y="1117570"/>
                    <a:pt x="1097569" y="1116320"/>
                    <a:pt x="1095069" y="1114445"/>
                  </a:cubicBezTo>
                  <a:cubicBezTo>
                    <a:pt x="1027564" y="1056316"/>
                    <a:pt x="963185" y="1000688"/>
                    <a:pt x="901931" y="948184"/>
                  </a:cubicBezTo>
                  <a:cubicBezTo>
                    <a:pt x="373148" y="493781"/>
                    <a:pt x="82505" y="243765"/>
                    <a:pt x="4375" y="13751"/>
                  </a:cubicBezTo>
                  <a:lnTo>
                    <a:pt x="0" y="0"/>
                  </a:lnTo>
                  <a:lnTo>
                    <a:pt x="13751" y="4375"/>
                  </a:lnTo>
                  <a:cubicBezTo>
                    <a:pt x="243765" y="82505"/>
                    <a:pt x="493781" y="373773"/>
                    <a:pt x="948184" y="901932"/>
                  </a:cubicBezTo>
                  <a:cubicBezTo>
                    <a:pt x="1000688" y="963185"/>
                    <a:pt x="1056316" y="1027565"/>
                    <a:pt x="1114445" y="1095069"/>
                  </a:cubicBezTo>
                  <a:lnTo>
                    <a:pt x="1114445" y="1095069"/>
                  </a:lnTo>
                  <a:cubicBezTo>
                    <a:pt x="1119445" y="1100694"/>
                    <a:pt x="1118820" y="1108195"/>
                    <a:pt x="1113820" y="1113820"/>
                  </a:cubicBezTo>
                  <a:cubicBezTo>
                    <a:pt x="1110695" y="1116320"/>
                    <a:pt x="1107569" y="1117570"/>
                    <a:pt x="1103819" y="1117570"/>
                  </a:cubicBezTo>
                  <a:close/>
                  <a:moveTo>
                    <a:pt x="22501" y="22501"/>
                  </a:moveTo>
                  <a:cubicBezTo>
                    <a:pt x="106257" y="245015"/>
                    <a:pt x="395025" y="493156"/>
                    <a:pt x="910682" y="936934"/>
                  </a:cubicBezTo>
                  <a:cubicBezTo>
                    <a:pt x="969436" y="987562"/>
                    <a:pt x="1031940" y="1040690"/>
                    <a:pt x="1096318" y="1096944"/>
                  </a:cubicBezTo>
                  <a:cubicBezTo>
                    <a:pt x="1040690" y="1031940"/>
                    <a:pt x="986936" y="970061"/>
                    <a:pt x="936308" y="911307"/>
                  </a:cubicBezTo>
                  <a:cubicBezTo>
                    <a:pt x="493781" y="395025"/>
                    <a:pt x="245640" y="106257"/>
                    <a:pt x="22501" y="22501"/>
                  </a:cubicBezTo>
                  <a:close/>
                </a:path>
              </a:pathLst>
            </a:custGeom>
            <a:solidFill>
              <a:schemeClr val="dk1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592" name="Google Shape;1694;p69"/>
            <p:cNvSpPr/>
            <p:nvPr/>
          </p:nvSpPr>
          <p:spPr>
            <a:xfrm>
              <a:off x="781920" y="2977920"/>
              <a:ext cx="720000" cy="720360"/>
            </a:xfrm>
            <a:custGeom>
              <a:avLst/>
              <a:gdLst>
                <a:gd name="textAreaLeft" fmla="*/ 0 w 720000"/>
                <a:gd name="textAreaRight" fmla="*/ 720360 w 720000"/>
                <a:gd name="textAreaTop" fmla="*/ 0 h 720360"/>
                <a:gd name="textAreaBottom" fmla="*/ 720720 h 720360"/>
              </a:gdLst>
              <a:ahLst/>
              <a:cxnLst/>
              <a:rect l="textAreaLeft" t="textAreaTop" r="textAreaRight" b="textAreaBottom"/>
              <a:pathLst>
                <a:path w="1117897" h="1118522">
                  <a:moveTo>
                    <a:pt x="0" y="1118522"/>
                  </a:moveTo>
                  <a:lnTo>
                    <a:pt x="4376" y="1104772"/>
                  </a:lnTo>
                  <a:cubicBezTo>
                    <a:pt x="82506" y="874757"/>
                    <a:pt x="373774" y="624741"/>
                    <a:pt x="901932" y="170338"/>
                  </a:cubicBezTo>
                  <a:cubicBezTo>
                    <a:pt x="963186" y="117835"/>
                    <a:pt x="1027565" y="62206"/>
                    <a:pt x="1095694" y="3452"/>
                  </a:cubicBezTo>
                  <a:cubicBezTo>
                    <a:pt x="1101320" y="-1548"/>
                    <a:pt x="1108820" y="-923"/>
                    <a:pt x="1113821" y="4077"/>
                  </a:cubicBezTo>
                  <a:cubicBezTo>
                    <a:pt x="1118820" y="9078"/>
                    <a:pt x="1119446" y="17203"/>
                    <a:pt x="1114445" y="22204"/>
                  </a:cubicBezTo>
                  <a:lnTo>
                    <a:pt x="1114445" y="22204"/>
                  </a:lnTo>
                  <a:cubicBezTo>
                    <a:pt x="1056316" y="89708"/>
                    <a:pt x="1000689" y="154087"/>
                    <a:pt x="948185" y="215341"/>
                  </a:cubicBezTo>
                  <a:cubicBezTo>
                    <a:pt x="493781" y="743499"/>
                    <a:pt x="243765" y="1034767"/>
                    <a:pt x="13751" y="1112897"/>
                  </a:cubicBezTo>
                  <a:lnTo>
                    <a:pt x="0" y="1118522"/>
                  </a:lnTo>
                  <a:close/>
                  <a:moveTo>
                    <a:pt x="1103820" y="13453"/>
                  </a:moveTo>
                  <a:cubicBezTo>
                    <a:pt x="1036940" y="72832"/>
                    <a:pt x="972562" y="128460"/>
                    <a:pt x="911308" y="180963"/>
                  </a:cubicBezTo>
                  <a:cubicBezTo>
                    <a:pt x="395650" y="624116"/>
                    <a:pt x="106882" y="872257"/>
                    <a:pt x="23127" y="1094771"/>
                  </a:cubicBezTo>
                  <a:cubicBezTo>
                    <a:pt x="245641" y="1011016"/>
                    <a:pt x="493781" y="722248"/>
                    <a:pt x="937559" y="206590"/>
                  </a:cubicBezTo>
                  <a:cubicBezTo>
                    <a:pt x="990062" y="145336"/>
                    <a:pt x="1045691" y="80957"/>
                    <a:pt x="1103820" y="13453"/>
                  </a:cubicBezTo>
                  <a:lnTo>
                    <a:pt x="1109445" y="18453"/>
                  </a:lnTo>
                  <a:lnTo>
                    <a:pt x="1103820" y="13453"/>
                  </a:lnTo>
                  <a:lnTo>
                    <a:pt x="1109445" y="18453"/>
                  </a:lnTo>
                  <a:lnTo>
                    <a:pt x="1103820" y="13453"/>
                  </a:lnTo>
                  <a:close/>
                </a:path>
              </a:pathLst>
            </a:custGeom>
            <a:solidFill>
              <a:schemeClr val="dk1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593" name="Google Shape;1695;p69"/>
            <p:cNvSpPr/>
            <p:nvPr/>
          </p:nvSpPr>
          <p:spPr>
            <a:xfrm>
              <a:off x="-76320" y="2978640"/>
              <a:ext cx="720360" cy="720000"/>
            </a:xfrm>
            <a:custGeom>
              <a:avLst/>
              <a:gdLst>
                <a:gd name="textAreaLeft" fmla="*/ 0 w 720360"/>
                <a:gd name="textAreaRight" fmla="*/ 720720 w 720360"/>
                <a:gd name="textAreaTop" fmla="*/ 0 h 720000"/>
                <a:gd name="textAreaBottom" fmla="*/ 720360 h 720000"/>
              </a:gdLst>
              <a:ahLst/>
              <a:cxnLst/>
              <a:rect l="textAreaLeft" t="textAreaTop" r="textAreaRight" b="textAreaBottom"/>
              <a:pathLst>
                <a:path w="1118522" h="1117897">
                  <a:moveTo>
                    <a:pt x="1118522" y="1117897"/>
                  </a:moveTo>
                  <a:lnTo>
                    <a:pt x="1104772" y="1113522"/>
                  </a:lnTo>
                  <a:cubicBezTo>
                    <a:pt x="874757" y="1035392"/>
                    <a:pt x="624741" y="744124"/>
                    <a:pt x="170338" y="215966"/>
                  </a:cubicBezTo>
                  <a:cubicBezTo>
                    <a:pt x="117834" y="154712"/>
                    <a:pt x="62206" y="90333"/>
                    <a:pt x="3452" y="22204"/>
                  </a:cubicBezTo>
                  <a:lnTo>
                    <a:pt x="3452" y="22204"/>
                  </a:lnTo>
                  <a:cubicBezTo>
                    <a:pt x="-1548" y="16578"/>
                    <a:pt x="-923" y="9078"/>
                    <a:pt x="4077" y="4077"/>
                  </a:cubicBezTo>
                  <a:cubicBezTo>
                    <a:pt x="9077" y="-923"/>
                    <a:pt x="17203" y="-1548"/>
                    <a:pt x="22828" y="3452"/>
                  </a:cubicBezTo>
                  <a:cubicBezTo>
                    <a:pt x="90333" y="61581"/>
                    <a:pt x="154712" y="117209"/>
                    <a:pt x="216591" y="170338"/>
                  </a:cubicBezTo>
                  <a:cubicBezTo>
                    <a:pt x="744749" y="624741"/>
                    <a:pt x="1036017" y="874757"/>
                    <a:pt x="1114147" y="1104771"/>
                  </a:cubicBezTo>
                  <a:lnTo>
                    <a:pt x="1118522" y="1117897"/>
                  </a:lnTo>
                  <a:close/>
                  <a:moveTo>
                    <a:pt x="20953" y="20953"/>
                  </a:moveTo>
                  <a:cubicBezTo>
                    <a:pt x="77207" y="85958"/>
                    <a:pt x="130335" y="147836"/>
                    <a:pt x="180963" y="206590"/>
                  </a:cubicBezTo>
                  <a:cubicBezTo>
                    <a:pt x="624116" y="722248"/>
                    <a:pt x="872257" y="1011016"/>
                    <a:pt x="1094771" y="1094771"/>
                  </a:cubicBezTo>
                  <a:cubicBezTo>
                    <a:pt x="1011016" y="872257"/>
                    <a:pt x="722247" y="624116"/>
                    <a:pt x="206590" y="180963"/>
                  </a:cubicBezTo>
                  <a:cubicBezTo>
                    <a:pt x="147836" y="129710"/>
                    <a:pt x="85958" y="76582"/>
                    <a:pt x="20953" y="20953"/>
                  </a:cubicBezTo>
                  <a:close/>
                </a:path>
              </a:pathLst>
            </a:custGeom>
            <a:solidFill>
              <a:schemeClr val="dk1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594" name="Google Shape;1696;p69"/>
            <p:cNvSpPr/>
            <p:nvPr/>
          </p:nvSpPr>
          <p:spPr>
            <a:xfrm>
              <a:off x="-264600" y="3383280"/>
              <a:ext cx="892440" cy="353160"/>
            </a:xfrm>
            <a:custGeom>
              <a:avLst/>
              <a:gdLst>
                <a:gd name="textAreaLeft" fmla="*/ 0 w 892440"/>
                <a:gd name="textAreaRight" fmla="*/ 892800 w 892440"/>
                <a:gd name="textAreaTop" fmla="*/ 0 h 353160"/>
                <a:gd name="textAreaBottom" fmla="*/ 353520 h 353160"/>
              </a:gdLst>
              <a:ahLst/>
              <a:cxnLst/>
              <a:rect l="textAreaLeft" t="textAreaTop" r="textAreaRight" b="textAreaBottom"/>
              <a:pathLst>
                <a:path w="1385324" h="548695">
                  <a:moveTo>
                    <a:pt x="1330322" y="548695"/>
                  </a:moveTo>
                  <a:cubicBezTo>
                    <a:pt x="1104057" y="548695"/>
                    <a:pt x="782787" y="394936"/>
                    <a:pt x="224627" y="128669"/>
                  </a:cubicBezTo>
                  <a:cubicBezTo>
                    <a:pt x="155873" y="96167"/>
                    <a:pt x="83993" y="61165"/>
                    <a:pt x="7739" y="25538"/>
                  </a:cubicBezTo>
                  <a:cubicBezTo>
                    <a:pt x="1488" y="22412"/>
                    <a:pt x="-1637" y="15537"/>
                    <a:pt x="863" y="8661"/>
                  </a:cubicBezTo>
                  <a:cubicBezTo>
                    <a:pt x="3363" y="1786"/>
                    <a:pt x="10239" y="-1339"/>
                    <a:pt x="17114" y="536"/>
                  </a:cubicBezTo>
                  <a:cubicBezTo>
                    <a:pt x="97119" y="24912"/>
                    <a:pt x="173999" y="48664"/>
                    <a:pt x="247129" y="70540"/>
                  </a:cubicBezTo>
                  <a:cubicBezTo>
                    <a:pt x="874668" y="261177"/>
                    <a:pt x="1220940" y="366184"/>
                    <a:pt x="1375325" y="534945"/>
                  </a:cubicBezTo>
                  <a:lnTo>
                    <a:pt x="1385325" y="545570"/>
                  </a:lnTo>
                  <a:lnTo>
                    <a:pt x="1370950" y="546820"/>
                  </a:lnTo>
                  <a:cubicBezTo>
                    <a:pt x="1357823" y="548070"/>
                    <a:pt x="1344073" y="548695"/>
                    <a:pt x="1330322" y="548695"/>
                  </a:cubicBezTo>
                  <a:close/>
                  <a:moveTo>
                    <a:pt x="27740" y="18662"/>
                  </a:moveTo>
                  <a:cubicBezTo>
                    <a:pt x="98369" y="52414"/>
                    <a:pt x="165873" y="84291"/>
                    <a:pt x="230878" y="115543"/>
                  </a:cubicBezTo>
                  <a:cubicBezTo>
                    <a:pt x="807789" y="391185"/>
                    <a:pt x="1131559" y="545570"/>
                    <a:pt x="1354698" y="533694"/>
                  </a:cubicBezTo>
                  <a:cubicBezTo>
                    <a:pt x="1197813" y="374309"/>
                    <a:pt x="854666" y="269928"/>
                    <a:pt x="243379" y="84291"/>
                  </a:cubicBezTo>
                  <a:cubicBezTo>
                    <a:pt x="174624" y="63665"/>
                    <a:pt x="102745" y="41788"/>
                    <a:pt x="27740" y="18662"/>
                  </a:cubicBezTo>
                  <a:close/>
                  <a:moveTo>
                    <a:pt x="13989" y="12412"/>
                  </a:moveTo>
                  <a:lnTo>
                    <a:pt x="10864" y="18662"/>
                  </a:lnTo>
                  <a:lnTo>
                    <a:pt x="13989" y="12412"/>
                  </a:lnTo>
                  <a:close/>
                </a:path>
              </a:pathLst>
            </a:custGeom>
            <a:solidFill>
              <a:schemeClr val="dk1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595" name="Google Shape;1697;p69"/>
            <p:cNvSpPr/>
            <p:nvPr/>
          </p:nvSpPr>
          <p:spPr>
            <a:xfrm>
              <a:off x="744120" y="2790360"/>
              <a:ext cx="353160" cy="892080"/>
            </a:xfrm>
            <a:custGeom>
              <a:avLst/>
              <a:gdLst>
                <a:gd name="textAreaLeft" fmla="*/ 0 w 353160"/>
                <a:gd name="textAreaRight" fmla="*/ 353520 w 353160"/>
                <a:gd name="textAreaTop" fmla="*/ 0 h 892080"/>
                <a:gd name="textAreaBottom" fmla="*/ 892440 h 892080"/>
              </a:gdLst>
              <a:ahLst/>
              <a:cxnLst/>
              <a:rect l="textAreaLeft" t="textAreaTop" r="textAreaRight" b="textAreaBottom"/>
              <a:pathLst>
                <a:path w="548537" h="1384699">
                  <a:moveTo>
                    <a:pt x="2968" y="1384700"/>
                  </a:moveTo>
                  <a:lnTo>
                    <a:pt x="1717" y="1370324"/>
                  </a:lnTo>
                  <a:cubicBezTo>
                    <a:pt x="-18284" y="1142185"/>
                    <a:pt x="137351" y="816539"/>
                    <a:pt x="419869" y="224627"/>
                  </a:cubicBezTo>
                  <a:cubicBezTo>
                    <a:pt x="452996" y="155873"/>
                    <a:pt x="487373" y="83368"/>
                    <a:pt x="523000" y="7739"/>
                  </a:cubicBezTo>
                  <a:lnTo>
                    <a:pt x="523000" y="7739"/>
                  </a:lnTo>
                  <a:cubicBezTo>
                    <a:pt x="526125" y="1488"/>
                    <a:pt x="533001" y="-1637"/>
                    <a:pt x="539876" y="863"/>
                  </a:cubicBezTo>
                  <a:cubicBezTo>
                    <a:pt x="546752" y="3363"/>
                    <a:pt x="549877" y="10239"/>
                    <a:pt x="548002" y="17114"/>
                  </a:cubicBezTo>
                  <a:cubicBezTo>
                    <a:pt x="523625" y="97744"/>
                    <a:pt x="499874" y="173999"/>
                    <a:pt x="477998" y="247129"/>
                  </a:cubicBezTo>
                  <a:cubicBezTo>
                    <a:pt x="287361" y="874668"/>
                    <a:pt x="182354" y="1220315"/>
                    <a:pt x="13593" y="1375324"/>
                  </a:cubicBezTo>
                  <a:lnTo>
                    <a:pt x="2968" y="1384700"/>
                  </a:lnTo>
                  <a:close/>
                  <a:moveTo>
                    <a:pt x="529876" y="27740"/>
                  </a:moveTo>
                  <a:cubicBezTo>
                    <a:pt x="496123" y="98369"/>
                    <a:pt x="463622" y="166498"/>
                    <a:pt x="432994" y="230878"/>
                  </a:cubicBezTo>
                  <a:cubicBezTo>
                    <a:pt x="157352" y="807789"/>
                    <a:pt x="2968" y="1130934"/>
                    <a:pt x="14843" y="1354073"/>
                  </a:cubicBezTo>
                  <a:cubicBezTo>
                    <a:pt x="174228" y="1197188"/>
                    <a:pt x="278610" y="854042"/>
                    <a:pt x="464246" y="242753"/>
                  </a:cubicBezTo>
                  <a:cubicBezTo>
                    <a:pt x="484873" y="174624"/>
                    <a:pt x="506749" y="102745"/>
                    <a:pt x="529876" y="27740"/>
                  </a:cubicBezTo>
                  <a:close/>
                  <a:moveTo>
                    <a:pt x="536126" y="13989"/>
                  </a:moveTo>
                  <a:lnTo>
                    <a:pt x="536126" y="13989"/>
                  </a:lnTo>
                  <a:lnTo>
                    <a:pt x="529876" y="10864"/>
                  </a:lnTo>
                  <a:lnTo>
                    <a:pt x="536126" y="13989"/>
                  </a:lnTo>
                  <a:close/>
                </a:path>
              </a:pathLst>
            </a:custGeom>
            <a:solidFill>
              <a:schemeClr val="dk1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596" name="Google Shape;1698;p69"/>
            <p:cNvSpPr/>
            <p:nvPr/>
          </p:nvSpPr>
          <p:spPr>
            <a:xfrm>
              <a:off x="328320" y="3852000"/>
              <a:ext cx="353160" cy="892800"/>
            </a:xfrm>
            <a:custGeom>
              <a:avLst/>
              <a:gdLst>
                <a:gd name="textAreaLeft" fmla="*/ 0 w 353160"/>
                <a:gd name="textAreaRight" fmla="*/ 353520 w 353160"/>
                <a:gd name="textAreaTop" fmla="*/ 0 h 892800"/>
                <a:gd name="textAreaBottom" fmla="*/ 893160 h 892800"/>
              </a:gdLst>
              <a:ahLst/>
              <a:cxnLst/>
              <a:rect l="textAreaLeft" t="textAreaTop" r="textAreaRight" b="textAreaBottom"/>
              <a:pathLst>
                <a:path w="548537" h="1385711">
                  <a:moveTo>
                    <a:pt x="13662" y="1385712"/>
                  </a:moveTo>
                  <a:cubicBezTo>
                    <a:pt x="11787" y="1385712"/>
                    <a:pt x="10537" y="1385712"/>
                    <a:pt x="8662" y="1384462"/>
                  </a:cubicBezTo>
                  <a:cubicBezTo>
                    <a:pt x="1786" y="1381962"/>
                    <a:pt x="-1339" y="1375087"/>
                    <a:pt x="536" y="1368211"/>
                  </a:cubicBezTo>
                  <a:lnTo>
                    <a:pt x="536" y="1368211"/>
                  </a:lnTo>
                  <a:cubicBezTo>
                    <a:pt x="24912" y="1287581"/>
                    <a:pt x="48664" y="1211326"/>
                    <a:pt x="70541" y="1138197"/>
                  </a:cubicBezTo>
                  <a:cubicBezTo>
                    <a:pt x="261178" y="510657"/>
                    <a:pt x="366184" y="165010"/>
                    <a:pt x="534944" y="10001"/>
                  </a:cubicBezTo>
                  <a:lnTo>
                    <a:pt x="545570" y="0"/>
                  </a:lnTo>
                  <a:lnTo>
                    <a:pt x="546820" y="14376"/>
                  </a:lnTo>
                  <a:cubicBezTo>
                    <a:pt x="566822" y="242515"/>
                    <a:pt x="411187" y="568161"/>
                    <a:pt x="128669" y="1160698"/>
                  </a:cubicBezTo>
                  <a:cubicBezTo>
                    <a:pt x="96167" y="1229452"/>
                    <a:pt x="61165" y="1301332"/>
                    <a:pt x="25537" y="1377587"/>
                  </a:cubicBezTo>
                  <a:cubicBezTo>
                    <a:pt x="23038" y="1383212"/>
                    <a:pt x="18662" y="1385712"/>
                    <a:pt x="13662" y="1385712"/>
                  </a:cubicBezTo>
                  <a:close/>
                  <a:moveTo>
                    <a:pt x="8037" y="1370711"/>
                  </a:moveTo>
                  <a:lnTo>
                    <a:pt x="14912" y="1372586"/>
                  </a:lnTo>
                  <a:cubicBezTo>
                    <a:pt x="14912" y="1372586"/>
                    <a:pt x="14912" y="1372586"/>
                    <a:pt x="14912" y="1372586"/>
                  </a:cubicBezTo>
                  <a:lnTo>
                    <a:pt x="8037" y="1370711"/>
                  </a:lnTo>
                  <a:close/>
                  <a:moveTo>
                    <a:pt x="534319" y="31877"/>
                  </a:moveTo>
                  <a:cubicBezTo>
                    <a:pt x="374934" y="188762"/>
                    <a:pt x="270553" y="531908"/>
                    <a:pt x="84916" y="1143197"/>
                  </a:cubicBezTo>
                  <a:cubicBezTo>
                    <a:pt x="63665" y="1213826"/>
                    <a:pt x="41163" y="1287581"/>
                    <a:pt x="17412" y="1364461"/>
                  </a:cubicBezTo>
                  <a:cubicBezTo>
                    <a:pt x="51164" y="1291956"/>
                    <a:pt x="84291" y="1221952"/>
                    <a:pt x="116168" y="1155073"/>
                  </a:cubicBezTo>
                  <a:cubicBezTo>
                    <a:pt x="391185" y="578786"/>
                    <a:pt x="545570" y="255016"/>
                    <a:pt x="534319" y="31877"/>
                  </a:cubicBezTo>
                  <a:close/>
                </a:path>
              </a:pathLst>
            </a:custGeom>
            <a:solidFill>
              <a:schemeClr val="dk1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597" name="Google Shape;1699;p69"/>
            <p:cNvSpPr/>
            <p:nvPr/>
          </p:nvSpPr>
          <p:spPr>
            <a:xfrm>
              <a:off x="798120" y="3799080"/>
              <a:ext cx="892080" cy="353160"/>
            </a:xfrm>
            <a:custGeom>
              <a:avLst/>
              <a:gdLst>
                <a:gd name="textAreaLeft" fmla="*/ 0 w 892080"/>
                <a:gd name="textAreaRight" fmla="*/ 892440 w 892080"/>
                <a:gd name="textAreaTop" fmla="*/ 0 h 353160"/>
                <a:gd name="textAreaBottom" fmla="*/ 353520 h 353160"/>
              </a:gdLst>
              <a:ahLst/>
              <a:cxnLst/>
              <a:rect l="textAreaLeft" t="textAreaTop" r="textAreaRight" b="textAreaBottom"/>
              <a:pathLst>
                <a:path w="1384700" h="548626">
                  <a:moveTo>
                    <a:pt x="1371961" y="548627"/>
                  </a:moveTo>
                  <a:cubicBezTo>
                    <a:pt x="1370711" y="548627"/>
                    <a:pt x="1369462" y="548627"/>
                    <a:pt x="1368211" y="548002"/>
                  </a:cubicBezTo>
                  <a:cubicBezTo>
                    <a:pt x="1287581" y="523625"/>
                    <a:pt x="1211326" y="499874"/>
                    <a:pt x="1138197" y="477997"/>
                  </a:cubicBezTo>
                  <a:cubicBezTo>
                    <a:pt x="510658" y="287360"/>
                    <a:pt x="165011" y="182354"/>
                    <a:pt x="10001" y="13593"/>
                  </a:cubicBezTo>
                  <a:lnTo>
                    <a:pt x="0" y="2968"/>
                  </a:lnTo>
                  <a:lnTo>
                    <a:pt x="14376" y="1717"/>
                  </a:lnTo>
                  <a:cubicBezTo>
                    <a:pt x="241891" y="-18284"/>
                    <a:pt x="568161" y="137351"/>
                    <a:pt x="1160074" y="419869"/>
                  </a:cubicBezTo>
                  <a:cubicBezTo>
                    <a:pt x="1228828" y="452996"/>
                    <a:pt x="1300707" y="487373"/>
                    <a:pt x="1376962" y="523000"/>
                  </a:cubicBezTo>
                  <a:lnTo>
                    <a:pt x="1376962" y="523000"/>
                  </a:lnTo>
                  <a:cubicBezTo>
                    <a:pt x="1383212" y="526125"/>
                    <a:pt x="1386337" y="533001"/>
                    <a:pt x="1383837" y="539876"/>
                  </a:cubicBezTo>
                  <a:cubicBezTo>
                    <a:pt x="1381963" y="545502"/>
                    <a:pt x="1376962" y="548627"/>
                    <a:pt x="1371961" y="548627"/>
                  </a:cubicBezTo>
                  <a:close/>
                  <a:moveTo>
                    <a:pt x="1371336" y="536126"/>
                  </a:moveTo>
                  <a:lnTo>
                    <a:pt x="1371336" y="536126"/>
                  </a:lnTo>
                  <a:lnTo>
                    <a:pt x="1374462" y="529876"/>
                  </a:lnTo>
                  <a:lnTo>
                    <a:pt x="1371336" y="536126"/>
                  </a:lnTo>
                  <a:close/>
                  <a:moveTo>
                    <a:pt x="30627" y="14843"/>
                  </a:moveTo>
                  <a:cubicBezTo>
                    <a:pt x="187512" y="174228"/>
                    <a:pt x="530659" y="278610"/>
                    <a:pt x="1141947" y="464246"/>
                  </a:cubicBezTo>
                  <a:cubicBezTo>
                    <a:pt x="1210702" y="484873"/>
                    <a:pt x="1282581" y="506749"/>
                    <a:pt x="1357586" y="529876"/>
                  </a:cubicBezTo>
                  <a:cubicBezTo>
                    <a:pt x="1286956" y="496124"/>
                    <a:pt x="1218827" y="463621"/>
                    <a:pt x="1154448" y="432995"/>
                  </a:cubicBezTo>
                  <a:cubicBezTo>
                    <a:pt x="577536" y="157352"/>
                    <a:pt x="253767" y="2968"/>
                    <a:pt x="30627" y="14843"/>
                  </a:cubicBezTo>
                  <a:close/>
                </a:path>
              </a:pathLst>
            </a:custGeom>
            <a:solidFill>
              <a:schemeClr val="dk1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598" name="Google Shape;1700;p69"/>
            <p:cNvSpPr/>
            <p:nvPr/>
          </p:nvSpPr>
          <p:spPr>
            <a:xfrm>
              <a:off x="-246240" y="3803760"/>
              <a:ext cx="875880" cy="391320"/>
            </a:xfrm>
            <a:custGeom>
              <a:avLst/>
              <a:gdLst>
                <a:gd name="textAreaLeft" fmla="*/ 0 w 875880"/>
                <a:gd name="textAreaRight" fmla="*/ 876240 w 875880"/>
                <a:gd name="textAreaTop" fmla="*/ 0 h 391320"/>
                <a:gd name="textAreaBottom" fmla="*/ 391680 h 391320"/>
              </a:gdLst>
              <a:ahLst/>
              <a:cxnLst/>
              <a:rect l="textAreaLeft" t="textAreaTop" r="textAreaRight" b="textAreaBottom"/>
              <a:pathLst>
                <a:path w="1359555" h="607906">
                  <a:moveTo>
                    <a:pt x="13221" y="607907"/>
                  </a:moveTo>
                  <a:cubicBezTo>
                    <a:pt x="8221" y="607907"/>
                    <a:pt x="3845" y="604781"/>
                    <a:pt x="1345" y="599781"/>
                  </a:cubicBezTo>
                  <a:cubicBezTo>
                    <a:pt x="-1780" y="593530"/>
                    <a:pt x="720" y="586030"/>
                    <a:pt x="6971" y="582905"/>
                  </a:cubicBezTo>
                  <a:cubicBezTo>
                    <a:pt x="81350" y="543527"/>
                    <a:pt x="151980" y="506025"/>
                    <a:pt x="218859" y="469773"/>
                  </a:cubicBezTo>
                  <a:cubicBezTo>
                    <a:pt x="797645" y="161003"/>
                    <a:pt x="1116415" y="-9007"/>
                    <a:pt x="1345180" y="368"/>
                  </a:cubicBezTo>
                  <a:lnTo>
                    <a:pt x="1359556" y="993"/>
                  </a:lnTo>
                  <a:lnTo>
                    <a:pt x="1350180" y="12244"/>
                  </a:lnTo>
                  <a:cubicBezTo>
                    <a:pt x="1203296" y="187880"/>
                    <a:pt x="862650" y="307888"/>
                    <a:pt x="244486" y="526651"/>
                  </a:cubicBezTo>
                  <a:cubicBezTo>
                    <a:pt x="172606" y="552278"/>
                    <a:pt x="96976" y="578530"/>
                    <a:pt x="17596" y="606656"/>
                  </a:cubicBezTo>
                  <a:lnTo>
                    <a:pt x="17596" y="606656"/>
                  </a:lnTo>
                  <a:cubicBezTo>
                    <a:pt x="15721" y="607281"/>
                    <a:pt x="14471" y="607907"/>
                    <a:pt x="13221" y="607907"/>
                  </a:cubicBezTo>
                  <a:close/>
                  <a:moveTo>
                    <a:pt x="12596" y="593530"/>
                  </a:moveTo>
                  <a:lnTo>
                    <a:pt x="12596" y="593530"/>
                  </a:lnTo>
                  <a:lnTo>
                    <a:pt x="12596" y="593530"/>
                  </a:lnTo>
                  <a:lnTo>
                    <a:pt x="12596" y="593530"/>
                  </a:lnTo>
                  <a:close/>
                  <a:moveTo>
                    <a:pt x="1325804" y="14119"/>
                  </a:moveTo>
                  <a:cubicBezTo>
                    <a:pt x="1102040" y="14119"/>
                    <a:pt x="786395" y="182880"/>
                    <a:pt x="225734" y="482274"/>
                  </a:cubicBezTo>
                  <a:cubicBezTo>
                    <a:pt x="162606" y="516026"/>
                    <a:pt x="96352" y="551028"/>
                    <a:pt x="26972" y="587905"/>
                  </a:cubicBezTo>
                  <a:cubicBezTo>
                    <a:pt x="100727" y="561653"/>
                    <a:pt x="171981" y="536652"/>
                    <a:pt x="239485" y="512900"/>
                  </a:cubicBezTo>
                  <a:cubicBezTo>
                    <a:pt x="842023" y="299762"/>
                    <a:pt x="1179544" y="180379"/>
                    <a:pt x="1329554" y="14119"/>
                  </a:cubicBezTo>
                  <a:cubicBezTo>
                    <a:pt x="1328304" y="14119"/>
                    <a:pt x="1327054" y="14119"/>
                    <a:pt x="1325804" y="14119"/>
                  </a:cubicBezTo>
                  <a:close/>
                </a:path>
              </a:pathLst>
            </a:custGeom>
            <a:solidFill>
              <a:schemeClr val="dk1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599" name="Google Shape;1701;p69"/>
            <p:cNvSpPr/>
            <p:nvPr/>
          </p:nvSpPr>
          <p:spPr>
            <a:xfrm>
              <a:off x="749520" y="3851280"/>
              <a:ext cx="391320" cy="875880"/>
            </a:xfrm>
            <a:custGeom>
              <a:avLst/>
              <a:gdLst>
                <a:gd name="textAreaLeft" fmla="*/ 0 w 391320"/>
                <a:gd name="textAreaRight" fmla="*/ 391680 w 391320"/>
                <a:gd name="textAreaTop" fmla="*/ 0 h 875880"/>
                <a:gd name="textAreaBottom" fmla="*/ 876240 h 875880"/>
              </a:gdLst>
              <a:ahLst/>
              <a:cxnLst/>
              <a:rect l="textAreaLeft" t="textAreaTop" r="textAreaRight" b="textAreaBottom"/>
              <a:pathLst>
                <a:path w="607567" h="1359460">
                  <a:moveTo>
                    <a:pt x="594203" y="1359460"/>
                  </a:moveTo>
                  <a:cubicBezTo>
                    <a:pt x="589204" y="1359460"/>
                    <a:pt x="584828" y="1356960"/>
                    <a:pt x="582953" y="1352585"/>
                  </a:cubicBezTo>
                  <a:cubicBezTo>
                    <a:pt x="543575" y="1278205"/>
                    <a:pt x="506073" y="1208201"/>
                    <a:pt x="469821" y="1140697"/>
                  </a:cubicBezTo>
                  <a:cubicBezTo>
                    <a:pt x="161052" y="561910"/>
                    <a:pt x="-9584" y="243140"/>
                    <a:pt x="416" y="14376"/>
                  </a:cubicBezTo>
                  <a:lnTo>
                    <a:pt x="1042" y="0"/>
                  </a:lnTo>
                  <a:lnTo>
                    <a:pt x="12292" y="9376"/>
                  </a:lnTo>
                  <a:cubicBezTo>
                    <a:pt x="187928" y="156260"/>
                    <a:pt x="307936" y="496906"/>
                    <a:pt x="526700" y="1115070"/>
                  </a:cubicBezTo>
                  <a:cubicBezTo>
                    <a:pt x="552326" y="1186949"/>
                    <a:pt x="578578" y="1262579"/>
                    <a:pt x="606704" y="1341334"/>
                  </a:cubicBezTo>
                  <a:lnTo>
                    <a:pt x="606704" y="1341334"/>
                  </a:lnTo>
                  <a:cubicBezTo>
                    <a:pt x="609205" y="1348210"/>
                    <a:pt x="606079" y="1355085"/>
                    <a:pt x="599829" y="1357585"/>
                  </a:cubicBezTo>
                  <a:cubicBezTo>
                    <a:pt x="597329" y="1358835"/>
                    <a:pt x="595454" y="1359460"/>
                    <a:pt x="594203" y="1359460"/>
                  </a:cubicBezTo>
                  <a:close/>
                  <a:moveTo>
                    <a:pt x="592954" y="1346334"/>
                  </a:moveTo>
                  <a:lnTo>
                    <a:pt x="592954" y="1346334"/>
                  </a:lnTo>
                  <a:lnTo>
                    <a:pt x="592954" y="1346334"/>
                  </a:lnTo>
                  <a:lnTo>
                    <a:pt x="592954" y="1346334"/>
                  </a:lnTo>
                  <a:close/>
                  <a:moveTo>
                    <a:pt x="14167" y="30002"/>
                  </a:moveTo>
                  <a:cubicBezTo>
                    <a:pt x="12292" y="253766"/>
                    <a:pt x="181053" y="570036"/>
                    <a:pt x="482322" y="1133821"/>
                  </a:cubicBezTo>
                  <a:cubicBezTo>
                    <a:pt x="516074" y="1196950"/>
                    <a:pt x="551076" y="1263204"/>
                    <a:pt x="587953" y="1331959"/>
                  </a:cubicBezTo>
                  <a:cubicBezTo>
                    <a:pt x="561702" y="1258204"/>
                    <a:pt x="536700" y="1186949"/>
                    <a:pt x="512948" y="1119445"/>
                  </a:cubicBezTo>
                  <a:cubicBezTo>
                    <a:pt x="299810" y="517532"/>
                    <a:pt x="180428" y="179386"/>
                    <a:pt x="14167" y="30002"/>
                  </a:cubicBezTo>
                  <a:close/>
                </a:path>
              </a:pathLst>
            </a:custGeom>
            <a:solidFill>
              <a:schemeClr val="dk1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600" name="Google Shape;1702;p69"/>
            <p:cNvSpPr/>
            <p:nvPr/>
          </p:nvSpPr>
          <p:spPr>
            <a:xfrm>
              <a:off x="796680" y="3340440"/>
              <a:ext cx="875880" cy="391320"/>
            </a:xfrm>
            <a:custGeom>
              <a:avLst/>
              <a:gdLst>
                <a:gd name="textAreaLeft" fmla="*/ 0 w 875880"/>
                <a:gd name="textAreaRight" fmla="*/ 876240 w 875880"/>
                <a:gd name="textAreaTop" fmla="*/ 0 h 391320"/>
                <a:gd name="textAreaBottom" fmla="*/ 391680 h 391320"/>
              </a:gdLst>
              <a:ahLst/>
              <a:cxnLst/>
              <a:rect l="textAreaLeft" t="textAreaTop" r="textAreaRight" b="textAreaBottom"/>
              <a:pathLst>
                <a:path w="1359555" h="607776">
                  <a:moveTo>
                    <a:pt x="33127" y="607776"/>
                  </a:moveTo>
                  <a:cubicBezTo>
                    <a:pt x="26876" y="607776"/>
                    <a:pt x="20626" y="607776"/>
                    <a:pt x="14375" y="607151"/>
                  </a:cubicBezTo>
                  <a:lnTo>
                    <a:pt x="0" y="606526"/>
                  </a:lnTo>
                  <a:lnTo>
                    <a:pt x="9376" y="595275"/>
                  </a:lnTo>
                  <a:cubicBezTo>
                    <a:pt x="156260" y="419639"/>
                    <a:pt x="496906" y="299632"/>
                    <a:pt x="1115695" y="80868"/>
                  </a:cubicBezTo>
                  <a:cubicBezTo>
                    <a:pt x="1187575" y="55241"/>
                    <a:pt x="1263204" y="28990"/>
                    <a:pt x="1341959" y="863"/>
                  </a:cubicBezTo>
                  <a:lnTo>
                    <a:pt x="1341959" y="863"/>
                  </a:lnTo>
                  <a:cubicBezTo>
                    <a:pt x="1348834" y="-1637"/>
                    <a:pt x="1355710" y="1488"/>
                    <a:pt x="1358210" y="7739"/>
                  </a:cubicBezTo>
                  <a:cubicBezTo>
                    <a:pt x="1361335" y="13989"/>
                    <a:pt x="1358836" y="21489"/>
                    <a:pt x="1352585" y="24615"/>
                  </a:cubicBezTo>
                  <a:cubicBezTo>
                    <a:pt x="1278205" y="63992"/>
                    <a:pt x="1207576" y="101494"/>
                    <a:pt x="1140697" y="137747"/>
                  </a:cubicBezTo>
                  <a:cubicBezTo>
                    <a:pt x="576911" y="438391"/>
                    <a:pt x="260016" y="607776"/>
                    <a:pt x="33127" y="607776"/>
                  </a:cubicBezTo>
                  <a:close/>
                  <a:moveTo>
                    <a:pt x="29377" y="593400"/>
                  </a:moveTo>
                  <a:cubicBezTo>
                    <a:pt x="30627" y="593400"/>
                    <a:pt x="31877" y="593400"/>
                    <a:pt x="32502" y="593400"/>
                  </a:cubicBezTo>
                  <a:cubicBezTo>
                    <a:pt x="256266" y="593400"/>
                    <a:pt x="571911" y="424640"/>
                    <a:pt x="1132571" y="125246"/>
                  </a:cubicBezTo>
                  <a:cubicBezTo>
                    <a:pt x="1195700" y="91494"/>
                    <a:pt x="1261955" y="56492"/>
                    <a:pt x="1331334" y="19614"/>
                  </a:cubicBezTo>
                  <a:cubicBezTo>
                    <a:pt x="1257579" y="45866"/>
                    <a:pt x="1186950" y="70867"/>
                    <a:pt x="1119445" y="94619"/>
                  </a:cubicBezTo>
                  <a:cubicBezTo>
                    <a:pt x="516907" y="307132"/>
                    <a:pt x="179386" y="426515"/>
                    <a:pt x="29377" y="593400"/>
                  </a:cubicBezTo>
                  <a:close/>
                  <a:moveTo>
                    <a:pt x="1346335" y="13989"/>
                  </a:moveTo>
                  <a:lnTo>
                    <a:pt x="1346335" y="13989"/>
                  </a:lnTo>
                  <a:lnTo>
                    <a:pt x="1343834" y="7113"/>
                  </a:lnTo>
                  <a:lnTo>
                    <a:pt x="1346335" y="13989"/>
                  </a:lnTo>
                  <a:close/>
                </a:path>
              </a:pathLst>
            </a:custGeom>
            <a:solidFill>
              <a:schemeClr val="dk1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601" name="Google Shape;1703;p69"/>
            <p:cNvSpPr/>
            <p:nvPr/>
          </p:nvSpPr>
          <p:spPr>
            <a:xfrm>
              <a:off x="285480" y="2808360"/>
              <a:ext cx="391320" cy="875880"/>
            </a:xfrm>
            <a:custGeom>
              <a:avLst/>
              <a:gdLst>
                <a:gd name="textAreaLeft" fmla="*/ 0 w 391320"/>
                <a:gd name="textAreaRight" fmla="*/ 391680 w 391320"/>
                <a:gd name="textAreaTop" fmla="*/ 0 h 875880"/>
                <a:gd name="textAreaBottom" fmla="*/ 876240 h 875880"/>
              </a:gdLst>
              <a:ahLst/>
              <a:cxnLst/>
              <a:rect l="textAreaLeft" t="textAreaTop" r="textAreaRight" b="textAreaBottom"/>
              <a:pathLst>
                <a:path w="607567" h="1359555">
                  <a:moveTo>
                    <a:pt x="606526" y="1359556"/>
                  </a:moveTo>
                  <a:lnTo>
                    <a:pt x="595275" y="1350180"/>
                  </a:lnTo>
                  <a:cubicBezTo>
                    <a:pt x="419639" y="1203296"/>
                    <a:pt x="299632" y="862650"/>
                    <a:pt x="80869" y="243861"/>
                  </a:cubicBezTo>
                  <a:cubicBezTo>
                    <a:pt x="55242" y="171981"/>
                    <a:pt x="28990" y="96351"/>
                    <a:pt x="863" y="17596"/>
                  </a:cubicBezTo>
                  <a:lnTo>
                    <a:pt x="863" y="17596"/>
                  </a:lnTo>
                  <a:cubicBezTo>
                    <a:pt x="-1637" y="10721"/>
                    <a:pt x="1488" y="3846"/>
                    <a:pt x="7738" y="1345"/>
                  </a:cubicBezTo>
                  <a:cubicBezTo>
                    <a:pt x="13989" y="-1780"/>
                    <a:pt x="21490" y="720"/>
                    <a:pt x="24615" y="6971"/>
                  </a:cubicBezTo>
                  <a:cubicBezTo>
                    <a:pt x="63992" y="81350"/>
                    <a:pt x="101494" y="151980"/>
                    <a:pt x="137747" y="218859"/>
                  </a:cubicBezTo>
                  <a:cubicBezTo>
                    <a:pt x="446516" y="797645"/>
                    <a:pt x="617152" y="1116415"/>
                    <a:pt x="607151" y="1344555"/>
                  </a:cubicBezTo>
                  <a:lnTo>
                    <a:pt x="606526" y="1359556"/>
                  </a:lnTo>
                  <a:close/>
                  <a:moveTo>
                    <a:pt x="19614" y="27597"/>
                  </a:moveTo>
                  <a:cubicBezTo>
                    <a:pt x="45866" y="101352"/>
                    <a:pt x="70868" y="171981"/>
                    <a:pt x="94619" y="239485"/>
                  </a:cubicBezTo>
                  <a:cubicBezTo>
                    <a:pt x="307757" y="842023"/>
                    <a:pt x="427140" y="1180170"/>
                    <a:pt x="593401" y="1329554"/>
                  </a:cubicBezTo>
                  <a:cubicBezTo>
                    <a:pt x="595275" y="1105790"/>
                    <a:pt x="426515" y="789520"/>
                    <a:pt x="125246" y="225735"/>
                  </a:cubicBezTo>
                  <a:cubicBezTo>
                    <a:pt x="91494" y="162606"/>
                    <a:pt x="56492" y="96976"/>
                    <a:pt x="19614" y="27597"/>
                  </a:cubicBezTo>
                  <a:close/>
                  <a:moveTo>
                    <a:pt x="14614" y="13221"/>
                  </a:moveTo>
                  <a:lnTo>
                    <a:pt x="7738" y="15721"/>
                  </a:lnTo>
                  <a:lnTo>
                    <a:pt x="14614" y="13221"/>
                  </a:lnTo>
                  <a:close/>
                </a:path>
              </a:pathLst>
            </a:custGeom>
            <a:solidFill>
              <a:schemeClr val="dk1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</p:grpSp>
      <p:sp>
        <p:nvSpPr>
          <p:cNvPr id="602" name="Google Shape;1704;p69"/>
          <p:cNvSpPr/>
          <p:nvPr/>
        </p:nvSpPr>
        <p:spPr>
          <a:xfrm>
            <a:off x="7910280" y="2654640"/>
            <a:ext cx="1840320" cy="1812960"/>
          </a:xfrm>
          <a:custGeom>
            <a:avLst/>
            <a:gdLst>
              <a:gd name="textAreaLeft" fmla="*/ 0 w 1840320"/>
              <a:gd name="textAreaRight" fmla="*/ 1840680 w 1840320"/>
              <a:gd name="textAreaTop" fmla="*/ 0 h 1812960"/>
              <a:gd name="textAreaBottom" fmla="*/ 1813320 h 1812960"/>
            </a:gdLst>
            <a:ahLst/>
            <a:cxnLst/>
            <a:rect l="textAreaLeft" t="textAreaTop" r="textAreaRight" b="textAreaBottom"/>
            <a:pathLst>
              <a:path w="1973873" h="1944496">
                <a:moveTo>
                  <a:pt x="1330709" y="1944497"/>
                </a:moveTo>
                <a:lnTo>
                  <a:pt x="987562" y="1251328"/>
                </a:lnTo>
                <a:lnTo>
                  <a:pt x="644416" y="1944497"/>
                </a:lnTo>
                <a:lnTo>
                  <a:pt x="827552" y="1193200"/>
                </a:lnTo>
                <a:lnTo>
                  <a:pt x="119382" y="1503844"/>
                </a:lnTo>
                <a:lnTo>
                  <a:pt x="741922" y="1045691"/>
                </a:lnTo>
                <a:lnTo>
                  <a:pt x="0" y="828177"/>
                </a:lnTo>
                <a:lnTo>
                  <a:pt x="771298" y="877555"/>
                </a:lnTo>
                <a:lnTo>
                  <a:pt x="342521" y="234390"/>
                </a:lnTo>
                <a:lnTo>
                  <a:pt x="901932" y="768173"/>
                </a:lnTo>
                <a:lnTo>
                  <a:pt x="986937" y="0"/>
                </a:lnTo>
                <a:lnTo>
                  <a:pt x="1071942" y="768173"/>
                </a:lnTo>
                <a:lnTo>
                  <a:pt x="1631353" y="234390"/>
                </a:lnTo>
                <a:lnTo>
                  <a:pt x="1202576" y="877555"/>
                </a:lnTo>
                <a:lnTo>
                  <a:pt x="1973874" y="828177"/>
                </a:lnTo>
                <a:lnTo>
                  <a:pt x="1231953" y="1045691"/>
                </a:lnTo>
                <a:lnTo>
                  <a:pt x="1854491" y="1503844"/>
                </a:lnTo>
                <a:lnTo>
                  <a:pt x="1146322" y="1193200"/>
                </a:lnTo>
                <a:lnTo>
                  <a:pt x="1330709" y="1944497"/>
                </a:lnTo>
                <a:close/>
                <a:moveTo>
                  <a:pt x="987562" y="1234453"/>
                </a:moveTo>
                <a:lnTo>
                  <a:pt x="1306957" y="1879493"/>
                </a:lnTo>
                <a:lnTo>
                  <a:pt x="1136946" y="1180074"/>
                </a:lnTo>
                <a:lnTo>
                  <a:pt x="1795738" y="1468842"/>
                </a:lnTo>
                <a:lnTo>
                  <a:pt x="1216327" y="1042565"/>
                </a:lnTo>
                <a:lnTo>
                  <a:pt x="1223827" y="1040690"/>
                </a:lnTo>
                <a:lnTo>
                  <a:pt x="1906995" y="840678"/>
                </a:lnTo>
                <a:lnTo>
                  <a:pt x="1188825" y="886931"/>
                </a:lnTo>
                <a:lnTo>
                  <a:pt x="1587600" y="288143"/>
                </a:lnTo>
                <a:lnTo>
                  <a:pt x="1066942" y="785049"/>
                </a:lnTo>
                <a:lnTo>
                  <a:pt x="987562" y="69379"/>
                </a:lnTo>
                <a:lnTo>
                  <a:pt x="908182" y="784424"/>
                </a:lnTo>
                <a:lnTo>
                  <a:pt x="387524" y="287518"/>
                </a:lnTo>
                <a:lnTo>
                  <a:pt x="786299" y="886306"/>
                </a:lnTo>
                <a:lnTo>
                  <a:pt x="778799" y="885680"/>
                </a:lnTo>
                <a:lnTo>
                  <a:pt x="68754" y="840053"/>
                </a:lnTo>
                <a:lnTo>
                  <a:pt x="758798" y="1042565"/>
                </a:lnTo>
                <a:lnTo>
                  <a:pt x="752547" y="1046941"/>
                </a:lnTo>
                <a:lnTo>
                  <a:pt x="179386" y="1468842"/>
                </a:lnTo>
                <a:lnTo>
                  <a:pt x="838178" y="1180074"/>
                </a:lnTo>
                <a:lnTo>
                  <a:pt x="668167" y="1879493"/>
                </a:lnTo>
                <a:lnTo>
                  <a:pt x="987562" y="1234453"/>
                </a:lnTo>
                <a:close/>
              </a:path>
            </a:pathLst>
          </a:custGeom>
          <a:solidFill>
            <a:schemeClr val="accent2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endParaRPr b="0" lang="en-US" sz="1800" strike="noStrike" u="none">
              <a:solidFill>
                <a:srgbClr val="000000"/>
              </a:solidFill>
              <a:effectLst/>
              <a:uFillTx/>
              <a:latin typeface="OpenSymbol"/>
            </a:endParaRPr>
          </a:p>
        </p:txBody>
      </p:sp>
      <p:grpSp>
        <p:nvGrpSpPr>
          <p:cNvPr id="603" name="Google Shape;1705;p69"/>
          <p:cNvGrpSpPr/>
          <p:nvPr/>
        </p:nvGrpSpPr>
        <p:grpSpPr>
          <a:xfrm>
            <a:off x="7575840" y="1037880"/>
            <a:ext cx="499320" cy="498960"/>
            <a:chOff x="7575840" y="1037880"/>
            <a:chExt cx="499320" cy="498960"/>
          </a:xfrm>
        </p:grpSpPr>
        <p:sp>
          <p:nvSpPr>
            <p:cNvPr id="604" name="Google Shape;1706;p69"/>
            <p:cNvSpPr/>
            <p:nvPr/>
          </p:nvSpPr>
          <p:spPr>
            <a:xfrm>
              <a:off x="7852680" y="1275840"/>
              <a:ext cx="222480" cy="23040"/>
            </a:xfrm>
            <a:custGeom>
              <a:avLst/>
              <a:gdLst>
                <a:gd name="textAreaLeft" fmla="*/ 0 w 222480"/>
                <a:gd name="textAreaRight" fmla="*/ 222840 w 222480"/>
                <a:gd name="textAreaTop" fmla="*/ 0 h 23040"/>
                <a:gd name="textAreaBottom" fmla="*/ 23400 h 23040"/>
              </a:gdLst>
              <a:ahLst/>
              <a:cxnLst/>
              <a:rect l="textAreaLeft" t="textAreaTop" r="textAreaRight" b="textAreaBottom"/>
              <a:pathLst>
                <a:path w="517688" h="54004">
                  <a:moveTo>
                    <a:pt x="510657" y="19502"/>
                  </a:moveTo>
                  <a:cubicBezTo>
                    <a:pt x="238140" y="-1125"/>
                    <a:pt x="83755" y="-14250"/>
                    <a:pt x="0" y="27002"/>
                  </a:cubicBezTo>
                  <a:cubicBezTo>
                    <a:pt x="83755" y="68255"/>
                    <a:pt x="238140" y="55129"/>
                    <a:pt x="510657" y="34503"/>
                  </a:cubicBezTo>
                  <a:cubicBezTo>
                    <a:pt x="520033" y="33877"/>
                    <a:pt x="520033" y="20127"/>
                    <a:pt x="510657" y="19502"/>
                  </a:cubicBezTo>
                  <a:close/>
                </a:path>
              </a:pathLst>
            </a:custGeom>
            <a:solidFill>
              <a:schemeClr val="accent4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11520" bIns="1152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605" name="Google Shape;1707;p69"/>
            <p:cNvSpPr/>
            <p:nvPr/>
          </p:nvSpPr>
          <p:spPr>
            <a:xfrm>
              <a:off x="7814160" y="1314360"/>
              <a:ext cx="22680" cy="222480"/>
            </a:xfrm>
            <a:custGeom>
              <a:avLst/>
              <a:gdLst>
                <a:gd name="textAreaLeft" fmla="*/ 0 w 22680"/>
                <a:gd name="textAreaRight" fmla="*/ 23040 w 22680"/>
                <a:gd name="textAreaTop" fmla="*/ 0 h 222480"/>
                <a:gd name="textAreaBottom" fmla="*/ 222840 h 222480"/>
              </a:gdLst>
              <a:ahLst/>
              <a:cxnLst/>
              <a:rect l="textAreaLeft" t="textAreaTop" r="textAreaRight" b="textAreaBottom"/>
              <a:pathLst>
                <a:path w="53781" h="517688">
                  <a:moveTo>
                    <a:pt x="19279" y="510657"/>
                  </a:moveTo>
                  <a:cubicBezTo>
                    <a:pt x="19904" y="520033"/>
                    <a:pt x="33655" y="520033"/>
                    <a:pt x="34280" y="510657"/>
                  </a:cubicBezTo>
                  <a:cubicBezTo>
                    <a:pt x="54906" y="238140"/>
                    <a:pt x="68032" y="83755"/>
                    <a:pt x="26779" y="0"/>
                  </a:cubicBezTo>
                  <a:cubicBezTo>
                    <a:pt x="-14473" y="83755"/>
                    <a:pt x="-722" y="238140"/>
                    <a:pt x="19279" y="510657"/>
                  </a:cubicBezTo>
                  <a:close/>
                </a:path>
              </a:pathLst>
            </a:custGeom>
            <a:solidFill>
              <a:schemeClr val="accent4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606" name="Google Shape;1708;p69"/>
            <p:cNvSpPr/>
            <p:nvPr/>
          </p:nvSpPr>
          <p:spPr>
            <a:xfrm>
              <a:off x="7575840" y="1275840"/>
              <a:ext cx="222480" cy="23040"/>
            </a:xfrm>
            <a:custGeom>
              <a:avLst/>
              <a:gdLst>
                <a:gd name="textAreaLeft" fmla="*/ 0 w 222480"/>
                <a:gd name="textAreaRight" fmla="*/ 222840 w 222480"/>
                <a:gd name="textAreaTop" fmla="*/ 0 h 23040"/>
                <a:gd name="textAreaBottom" fmla="*/ 23400 h 23040"/>
              </a:gdLst>
              <a:ahLst/>
              <a:cxnLst/>
              <a:rect l="textAreaLeft" t="textAreaTop" r="textAreaRight" b="textAreaBottom"/>
              <a:pathLst>
                <a:path w="517688" h="54004">
                  <a:moveTo>
                    <a:pt x="7032" y="19502"/>
                  </a:moveTo>
                  <a:cubicBezTo>
                    <a:pt x="-2344" y="20127"/>
                    <a:pt x="-2344" y="33877"/>
                    <a:pt x="7032" y="34503"/>
                  </a:cubicBezTo>
                  <a:cubicBezTo>
                    <a:pt x="279549" y="55129"/>
                    <a:pt x="433934" y="68255"/>
                    <a:pt x="517689" y="27002"/>
                  </a:cubicBezTo>
                  <a:cubicBezTo>
                    <a:pt x="433934" y="-14250"/>
                    <a:pt x="280174" y="-1125"/>
                    <a:pt x="7032" y="19502"/>
                  </a:cubicBezTo>
                  <a:close/>
                </a:path>
              </a:pathLst>
            </a:custGeom>
            <a:solidFill>
              <a:schemeClr val="accent4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11520" bIns="1152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607" name="Google Shape;1709;p69"/>
            <p:cNvSpPr/>
            <p:nvPr/>
          </p:nvSpPr>
          <p:spPr>
            <a:xfrm>
              <a:off x="7814160" y="1037880"/>
              <a:ext cx="23040" cy="222480"/>
            </a:xfrm>
            <a:custGeom>
              <a:avLst/>
              <a:gdLst>
                <a:gd name="textAreaLeft" fmla="*/ 0 w 23040"/>
                <a:gd name="textAreaRight" fmla="*/ 23400 w 23040"/>
                <a:gd name="textAreaTop" fmla="*/ 0 h 222480"/>
                <a:gd name="textAreaBottom" fmla="*/ 222840 h 222480"/>
              </a:gdLst>
              <a:ahLst/>
              <a:cxnLst/>
              <a:rect l="textAreaLeft" t="textAreaTop" r="textAreaRight" b="textAreaBottom"/>
              <a:pathLst>
                <a:path w="54004" h="517688">
                  <a:moveTo>
                    <a:pt x="34503" y="7032"/>
                  </a:moveTo>
                  <a:cubicBezTo>
                    <a:pt x="33878" y="-2344"/>
                    <a:pt x="20127" y="-2344"/>
                    <a:pt x="19502" y="7032"/>
                  </a:cubicBezTo>
                  <a:cubicBezTo>
                    <a:pt x="-1125" y="279549"/>
                    <a:pt x="-14250" y="433933"/>
                    <a:pt x="27002" y="517689"/>
                  </a:cubicBezTo>
                  <a:cubicBezTo>
                    <a:pt x="68255" y="433933"/>
                    <a:pt x="55129" y="279549"/>
                    <a:pt x="34503" y="7032"/>
                  </a:cubicBezTo>
                  <a:close/>
                </a:path>
              </a:pathLst>
            </a:custGeom>
            <a:solidFill>
              <a:schemeClr val="accent4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608" name="Google Shape;1710;p69"/>
            <p:cNvSpPr/>
            <p:nvPr/>
          </p:nvSpPr>
          <p:spPr>
            <a:xfrm>
              <a:off x="7844760" y="1109880"/>
              <a:ext cx="158040" cy="158040"/>
            </a:xfrm>
            <a:custGeom>
              <a:avLst/>
              <a:gdLst>
                <a:gd name="textAreaLeft" fmla="*/ 0 w 158040"/>
                <a:gd name="textAreaRight" fmla="*/ 158400 w 158040"/>
                <a:gd name="textAreaTop" fmla="*/ 0 h 158040"/>
                <a:gd name="textAreaBottom" fmla="*/ 158400 h 158040"/>
              </a:gdLst>
              <a:ahLst/>
              <a:cxnLst/>
              <a:rect l="textAreaLeft" t="textAreaTop" r="textAreaRight" b="textAreaBottom"/>
              <a:pathLst>
                <a:path w="368244" h="367995">
                  <a:moveTo>
                    <a:pt x="366273" y="12348"/>
                  </a:moveTo>
                  <a:cubicBezTo>
                    <a:pt x="372523" y="5472"/>
                    <a:pt x="362523" y="-3903"/>
                    <a:pt x="355647" y="1722"/>
                  </a:cubicBezTo>
                  <a:cubicBezTo>
                    <a:pt x="148759" y="179858"/>
                    <a:pt x="30002" y="279240"/>
                    <a:pt x="0" y="367995"/>
                  </a:cubicBezTo>
                  <a:cubicBezTo>
                    <a:pt x="88755" y="337368"/>
                    <a:pt x="188137" y="219236"/>
                    <a:pt x="366273" y="12348"/>
                  </a:cubicBezTo>
                  <a:close/>
                </a:path>
              </a:pathLst>
            </a:custGeom>
            <a:solidFill>
              <a:schemeClr val="accent4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609" name="Google Shape;1711;p69"/>
            <p:cNvSpPr/>
            <p:nvPr/>
          </p:nvSpPr>
          <p:spPr>
            <a:xfrm>
              <a:off x="7798680" y="1260720"/>
              <a:ext cx="54000" cy="54000"/>
            </a:xfrm>
            <a:custGeom>
              <a:avLst/>
              <a:gdLst>
                <a:gd name="textAreaLeft" fmla="*/ 0 w 54000"/>
                <a:gd name="textAreaRight" fmla="*/ 54360 w 54000"/>
                <a:gd name="textAreaTop" fmla="*/ 0 h 54000"/>
                <a:gd name="textAreaBottom" fmla="*/ 54360 h 54000"/>
              </a:gdLst>
              <a:ahLst/>
              <a:cxnLst/>
              <a:rect l="textAreaLeft" t="textAreaTop" r="textAreaRight" b="textAreaBottom"/>
              <a:pathLst>
                <a:path w="126258" h="126258">
                  <a:moveTo>
                    <a:pt x="108132" y="18126"/>
                  </a:moveTo>
                  <a:cubicBezTo>
                    <a:pt x="98131" y="21251"/>
                    <a:pt x="88756" y="23751"/>
                    <a:pt x="78755" y="25002"/>
                  </a:cubicBezTo>
                  <a:cubicBezTo>
                    <a:pt x="73130" y="17501"/>
                    <a:pt x="67504" y="9376"/>
                    <a:pt x="63129" y="0"/>
                  </a:cubicBezTo>
                  <a:cubicBezTo>
                    <a:pt x="58753" y="9376"/>
                    <a:pt x="53753" y="17501"/>
                    <a:pt x="47503" y="25002"/>
                  </a:cubicBezTo>
                  <a:cubicBezTo>
                    <a:pt x="38127" y="23751"/>
                    <a:pt x="28127" y="21251"/>
                    <a:pt x="18126" y="18126"/>
                  </a:cubicBezTo>
                  <a:cubicBezTo>
                    <a:pt x="21251" y="28127"/>
                    <a:pt x="23751" y="37502"/>
                    <a:pt x="25002" y="47503"/>
                  </a:cubicBezTo>
                  <a:cubicBezTo>
                    <a:pt x="17501" y="53128"/>
                    <a:pt x="9376" y="58754"/>
                    <a:pt x="0" y="63129"/>
                  </a:cubicBezTo>
                  <a:cubicBezTo>
                    <a:pt x="9376" y="67504"/>
                    <a:pt x="17501" y="72504"/>
                    <a:pt x="25002" y="78755"/>
                  </a:cubicBezTo>
                  <a:cubicBezTo>
                    <a:pt x="23751" y="88130"/>
                    <a:pt x="21251" y="98131"/>
                    <a:pt x="18126" y="108132"/>
                  </a:cubicBezTo>
                  <a:cubicBezTo>
                    <a:pt x="28127" y="105007"/>
                    <a:pt x="37502" y="102507"/>
                    <a:pt x="47503" y="101256"/>
                  </a:cubicBezTo>
                  <a:cubicBezTo>
                    <a:pt x="53128" y="108757"/>
                    <a:pt x="58753" y="116882"/>
                    <a:pt x="63129" y="126258"/>
                  </a:cubicBezTo>
                  <a:cubicBezTo>
                    <a:pt x="67504" y="116882"/>
                    <a:pt x="72504" y="108757"/>
                    <a:pt x="78755" y="101256"/>
                  </a:cubicBezTo>
                  <a:cubicBezTo>
                    <a:pt x="88130" y="102507"/>
                    <a:pt x="98131" y="105007"/>
                    <a:pt x="108132" y="108132"/>
                  </a:cubicBezTo>
                  <a:cubicBezTo>
                    <a:pt x="105007" y="98131"/>
                    <a:pt x="102506" y="88756"/>
                    <a:pt x="101256" y="78755"/>
                  </a:cubicBezTo>
                  <a:cubicBezTo>
                    <a:pt x="108757" y="73130"/>
                    <a:pt x="116882" y="67504"/>
                    <a:pt x="126258" y="63129"/>
                  </a:cubicBezTo>
                  <a:cubicBezTo>
                    <a:pt x="116882" y="58754"/>
                    <a:pt x="108757" y="53753"/>
                    <a:pt x="101256" y="47503"/>
                  </a:cubicBezTo>
                  <a:cubicBezTo>
                    <a:pt x="101881" y="37502"/>
                    <a:pt x="104382" y="27502"/>
                    <a:pt x="108132" y="18126"/>
                  </a:cubicBezTo>
                  <a:close/>
                </a:path>
              </a:pathLst>
            </a:custGeom>
            <a:solidFill>
              <a:schemeClr val="accent4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27000" bIns="2700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610" name="Google Shape;1712;p69"/>
            <p:cNvSpPr/>
            <p:nvPr/>
          </p:nvSpPr>
          <p:spPr>
            <a:xfrm>
              <a:off x="7844760" y="1306800"/>
              <a:ext cx="158040" cy="158040"/>
            </a:xfrm>
            <a:custGeom>
              <a:avLst/>
              <a:gdLst>
                <a:gd name="textAreaLeft" fmla="*/ 0 w 158040"/>
                <a:gd name="textAreaRight" fmla="*/ 158400 w 158040"/>
                <a:gd name="textAreaTop" fmla="*/ 0 h 158040"/>
                <a:gd name="textAreaBottom" fmla="*/ 158400 h 158040"/>
              </a:gdLst>
              <a:ahLst/>
              <a:cxnLst/>
              <a:rect l="textAreaLeft" t="textAreaTop" r="textAreaRight" b="textAreaBottom"/>
              <a:pathLst>
                <a:path w="367994" h="368245">
                  <a:moveTo>
                    <a:pt x="355647" y="366273"/>
                  </a:moveTo>
                  <a:cubicBezTo>
                    <a:pt x="362523" y="372524"/>
                    <a:pt x="371898" y="362523"/>
                    <a:pt x="366273" y="355648"/>
                  </a:cubicBezTo>
                  <a:cubicBezTo>
                    <a:pt x="188137" y="148760"/>
                    <a:pt x="88755" y="30002"/>
                    <a:pt x="0" y="0"/>
                  </a:cubicBezTo>
                  <a:cubicBezTo>
                    <a:pt x="30627" y="88131"/>
                    <a:pt x="148759" y="188137"/>
                    <a:pt x="355647" y="366273"/>
                  </a:cubicBezTo>
                  <a:close/>
                </a:path>
              </a:pathLst>
            </a:custGeom>
            <a:solidFill>
              <a:schemeClr val="accent4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611" name="Google Shape;1713;p69"/>
            <p:cNvSpPr/>
            <p:nvPr/>
          </p:nvSpPr>
          <p:spPr>
            <a:xfrm>
              <a:off x="7648200" y="1306800"/>
              <a:ext cx="158040" cy="158040"/>
            </a:xfrm>
            <a:custGeom>
              <a:avLst/>
              <a:gdLst>
                <a:gd name="textAreaLeft" fmla="*/ 0 w 158040"/>
                <a:gd name="textAreaRight" fmla="*/ 158400 w 158040"/>
                <a:gd name="textAreaTop" fmla="*/ 0 h 158040"/>
                <a:gd name="textAreaBottom" fmla="*/ 158400 h 158040"/>
              </a:gdLst>
              <a:ahLst/>
              <a:cxnLst/>
              <a:rect l="textAreaLeft" t="textAreaTop" r="textAreaRight" b="textAreaBottom"/>
              <a:pathLst>
                <a:path w="368245" h="367995">
                  <a:moveTo>
                    <a:pt x="1972" y="355648"/>
                  </a:moveTo>
                  <a:cubicBezTo>
                    <a:pt x="-4278" y="362523"/>
                    <a:pt x="5722" y="371898"/>
                    <a:pt x="12598" y="366273"/>
                  </a:cubicBezTo>
                  <a:cubicBezTo>
                    <a:pt x="219486" y="188137"/>
                    <a:pt x="338243" y="88756"/>
                    <a:pt x="368245" y="0"/>
                  </a:cubicBezTo>
                  <a:cubicBezTo>
                    <a:pt x="280114" y="30002"/>
                    <a:pt x="180108" y="148760"/>
                    <a:pt x="1972" y="355648"/>
                  </a:cubicBezTo>
                  <a:close/>
                </a:path>
              </a:pathLst>
            </a:custGeom>
            <a:solidFill>
              <a:schemeClr val="accent4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612" name="Google Shape;1714;p69"/>
            <p:cNvSpPr/>
            <p:nvPr/>
          </p:nvSpPr>
          <p:spPr>
            <a:xfrm>
              <a:off x="7648200" y="1109880"/>
              <a:ext cx="158040" cy="158040"/>
            </a:xfrm>
            <a:custGeom>
              <a:avLst/>
              <a:gdLst>
                <a:gd name="textAreaLeft" fmla="*/ 0 w 158040"/>
                <a:gd name="textAreaRight" fmla="*/ 158400 w 158040"/>
                <a:gd name="textAreaTop" fmla="*/ 0 h 158040"/>
                <a:gd name="textAreaBottom" fmla="*/ 158400 h 158040"/>
              </a:gdLst>
              <a:ahLst/>
              <a:cxnLst/>
              <a:rect l="textAreaLeft" t="textAreaTop" r="textAreaRight" b="textAreaBottom"/>
              <a:pathLst>
                <a:path w="367995" h="368245">
                  <a:moveTo>
                    <a:pt x="12348" y="1972"/>
                  </a:moveTo>
                  <a:cubicBezTo>
                    <a:pt x="5472" y="-4278"/>
                    <a:pt x="-3903" y="5722"/>
                    <a:pt x="1722" y="12598"/>
                  </a:cubicBezTo>
                  <a:cubicBezTo>
                    <a:pt x="179858" y="219486"/>
                    <a:pt x="279240" y="338243"/>
                    <a:pt x="367995" y="368245"/>
                  </a:cubicBezTo>
                  <a:cubicBezTo>
                    <a:pt x="337993" y="279490"/>
                    <a:pt x="219861" y="180108"/>
                    <a:pt x="12348" y="1972"/>
                  </a:cubicBezTo>
                  <a:close/>
                </a:path>
              </a:pathLst>
            </a:custGeom>
            <a:solidFill>
              <a:schemeClr val="accent4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</p:grpSp>
      <p:grpSp>
        <p:nvGrpSpPr>
          <p:cNvPr id="613" name="Google Shape;1715;p69"/>
          <p:cNvGrpSpPr/>
          <p:nvPr/>
        </p:nvGrpSpPr>
        <p:grpSpPr>
          <a:xfrm>
            <a:off x="7872480" y="4400640"/>
            <a:ext cx="406440" cy="406440"/>
            <a:chOff x="7872480" y="4400640"/>
            <a:chExt cx="406440" cy="406440"/>
          </a:xfrm>
        </p:grpSpPr>
        <p:sp>
          <p:nvSpPr>
            <p:cNvPr id="614" name="Google Shape;1716;p69"/>
            <p:cNvSpPr/>
            <p:nvPr/>
          </p:nvSpPr>
          <p:spPr>
            <a:xfrm>
              <a:off x="8097840" y="4594680"/>
              <a:ext cx="181080" cy="18720"/>
            </a:xfrm>
            <a:custGeom>
              <a:avLst/>
              <a:gdLst>
                <a:gd name="textAreaLeft" fmla="*/ 0 w 181080"/>
                <a:gd name="textAreaRight" fmla="*/ 181440 w 181080"/>
                <a:gd name="textAreaTop" fmla="*/ 0 h 18720"/>
                <a:gd name="textAreaBottom" fmla="*/ 19080 h 18720"/>
              </a:gdLst>
              <a:ahLst/>
              <a:cxnLst/>
              <a:rect l="textAreaLeft" t="textAreaTop" r="textAreaRight" b="textAreaBottom"/>
              <a:pathLst>
                <a:path w="517688" h="54004">
                  <a:moveTo>
                    <a:pt x="510657" y="19502"/>
                  </a:moveTo>
                  <a:cubicBezTo>
                    <a:pt x="238140" y="-1125"/>
                    <a:pt x="83755" y="-14250"/>
                    <a:pt x="0" y="27002"/>
                  </a:cubicBezTo>
                  <a:cubicBezTo>
                    <a:pt x="83755" y="68255"/>
                    <a:pt x="238140" y="55129"/>
                    <a:pt x="510657" y="34503"/>
                  </a:cubicBezTo>
                  <a:cubicBezTo>
                    <a:pt x="520033" y="33877"/>
                    <a:pt x="520033" y="20127"/>
                    <a:pt x="510657" y="19502"/>
                  </a:cubicBezTo>
                  <a:close/>
                </a:path>
              </a:pathLst>
            </a:custGeom>
            <a:solidFill>
              <a:schemeClr val="accent4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9360" bIns="936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615" name="Google Shape;1717;p69"/>
            <p:cNvSpPr/>
            <p:nvPr/>
          </p:nvSpPr>
          <p:spPr>
            <a:xfrm>
              <a:off x="8066520" y="4626000"/>
              <a:ext cx="18360" cy="181080"/>
            </a:xfrm>
            <a:custGeom>
              <a:avLst/>
              <a:gdLst>
                <a:gd name="textAreaLeft" fmla="*/ 0 w 18360"/>
                <a:gd name="textAreaRight" fmla="*/ 18720 w 18360"/>
                <a:gd name="textAreaTop" fmla="*/ 0 h 181080"/>
                <a:gd name="textAreaBottom" fmla="*/ 181440 h 181080"/>
              </a:gdLst>
              <a:ahLst/>
              <a:cxnLst/>
              <a:rect l="textAreaLeft" t="textAreaTop" r="textAreaRight" b="textAreaBottom"/>
              <a:pathLst>
                <a:path w="53781" h="517688">
                  <a:moveTo>
                    <a:pt x="19279" y="510657"/>
                  </a:moveTo>
                  <a:cubicBezTo>
                    <a:pt x="19904" y="520033"/>
                    <a:pt x="33655" y="520033"/>
                    <a:pt x="34280" y="510657"/>
                  </a:cubicBezTo>
                  <a:cubicBezTo>
                    <a:pt x="54906" y="238140"/>
                    <a:pt x="68032" y="83755"/>
                    <a:pt x="26779" y="0"/>
                  </a:cubicBezTo>
                  <a:cubicBezTo>
                    <a:pt x="-14473" y="83755"/>
                    <a:pt x="-722" y="238140"/>
                    <a:pt x="19279" y="510657"/>
                  </a:cubicBezTo>
                  <a:close/>
                </a:path>
              </a:pathLst>
            </a:custGeom>
            <a:solidFill>
              <a:schemeClr val="accent4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616" name="Google Shape;1718;p69"/>
            <p:cNvSpPr/>
            <p:nvPr/>
          </p:nvSpPr>
          <p:spPr>
            <a:xfrm>
              <a:off x="7872480" y="4594680"/>
              <a:ext cx="181080" cy="18720"/>
            </a:xfrm>
            <a:custGeom>
              <a:avLst/>
              <a:gdLst>
                <a:gd name="textAreaLeft" fmla="*/ 0 w 181080"/>
                <a:gd name="textAreaRight" fmla="*/ 181440 w 181080"/>
                <a:gd name="textAreaTop" fmla="*/ 0 h 18720"/>
                <a:gd name="textAreaBottom" fmla="*/ 19080 h 18720"/>
              </a:gdLst>
              <a:ahLst/>
              <a:cxnLst/>
              <a:rect l="textAreaLeft" t="textAreaTop" r="textAreaRight" b="textAreaBottom"/>
              <a:pathLst>
                <a:path w="517688" h="54004">
                  <a:moveTo>
                    <a:pt x="7032" y="19502"/>
                  </a:moveTo>
                  <a:cubicBezTo>
                    <a:pt x="-2344" y="20127"/>
                    <a:pt x="-2344" y="33877"/>
                    <a:pt x="7032" y="34503"/>
                  </a:cubicBezTo>
                  <a:cubicBezTo>
                    <a:pt x="279549" y="55129"/>
                    <a:pt x="433934" y="68255"/>
                    <a:pt x="517689" y="27002"/>
                  </a:cubicBezTo>
                  <a:cubicBezTo>
                    <a:pt x="433934" y="-14250"/>
                    <a:pt x="280174" y="-1125"/>
                    <a:pt x="7032" y="19502"/>
                  </a:cubicBezTo>
                  <a:close/>
                </a:path>
              </a:pathLst>
            </a:custGeom>
            <a:solidFill>
              <a:schemeClr val="accent4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9360" bIns="936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617" name="Google Shape;1719;p69"/>
            <p:cNvSpPr/>
            <p:nvPr/>
          </p:nvSpPr>
          <p:spPr>
            <a:xfrm>
              <a:off x="8066160" y="4400640"/>
              <a:ext cx="18720" cy="181080"/>
            </a:xfrm>
            <a:custGeom>
              <a:avLst/>
              <a:gdLst>
                <a:gd name="textAreaLeft" fmla="*/ 0 w 18720"/>
                <a:gd name="textAreaRight" fmla="*/ 19080 w 18720"/>
                <a:gd name="textAreaTop" fmla="*/ 0 h 181080"/>
                <a:gd name="textAreaBottom" fmla="*/ 181440 h 181080"/>
              </a:gdLst>
              <a:ahLst/>
              <a:cxnLst/>
              <a:rect l="textAreaLeft" t="textAreaTop" r="textAreaRight" b="textAreaBottom"/>
              <a:pathLst>
                <a:path w="54004" h="517688">
                  <a:moveTo>
                    <a:pt x="34503" y="7032"/>
                  </a:moveTo>
                  <a:cubicBezTo>
                    <a:pt x="33878" y="-2344"/>
                    <a:pt x="20127" y="-2344"/>
                    <a:pt x="19502" y="7032"/>
                  </a:cubicBezTo>
                  <a:cubicBezTo>
                    <a:pt x="-1125" y="279549"/>
                    <a:pt x="-14250" y="433933"/>
                    <a:pt x="27002" y="517689"/>
                  </a:cubicBezTo>
                  <a:cubicBezTo>
                    <a:pt x="68255" y="433933"/>
                    <a:pt x="55129" y="279549"/>
                    <a:pt x="34503" y="7032"/>
                  </a:cubicBezTo>
                  <a:close/>
                </a:path>
              </a:pathLst>
            </a:custGeom>
            <a:solidFill>
              <a:schemeClr val="accent4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618" name="Google Shape;1720;p69"/>
            <p:cNvSpPr/>
            <p:nvPr/>
          </p:nvSpPr>
          <p:spPr>
            <a:xfrm>
              <a:off x="8091360" y="4459320"/>
              <a:ext cx="128880" cy="128520"/>
            </a:xfrm>
            <a:custGeom>
              <a:avLst/>
              <a:gdLst>
                <a:gd name="textAreaLeft" fmla="*/ 0 w 128880"/>
                <a:gd name="textAreaRight" fmla="*/ 129240 w 128880"/>
                <a:gd name="textAreaTop" fmla="*/ 0 h 128520"/>
                <a:gd name="textAreaBottom" fmla="*/ 128880 h 128520"/>
              </a:gdLst>
              <a:ahLst/>
              <a:cxnLst/>
              <a:rect l="textAreaLeft" t="textAreaTop" r="textAreaRight" b="textAreaBottom"/>
              <a:pathLst>
                <a:path w="368244" h="367995">
                  <a:moveTo>
                    <a:pt x="366273" y="12348"/>
                  </a:moveTo>
                  <a:cubicBezTo>
                    <a:pt x="372523" y="5472"/>
                    <a:pt x="362523" y="-3903"/>
                    <a:pt x="355647" y="1722"/>
                  </a:cubicBezTo>
                  <a:cubicBezTo>
                    <a:pt x="148759" y="179858"/>
                    <a:pt x="30002" y="279240"/>
                    <a:pt x="0" y="367995"/>
                  </a:cubicBezTo>
                  <a:cubicBezTo>
                    <a:pt x="88755" y="337368"/>
                    <a:pt x="188137" y="219236"/>
                    <a:pt x="366273" y="12348"/>
                  </a:cubicBezTo>
                  <a:close/>
                </a:path>
              </a:pathLst>
            </a:custGeom>
            <a:solidFill>
              <a:schemeClr val="accent4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619" name="Google Shape;1721;p69"/>
            <p:cNvSpPr/>
            <p:nvPr/>
          </p:nvSpPr>
          <p:spPr>
            <a:xfrm>
              <a:off x="8053560" y="4582080"/>
              <a:ext cx="43920" cy="43920"/>
            </a:xfrm>
            <a:custGeom>
              <a:avLst/>
              <a:gdLst>
                <a:gd name="textAreaLeft" fmla="*/ 0 w 43920"/>
                <a:gd name="textAreaRight" fmla="*/ 44280 w 43920"/>
                <a:gd name="textAreaTop" fmla="*/ 0 h 43920"/>
                <a:gd name="textAreaBottom" fmla="*/ 44280 h 43920"/>
              </a:gdLst>
              <a:ahLst/>
              <a:cxnLst/>
              <a:rect l="textAreaLeft" t="textAreaTop" r="textAreaRight" b="textAreaBottom"/>
              <a:pathLst>
                <a:path w="126258" h="126258">
                  <a:moveTo>
                    <a:pt x="108132" y="18126"/>
                  </a:moveTo>
                  <a:cubicBezTo>
                    <a:pt x="98131" y="21251"/>
                    <a:pt x="88756" y="23751"/>
                    <a:pt x="78755" y="25002"/>
                  </a:cubicBezTo>
                  <a:cubicBezTo>
                    <a:pt x="73130" y="17501"/>
                    <a:pt x="67504" y="9376"/>
                    <a:pt x="63129" y="0"/>
                  </a:cubicBezTo>
                  <a:cubicBezTo>
                    <a:pt x="58753" y="9376"/>
                    <a:pt x="53753" y="17501"/>
                    <a:pt x="47503" y="25002"/>
                  </a:cubicBezTo>
                  <a:cubicBezTo>
                    <a:pt x="38127" y="23751"/>
                    <a:pt x="28127" y="21251"/>
                    <a:pt x="18126" y="18126"/>
                  </a:cubicBezTo>
                  <a:cubicBezTo>
                    <a:pt x="21251" y="28127"/>
                    <a:pt x="23751" y="37502"/>
                    <a:pt x="25002" y="47503"/>
                  </a:cubicBezTo>
                  <a:cubicBezTo>
                    <a:pt x="17501" y="53128"/>
                    <a:pt x="9376" y="58754"/>
                    <a:pt x="0" y="63129"/>
                  </a:cubicBezTo>
                  <a:cubicBezTo>
                    <a:pt x="9376" y="67504"/>
                    <a:pt x="17501" y="72504"/>
                    <a:pt x="25002" y="78755"/>
                  </a:cubicBezTo>
                  <a:cubicBezTo>
                    <a:pt x="23751" y="88130"/>
                    <a:pt x="21251" y="98131"/>
                    <a:pt x="18126" y="108132"/>
                  </a:cubicBezTo>
                  <a:cubicBezTo>
                    <a:pt x="28127" y="105007"/>
                    <a:pt x="37502" y="102507"/>
                    <a:pt x="47503" y="101256"/>
                  </a:cubicBezTo>
                  <a:cubicBezTo>
                    <a:pt x="53128" y="108757"/>
                    <a:pt x="58753" y="116882"/>
                    <a:pt x="63129" y="126258"/>
                  </a:cubicBezTo>
                  <a:cubicBezTo>
                    <a:pt x="67504" y="116882"/>
                    <a:pt x="72504" y="108757"/>
                    <a:pt x="78755" y="101256"/>
                  </a:cubicBezTo>
                  <a:cubicBezTo>
                    <a:pt x="88130" y="102507"/>
                    <a:pt x="98131" y="105007"/>
                    <a:pt x="108132" y="108132"/>
                  </a:cubicBezTo>
                  <a:cubicBezTo>
                    <a:pt x="105007" y="98131"/>
                    <a:pt x="102506" y="88756"/>
                    <a:pt x="101256" y="78755"/>
                  </a:cubicBezTo>
                  <a:cubicBezTo>
                    <a:pt x="108757" y="73130"/>
                    <a:pt x="116882" y="67504"/>
                    <a:pt x="126258" y="63129"/>
                  </a:cubicBezTo>
                  <a:cubicBezTo>
                    <a:pt x="116882" y="58754"/>
                    <a:pt x="108757" y="53753"/>
                    <a:pt x="101256" y="47503"/>
                  </a:cubicBezTo>
                  <a:cubicBezTo>
                    <a:pt x="101881" y="37502"/>
                    <a:pt x="104382" y="27502"/>
                    <a:pt x="108132" y="18126"/>
                  </a:cubicBezTo>
                  <a:close/>
                </a:path>
              </a:pathLst>
            </a:custGeom>
            <a:solidFill>
              <a:schemeClr val="accent4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21960" bIns="2196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620" name="Google Shape;1722;p69"/>
            <p:cNvSpPr/>
            <p:nvPr/>
          </p:nvSpPr>
          <p:spPr>
            <a:xfrm>
              <a:off x="8091360" y="4619520"/>
              <a:ext cx="128520" cy="128880"/>
            </a:xfrm>
            <a:custGeom>
              <a:avLst/>
              <a:gdLst>
                <a:gd name="textAreaLeft" fmla="*/ 0 w 128520"/>
                <a:gd name="textAreaRight" fmla="*/ 128880 w 128520"/>
                <a:gd name="textAreaTop" fmla="*/ 0 h 128880"/>
                <a:gd name="textAreaBottom" fmla="*/ 129240 h 128880"/>
              </a:gdLst>
              <a:ahLst/>
              <a:cxnLst/>
              <a:rect l="textAreaLeft" t="textAreaTop" r="textAreaRight" b="textAreaBottom"/>
              <a:pathLst>
                <a:path w="367994" h="368245">
                  <a:moveTo>
                    <a:pt x="355647" y="366273"/>
                  </a:moveTo>
                  <a:cubicBezTo>
                    <a:pt x="362523" y="372524"/>
                    <a:pt x="371898" y="362523"/>
                    <a:pt x="366273" y="355648"/>
                  </a:cubicBezTo>
                  <a:cubicBezTo>
                    <a:pt x="188137" y="148760"/>
                    <a:pt x="88755" y="30002"/>
                    <a:pt x="0" y="0"/>
                  </a:cubicBezTo>
                  <a:cubicBezTo>
                    <a:pt x="30627" y="88131"/>
                    <a:pt x="148759" y="188137"/>
                    <a:pt x="355647" y="366273"/>
                  </a:cubicBezTo>
                  <a:close/>
                </a:path>
              </a:pathLst>
            </a:custGeom>
            <a:solidFill>
              <a:schemeClr val="accent4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621" name="Google Shape;1723;p69"/>
            <p:cNvSpPr/>
            <p:nvPr/>
          </p:nvSpPr>
          <p:spPr>
            <a:xfrm>
              <a:off x="7931160" y="4619520"/>
              <a:ext cx="128880" cy="128520"/>
            </a:xfrm>
            <a:custGeom>
              <a:avLst/>
              <a:gdLst>
                <a:gd name="textAreaLeft" fmla="*/ 0 w 128880"/>
                <a:gd name="textAreaRight" fmla="*/ 129240 w 128880"/>
                <a:gd name="textAreaTop" fmla="*/ 0 h 128520"/>
                <a:gd name="textAreaBottom" fmla="*/ 128880 h 128520"/>
              </a:gdLst>
              <a:ahLst/>
              <a:cxnLst/>
              <a:rect l="textAreaLeft" t="textAreaTop" r="textAreaRight" b="textAreaBottom"/>
              <a:pathLst>
                <a:path w="368245" h="367995">
                  <a:moveTo>
                    <a:pt x="1972" y="355648"/>
                  </a:moveTo>
                  <a:cubicBezTo>
                    <a:pt x="-4278" y="362523"/>
                    <a:pt x="5722" y="371898"/>
                    <a:pt x="12598" y="366273"/>
                  </a:cubicBezTo>
                  <a:cubicBezTo>
                    <a:pt x="219486" y="188137"/>
                    <a:pt x="338243" y="88756"/>
                    <a:pt x="368245" y="0"/>
                  </a:cubicBezTo>
                  <a:cubicBezTo>
                    <a:pt x="280114" y="30002"/>
                    <a:pt x="180108" y="148760"/>
                    <a:pt x="1972" y="355648"/>
                  </a:cubicBezTo>
                  <a:close/>
                </a:path>
              </a:pathLst>
            </a:custGeom>
            <a:solidFill>
              <a:schemeClr val="accent4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622" name="Google Shape;1724;p69"/>
            <p:cNvSpPr/>
            <p:nvPr/>
          </p:nvSpPr>
          <p:spPr>
            <a:xfrm>
              <a:off x="7931160" y="4459320"/>
              <a:ext cx="128520" cy="128880"/>
            </a:xfrm>
            <a:custGeom>
              <a:avLst/>
              <a:gdLst>
                <a:gd name="textAreaLeft" fmla="*/ 0 w 128520"/>
                <a:gd name="textAreaRight" fmla="*/ 128880 w 128520"/>
                <a:gd name="textAreaTop" fmla="*/ 0 h 128880"/>
                <a:gd name="textAreaBottom" fmla="*/ 129240 h 128880"/>
              </a:gdLst>
              <a:ahLst/>
              <a:cxnLst/>
              <a:rect l="textAreaLeft" t="textAreaTop" r="textAreaRight" b="textAreaBottom"/>
              <a:pathLst>
                <a:path w="367995" h="368245">
                  <a:moveTo>
                    <a:pt x="12348" y="1972"/>
                  </a:moveTo>
                  <a:cubicBezTo>
                    <a:pt x="5472" y="-4278"/>
                    <a:pt x="-3903" y="5722"/>
                    <a:pt x="1722" y="12598"/>
                  </a:cubicBezTo>
                  <a:cubicBezTo>
                    <a:pt x="179858" y="219486"/>
                    <a:pt x="279240" y="338243"/>
                    <a:pt x="367995" y="368245"/>
                  </a:cubicBezTo>
                  <a:cubicBezTo>
                    <a:pt x="337993" y="279490"/>
                    <a:pt x="219861" y="180108"/>
                    <a:pt x="12348" y="1972"/>
                  </a:cubicBezTo>
                  <a:close/>
                </a:path>
              </a:pathLst>
            </a:custGeom>
            <a:solidFill>
              <a:schemeClr val="accent4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</p:grpSp>
      <p:grpSp>
        <p:nvGrpSpPr>
          <p:cNvPr id="623" name="Google Shape;1725;p69"/>
          <p:cNvGrpSpPr/>
          <p:nvPr/>
        </p:nvGrpSpPr>
        <p:grpSpPr>
          <a:xfrm>
            <a:off x="5032080" y="3011760"/>
            <a:ext cx="345600" cy="345240"/>
            <a:chOff x="5032080" y="3011760"/>
            <a:chExt cx="345600" cy="345240"/>
          </a:xfrm>
        </p:grpSpPr>
        <p:sp>
          <p:nvSpPr>
            <p:cNvPr id="624" name="Google Shape;1726;p69"/>
            <p:cNvSpPr/>
            <p:nvPr/>
          </p:nvSpPr>
          <p:spPr>
            <a:xfrm>
              <a:off x="5032080" y="3011760"/>
              <a:ext cx="345600" cy="345240"/>
            </a:xfrm>
            <a:custGeom>
              <a:avLst/>
              <a:gdLst>
                <a:gd name="textAreaLeft" fmla="*/ 0 w 345600"/>
                <a:gd name="textAreaRight" fmla="*/ 345960 w 345600"/>
                <a:gd name="textAreaTop" fmla="*/ 0 h 345240"/>
                <a:gd name="textAreaBottom" fmla="*/ 345600 h 345240"/>
              </a:gdLst>
              <a:ahLst/>
              <a:cxnLst/>
              <a:rect l="textAreaLeft" t="textAreaTop" r="textAreaRight" b="textAreaBottom"/>
              <a:pathLst>
                <a:path w="10872" h="10860">
                  <a:moveTo>
                    <a:pt x="5418" y="334"/>
                  </a:moveTo>
                  <a:cubicBezTo>
                    <a:pt x="8228" y="334"/>
                    <a:pt x="10514" y="2608"/>
                    <a:pt x="10514" y="5430"/>
                  </a:cubicBezTo>
                  <a:cubicBezTo>
                    <a:pt x="10514" y="8240"/>
                    <a:pt x="8228" y="10514"/>
                    <a:pt x="5418" y="10514"/>
                  </a:cubicBezTo>
                  <a:cubicBezTo>
                    <a:pt x="2608" y="10514"/>
                    <a:pt x="334" y="8240"/>
                    <a:pt x="334" y="5430"/>
                  </a:cubicBezTo>
                  <a:cubicBezTo>
                    <a:pt x="334" y="2608"/>
                    <a:pt x="2608" y="334"/>
                    <a:pt x="5418" y="334"/>
                  </a:cubicBezTo>
                  <a:close/>
                  <a:moveTo>
                    <a:pt x="5430" y="1"/>
                  </a:moveTo>
                  <a:cubicBezTo>
                    <a:pt x="3989" y="1"/>
                    <a:pt x="2620" y="560"/>
                    <a:pt x="1596" y="1584"/>
                  </a:cubicBezTo>
                  <a:cubicBezTo>
                    <a:pt x="572" y="2620"/>
                    <a:pt x="1" y="3989"/>
                    <a:pt x="1" y="5430"/>
                  </a:cubicBezTo>
                  <a:cubicBezTo>
                    <a:pt x="1" y="6871"/>
                    <a:pt x="572" y="8240"/>
                    <a:pt x="1596" y="9264"/>
                  </a:cubicBezTo>
                  <a:cubicBezTo>
                    <a:pt x="2620" y="10300"/>
                    <a:pt x="3989" y="10859"/>
                    <a:pt x="5430" y="10859"/>
                  </a:cubicBezTo>
                  <a:cubicBezTo>
                    <a:pt x="6883" y="10859"/>
                    <a:pt x="8252" y="10300"/>
                    <a:pt x="9276" y="9264"/>
                  </a:cubicBezTo>
                  <a:cubicBezTo>
                    <a:pt x="10300" y="8240"/>
                    <a:pt x="10871" y="6871"/>
                    <a:pt x="10871" y="5430"/>
                  </a:cubicBezTo>
                  <a:cubicBezTo>
                    <a:pt x="10871" y="3989"/>
                    <a:pt x="10300" y="2620"/>
                    <a:pt x="9276" y="1584"/>
                  </a:cubicBezTo>
                  <a:cubicBezTo>
                    <a:pt x="8252" y="560"/>
                    <a:pt x="6883" y="1"/>
                    <a:pt x="5430" y="1"/>
                  </a:cubicBezTo>
                  <a:close/>
                </a:path>
              </a:pathLst>
            </a:custGeom>
            <a:solidFill>
              <a:schemeClr val="dk1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91440" bIns="9144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625" name="Google Shape;1727;p69"/>
            <p:cNvSpPr/>
            <p:nvPr/>
          </p:nvSpPr>
          <p:spPr>
            <a:xfrm>
              <a:off x="5096880" y="3076920"/>
              <a:ext cx="214920" cy="214920"/>
            </a:xfrm>
            <a:custGeom>
              <a:avLst/>
              <a:gdLst>
                <a:gd name="textAreaLeft" fmla="*/ 0 w 214920"/>
                <a:gd name="textAreaRight" fmla="*/ 215280 w 214920"/>
                <a:gd name="textAreaTop" fmla="*/ 0 h 214920"/>
                <a:gd name="textAreaBottom" fmla="*/ 215280 h 214920"/>
              </a:gdLst>
              <a:ahLst/>
              <a:cxnLst/>
              <a:rect l="textAreaLeft" t="textAreaTop" r="textAreaRight" b="textAreaBottom"/>
              <a:pathLst>
                <a:path w="6764" h="6764">
                  <a:moveTo>
                    <a:pt x="5335" y="346"/>
                  </a:moveTo>
                  <a:cubicBezTo>
                    <a:pt x="5930" y="346"/>
                    <a:pt x="6418" y="834"/>
                    <a:pt x="6418" y="1429"/>
                  </a:cubicBezTo>
                  <a:lnTo>
                    <a:pt x="6418" y="5335"/>
                  </a:lnTo>
                  <a:cubicBezTo>
                    <a:pt x="6418" y="5930"/>
                    <a:pt x="5930" y="6418"/>
                    <a:pt x="5335" y="6418"/>
                  </a:cubicBezTo>
                  <a:lnTo>
                    <a:pt x="1429" y="6418"/>
                  </a:lnTo>
                  <a:cubicBezTo>
                    <a:pt x="834" y="6418"/>
                    <a:pt x="346" y="5930"/>
                    <a:pt x="346" y="5335"/>
                  </a:cubicBezTo>
                  <a:lnTo>
                    <a:pt x="346" y="1429"/>
                  </a:lnTo>
                  <a:cubicBezTo>
                    <a:pt x="346" y="834"/>
                    <a:pt x="834" y="346"/>
                    <a:pt x="1429" y="346"/>
                  </a:cubicBezTo>
                  <a:close/>
                  <a:moveTo>
                    <a:pt x="1429" y="1"/>
                  </a:moveTo>
                  <a:cubicBezTo>
                    <a:pt x="644" y="1"/>
                    <a:pt x="1" y="644"/>
                    <a:pt x="1" y="1429"/>
                  </a:cubicBezTo>
                  <a:lnTo>
                    <a:pt x="1" y="5335"/>
                  </a:lnTo>
                  <a:cubicBezTo>
                    <a:pt x="1" y="6120"/>
                    <a:pt x="644" y="6763"/>
                    <a:pt x="1429" y="6763"/>
                  </a:cubicBezTo>
                  <a:lnTo>
                    <a:pt x="5335" y="6763"/>
                  </a:lnTo>
                  <a:cubicBezTo>
                    <a:pt x="6121" y="6763"/>
                    <a:pt x="6763" y="6120"/>
                    <a:pt x="6763" y="5335"/>
                  </a:cubicBezTo>
                  <a:lnTo>
                    <a:pt x="6763" y="1429"/>
                  </a:lnTo>
                  <a:cubicBezTo>
                    <a:pt x="6763" y="644"/>
                    <a:pt x="6121" y="1"/>
                    <a:pt x="5335" y="1"/>
                  </a:cubicBezTo>
                  <a:close/>
                </a:path>
              </a:pathLst>
            </a:custGeom>
            <a:solidFill>
              <a:schemeClr val="dk1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91440" bIns="9144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626" name="Google Shape;1728;p69"/>
            <p:cNvSpPr/>
            <p:nvPr/>
          </p:nvSpPr>
          <p:spPr>
            <a:xfrm>
              <a:off x="5146920" y="3128040"/>
              <a:ext cx="114480" cy="112320"/>
            </a:xfrm>
            <a:custGeom>
              <a:avLst/>
              <a:gdLst>
                <a:gd name="textAreaLeft" fmla="*/ 0 w 114480"/>
                <a:gd name="textAreaRight" fmla="*/ 114840 w 114480"/>
                <a:gd name="textAreaTop" fmla="*/ 0 h 112320"/>
                <a:gd name="textAreaBottom" fmla="*/ 112680 h 112320"/>
              </a:gdLst>
              <a:ahLst/>
              <a:cxnLst/>
              <a:rect l="textAreaLeft" t="textAreaTop" r="textAreaRight" b="textAreaBottom"/>
              <a:pathLst>
                <a:path w="3607" h="3542">
                  <a:moveTo>
                    <a:pt x="1822" y="0"/>
                  </a:moveTo>
                  <a:cubicBezTo>
                    <a:pt x="812" y="0"/>
                    <a:pt x="1" y="851"/>
                    <a:pt x="59" y="1859"/>
                  </a:cubicBezTo>
                  <a:cubicBezTo>
                    <a:pt x="95" y="2776"/>
                    <a:pt x="833" y="3502"/>
                    <a:pt x="1726" y="3538"/>
                  </a:cubicBezTo>
                  <a:cubicBezTo>
                    <a:pt x="1764" y="3541"/>
                    <a:pt x="1802" y="3542"/>
                    <a:pt x="1840" y="3542"/>
                  </a:cubicBezTo>
                  <a:cubicBezTo>
                    <a:pt x="2178" y="3542"/>
                    <a:pt x="2494" y="3447"/>
                    <a:pt x="2762" y="3276"/>
                  </a:cubicBezTo>
                  <a:cubicBezTo>
                    <a:pt x="2857" y="3217"/>
                    <a:pt x="2869" y="3086"/>
                    <a:pt x="2797" y="3014"/>
                  </a:cubicBezTo>
                  <a:cubicBezTo>
                    <a:pt x="2761" y="2978"/>
                    <a:pt x="2711" y="2964"/>
                    <a:pt x="2664" y="2964"/>
                  </a:cubicBezTo>
                  <a:cubicBezTo>
                    <a:pt x="2634" y="2964"/>
                    <a:pt x="2606" y="2969"/>
                    <a:pt x="2583" y="2979"/>
                  </a:cubicBezTo>
                  <a:cubicBezTo>
                    <a:pt x="2380" y="3096"/>
                    <a:pt x="2149" y="3185"/>
                    <a:pt x="1897" y="3185"/>
                  </a:cubicBezTo>
                  <a:cubicBezTo>
                    <a:pt x="1868" y="3185"/>
                    <a:pt x="1839" y="3183"/>
                    <a:pt x="1809" y="3181"/>
                  </a:cubicBezTo>
                  <a:cubicBezTo>
                    <a:pt x="1023" y="3169"/>
                    <a:pt x="380" y="2514"/>
                    <a:pt x="392" y="1716"/>
                  </a:cubicBezTo>
                  <a:cubicBezTo>
                    <a:pt x="426" y="948"/>
                    <a:pt x="1028" y="330"/>
                    <a:pt x="1792" y="330"/>
                  </a:cubicBezTo>
                  <a:cubicBezTo>
                    <a:pt x="1833" y="330"/>
                    <a:pt x="1874" y="332"/>
                    <a:pt x="1916" y="335"/>
                  </a:cubicBezTo>
                  <a:cubicBezTo>
                    <a:pt x="2619" y="371"/>
                    <a:pt x="3190" y="943"/>
                    <a:pt x="3250" y="1633"/>
                  </a:cubicBezTo>
                  <a:cubicBezTo>
                    <a:pt x="3285" y="1919"/>
                    <a:pt x="3214" y="2193"/>
                    <a:pt x="3095" y="2431"/>
                  </a:cubicBezTo>
                  <a:cubicBezTo>
                    <a:pt x="3059" y="2490"/>
                    <a:pt x="3059" y="2574"/>
                    <a:pt x="3119" y="2633"/>
                  </a:cubicBezTo>
                  <a:cubicBezTo>
                    <a:pt x="3149" y="2663"/>
                    <a:pt x="3191" y="2678"/>
                    <a:pt x="3234" y="2678"/>
                  </a:cubicBezTo>
                  <a:cubicBezTo>
                    <a:pt x="3295" y="2678"/>
                    <a:pt x="3358" y="2648"/>
                    <a:pt x="3393" y="2586"/>
                  </a:cubicBezTo>
                  <a:cubicBezTo>
                    <a:pt x="3536" y="2324"/>
                    <a:pt x="3607" y="2014"/>
                    <a:pt x="3583" y="1669"/>
                  </a:cubicBezTo>
                  <a:cubicBezTo>
                    <a:pt x="3536" y="764"/>
                    <a:pt x="2797" y="50"/>
                    <a:pt x="1904" y="2"/>
                  </a:cubicBezTo>
                  <a:cubicBezTo>
                    <a:pt x="1877" y="1"/>
                    <a:pt x="1849" y="0"/>
                    <a:pt x="1822" y="0"/>
                  </a:cubicBezTo>
                  <a:close/>
                </a:path>
              </a:pathLst>
            </a:custGeom>
            <a:solidFill>
              <a:schemeClr val="dk1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56160" bIns="5616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627" name="Google Shape;1729;p69"/>
            <p:cNvSpPr/>
            <p:nvPr/>
          </p:nvSpPr>
          <p:spPr>
            <a:xfrm>
              <a:off x="5248080" y="3104640"/>
              <a:ext cx="29160" cy="28800"/>
            </a:xfrm>
            <a:custGeom>
              <a:avLst/>
              <a:gdLst>
                <a:gd name="textAreaLeft" fmla="*/ 0 w 29160"/>
                <a:gd name="textAreaRight" fmla="*/ 29520 w 29160"/>
                <a:gd name="textAreaTop" fmla="*/ 0 h 28800"/>
                <a:gd name="textAreaBottom" fmla="*/ 29160 h 28800"/>
              </a:gdLst>
              <a:ahLst/>
              <a:cxnLst/>
              <a:rect l="textAreaLeft" t="textAreaTop" r="textAreaRight" b="textAreaBottom"/>
              <a:pathLst>
                <a:path w="929" h="918">
                  <a:moveTo>
                    <a:pt x="465" y="1"/>
                  </a:moveTo>
                  <a:cubicBezTo>
                    <a:pt x="203" y="1"/>
                    <a:pt x="0" y="203"/>
                    <a:pt x="0" y="453"/>
                  </a:cubicBezTo>
                  <a:cubicBezTo>
                    <a:pt x="0" y="715"/>
                    <a:pt x="203" y="918"/>
                    <a:pt x="465" y="918"/>
                  </a:cubicBezTo>
                  <a:cubicBezTo>
                    <a:pt x="715" y="918"/>
                    <a:pt x="929" y="715"/>
                    <a:pt x="929" y="453"/>
                  </a:cubicBezTo>
                  <a:cubicBezTo>
                    <a:pt x="929" y="203"/>
                    <a:pt x="715" y="1"/>
                    <a:pt x="465" y="1"/>
                  </a:cubicBezTo>
                  <a:close/>
                </a:path>
              </a:pathLst>
            </a:custGeom>
            <a:solidFill>
              <a:schemeClr val="dk1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14400" bIns="1440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</p:grpSp>
      <p:grpSp>
        <p:nvGrpSpPr>
          <p:cNvPr id="628" name="Google Shape;1730;p69"/>
          <p:cNvGrpSpPr/>
          <p:nvPr/>
        </p:nvGrpSpPr>
        <p:grpSpPr>
          <a:xfrm>
            <a:off x="4398840" y="3011760"/>
            <a:ext cx="345600" cy="345240"/>
            <a:chOff x="4398840" y="3011760"/>
            <a:chExt cx="345600" cy="345240"/>
          </a:xfrm>
        </p:grpSpPr>
        <p:sp>
          <p:nvSpPr>
            <p:cNvPr id="629" name="Google Shape;1731;p69"/>
            <p:cNvSpPr/>
            <p:nvPr/>
          </p:nvSpPr>
          <p:spPr>
            <a:xfrm>
              <a:off x="4398840" y="3011760"/>
              <a:ext cx="345600" cy="345240"/>
            </a:xfrm>
            <a:custGeom>
              <a:avLst/>
              <a:gdLst>
                <a:gd name="textAreaLeft" fmla="*/ 0 w 345600"/>
                <a:gd name="textAreaRight" fmla="*/ 345960 w 345600"/>
                <a:gd name="textAreaTop" fmla="*/ 0 h 345240"/>
                <a:gd name="textAreaBottom" fmla="*/ 345600 h 345240"/>
              </a:gdLst>
              <a:ahLst/>
              <a:cxnLst/>
              <a:rect l="textAreaLeft" t="textAreaTop" r="textAreaRight" b="textAreaBottom"/>
              <a:pathLst>
                <a:path w="10871" h="10860">
                  <a:moveTo>
                    <a:pt x="5430" y="334"/>
                  </a:moveTo>
                  <a:cubicBezTo>
                    <a:pt x="8252" y="334"/>
                    <a:pt x="10526" y="2608"/>
                    <a:pt x="10526" y="5430"/>
                  </a:cubicBezTo>
                  <a:cubicBezTo>
                    <a:pt x="10526" y="8240"/>
                    <a:pt x="8252" y="10514"/>
                    <a:pt x="5430" y="10514"/>
                  </a:cubicBezTo>
                  <a:cubicBezTo>
                    <a:pt x="2620" y="10514"/>
                    <a:pt x="346" y="8240"/>
                    <a:pt x="346" y="5430"/>
                  </a:cubicBezTo>
                  <a:cubicBezTo>
                    <a:pt x="346" y="2608"/>
                    <a:pt x="2620" y="334"/>
                    <a:pt x="5430" y="334"/>
                  </a:cubicBezTo>
                  <a:close/>
                  <a:moveTo>
                    <a:pt x="5430" y="1"/>
                  </a:moveTo>
                  <a:cubicBezTo>
                    <a:pt x="3989" y="1"/>
                    <a:pt x="2620" y="560"/>
                    <a:pt x="1596" y="1584"/>
                  </a:cubicBezTo>
                  <a:cubicBezTo>
                    <a:pt x="572" y="2620"/>
                    <a:pt x="1" y="3989"/>
                    <a:pt x="1" y="5430"/>
                  </a:cubicBezTo>
                  <a:cubicBezTo>
                    <a:pt x="1" y="6871"/>
                    <a:pt x="572" y="8240"/>
                    <a:pt x="1596" y="9264"/>
                  </a:cubicBezTo>
                  <a:cubicBezTo>
                    <a:pt x="2620" y="10300"/>
                    <a:pt x="3989" y="10859"/>
                    <a:pt x="5430" y="10859"/>
                  </a:cubicBezTo>
                  <a:cubicBezTo>
                    <a:pt x="6882" y="10859"/>
                    <a:pt x="8252" y="10300"/>
                    <a:pt x="9276" y="9264"/>
                  </a:cubicBezTo>
                  <a:cubicBezTo>
                    <a:pt x="10299" y="8240"/>
                    <a:pt x="10871" y="6871"/>
                    <a:pt x="10871" y="5430"/>
                  </a:cubicBezTo>
                  <a:cubicBezTo>
                    <a:pt x="10871" y="3989"/>
                    <a:pt x="10299" y="2620"/>
                    <a:pt x="9276" y="1584"/>
                  </a:cubicBezTo>
                  <a:cubicBezTo>
                    <a:pt x="8252" y="560"/>
                    <a:pt x="6882" y="1"/>
                    <a:pt x="5430" y="1"/>
                  </a:cubicBezTo>
                  <a:close/>
                </a:path>
              </a:pathLst>
            </a:custGeom>
            <a:solidFill>
              <a:schemeClr val="dk1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91440" bIns="9144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630" name="Google Shape;1732;p69"/>
            <p:cNvSpPr/>
            <p:nvPr/>
          </p:nvSpPr>
          <p:spPr>
            <a:xfrm>
              <a:off x="4469040" y="3098880"/>
              <a:ext cx="227160" cy="185400"/>
            </a:xfrm>
            <a:custGeom>
              <a:avLst/>
              <a:gdLst>
                <a:gd name="textAreaLeft" fmla="*/ 0 w 227160"/>
                <a:gd name="textAreaRight" fmla="*/ 227520 w 227160"/>
                <a:gd name="textAreaTop" fmla="*/ 0 h 185400"/>
                <a:gd name="textAreaBottom" fmla="*/ 185760 h 185400"/>
              </a:gdLst>
              <a:ahLst/>
              <a:cxnLst/>
              <a:rect l="textAreaLeft" t="textAreaTop" r="textAreaRight" b="textAreaBottom"/>
              <a:pathLst>
                <a:path w="7144" h="5835">
                  <a:moveTo>
                    <a:pt x="4620" y="0"/>
                  </a:moveTo>
                  <a:cubicBezTo>
                    <a:pt x="3727" y="0"/>
                    <a:pt x="2977" y="691"/>
                    <a:pt x="2905" y="1572"/>
                  </a:cubicBezTo>
                  <a:cubicBezTo>
                    <a:pt x="2727" y="1548"/>
                    <a:pt x="2358" y="1441"/>
                    <a:pt x="2262" y="1405"/>
                  </a:cubicBezTo>
                  <a:cubicBezTo>
                    <a:pt x="1643" y="1203"/>
                    <a:pt x="1072" y="810"/>
                    <a:pt x="631" y="322"/>
                  </a:cubicBezTo>
                  <a:cubicBezTo>
                    <a:pt x="596" y="298"/>
                    <a:pt x="572" y="274"/>
                    <a:pt x="524" y="262"/>
                  </a:cubicBezTo>
                  <a:cubicBezTo>
                    <a:pt x="517" y="261"/>
                    <a:pt x="509" y="260"/>
                    <a:pt x="501" y="260"/>
                  </a:cubicBezTo>
                  <a:cubicBezTo>
                    <a:pt x="436" y="260"/>
                    <a:pt x="367" y="304"/>
                    <a:pt x="346" y="357"/>
                  </a:cubicBezTo>
                  <a:cubicBezTo>
                    <a:pt x="238" y="572"/>
                    <a:pt x="179" y="810"/>
                    <a:pt x="179" y="1048"/>
                  </a:cubicBezTo>
                  <a:cubicBezTo>
                    <a:pt x="179" y="1393"/>
                    <a:pt x="286" y="1727"/>
                    <a:pt x="476" y="1977"/>
                  </a:cubicBezTo>
                  <a:cubicBezTo>
                    <a:pt x="466" y="1975"/>
                    <a:pt x="456" y="1974"/>
                    <a:pt x="446" y="1974"/>
                  </a:cubicBezTo>
                  <a:cubicBezTo>
                    <a:pt x="397" y="1974"/>
                    <a:pt x="349" y="1997"/>
                    <a:pt x="310" y="2036"/>
                  </a:cubicBezTo>
                  <a:cubicBezTo>
                    <a:pt x="286" y="2060"/>
                    <a:pt x="286" y="2108"/>
                    <a:pt x="274" y="2143"/>
                  </a:cubicBezTo>
                  <a:lnTo>
                    <a:pt x="274" y="2203"/>
                  </a:lnTo>
                  <a:cubicBezTo>
                    <a:pt x="274" y="2655"/>
                    <a:pt x="476" y="3072"/>
                    <a:pt x="822" y="3358"/>
                  </a:cubicBezTo>
                  <a:cubicBezTo>
                    <a:pt x="786" y="3370"/>
                    <a:pt x="774" y="3405"/>
                    <a:pt x="762" y="3417"/>
                  </a:cubicBezTo>
                  <a:cubicBezTo>
                    <a:pt x="750" y="3465"/>
                    <a:pt x="727" y="3513"/>
                    <a:pt x="750" y="3548"/>
                  </a:cubicBezTo>
                  <a:cubicBezTo>
                    <a:pt x="893" y="4024"/>
                    <a:pt x="1262" y="4405"/>
                    <a:pt x="1727" y="4548"/>
                  </a:cubicBezTo>
                  <a:cubicBezTo>
                    <a:pt x="1310" y="4798"/>
                    <a:pt x="834" y="4941"/>
                    <a:pt x="334" y="4941"/>
                  </a:cubicBezTo>
                  <a:lnTo>
                    <a:pt x="191" y="4941"/>
                  </a:lnTo>
                  <a:cubicBezTo>
                    <a:pt x="107" y="4941"/>
                    <a:pt x="36" y="5001"/>
                    <a:pt x="12" y="5084"/>
                  </a:cubicBezTo>
                  <a:cubicBezTo>
                    <a:pt x="0" y="5156"/>
                    <a:pt x="48" y="5239"/>
                    <a:pt x="107" y="5263"/>
                  </a:cubicBezTo>
                  <a:cubicBezTo>
                    <a:pt x="727" y="5632"/>
                    <a:pt x="1465" y="5834"/>
                    <a:pt x="2191" y="5834"/>
                  </a:cubicBezTo>
                  <a:cubicBezTo>
                    <a:pt x="3072" y="5834"/>
                    <a:pt x="3905" y="5560"/>
                    <a:pt x="4596" y="5060"/>
                  </a:cubicBezTo>
                  <a:cubicBezTo>
                    <a:pt x="4691" y="5001"/>
                    <a:pt x="4691" y="4858"/>
                    <a:pt x="4620" y="4786"/>
                  </a:cubicBezTo>
                  <a:cubicBezTo>
                    <a:pt x="4587" y="4754"/>
                    <a:pt x="4544" y="4735"/>
                    <a:pt x="4499" y="4735"/>
                  </a:cubicBezTo>
                  <a:cubicBezTo>
                    <a:pt x="4463" y="4735"/>
                    <a:pt x="4426" y="4748"/>
                    <a:pt x="4394" y="4775"/>
                  </a:cubicBezTo>
                  <a:cubicBezTo>
                    <a:pt x="3763" y="5215"/>
                    <a:pt x="3013" y="5489"/>
                    <a:pt x="2191" y="5489"/>
                  </a:cubicBezTo>
                  <a:cubicBezTo>
                    <a:pt x="1727" y="5489"/>
                    <a:pt x="1262" y="5394"/>
                    <a:pt x="846" y="5239"/>
                  </a:cubicBezTo>
                  <a:cubicBezTo>
                    <a:pt x="1369" y="5144"/>
                    <a:pt x="1846" y="4917"/>
                    <a:pt x="2262" y="4584"/>
                  </a:cubicBezTo>
                  <a:cubicBezTo>
                    <a:pt x="2310" y="4536"/>
                    <a:pt x="2334" y="4477"/>
                    <a:pt x="2322" y="4417"/>
                  </a:cubicBezTo>
                  <a:cubicBezTo>
                    <a:pt x="2310" y="4346"/>
                    <a:pt x="2239" y="4286"/>
                    <a:pt x="2155" y="4286"/>
                  </a:cubicBezTo>
                  <a:cubicBezTo>
                    <a:pt x="1739" y="4263"/>
                    <a:pt x="1369" y="4048"/>
                    <a:pt x="1167" y="3691"/>
                  </a:cubicBezTo>
                  <a:cubicBezTo>
                    <a:pt x="1250" y="3691"/>
                    <a:pt x="1358" y="3667"/>
                    <a:pt x="1441" y="3643"/>
                  </a:cubicBezTo>
                  <a:cubicBezTo>
                    <a:pt x="1524" y="3632"/>
                    <a:pt x="1584" y="3572"/>
                    <a:pt x="1584" y="3489"/>
                  </a:cubicBezTo>
                  <a:cubicBezTo>
                    <a:pt x="1596" y="3405"/>
                    <a:pt x="1536" y="3334"/>
                    <a:pt x="1441" y="3298"/>
                  </a:cubicBezTo>
                  <a:cubicBezTo>
                    <a:pt x="1000" y="3191"/>
                    <a:pt x="667" y="2822"/>
                    <a:pt x="596" y="2381"/>
                  </a:cubicBezTo>
                  <a:lnTo>
                    <a:pt x="596" y="2381"/>
                  </a:lnTo>
                  <a:cubicBezTo>
                    <a:pt x="727" y="2405"/>
                    <a:pt x="869" y="2417"/>
                    <a:pt x="1000" y="2417"/>
                  </a:cubicBezTo>
                  <a:cubicBezTo>
                    <a:pt x="1084" y="2417"/>
                    <a:pt x="1143" y="2358"/>
                    <a:pt x="1167" y="2274"/>
                  </a:cubicBezTo>
                  <a:cubicBezTo>
                    <a:pt x="1179" y="2203"/>
                    <a:pt x="1131" y="2143"/>
                    <a:pt x="1072" y="2108"/>
                  </a:cubicBezTo>
                  <a:cubicBezTo>
                    <a:pt x="703" y="1881"/>
                    <a:pt x="476" y="1488"/>
                    <a:pt x="476" y="1048"/>
                  </a:cubicBezTo>
                  <a:cubicBezTo>
                    <a:pt x="476" y="953"/>
                    <a:pt x="488" y="846"/>
                    <a:pt x="524" y="738"/>
                  </a:cubicBezTo>
                  <a:cubicBezTo>
                    <a:pt x="965" y="1191"/>
                    <a:pt x="1524" y="1524"/>
                    <a:pt x="2120" y="1727"/>
                  </a:cubicBezTo>
                  <a:cubicBezTo>
                    <a:pt x="2120" y="1727"/>
                    <a:pt x="2715" y="1905"/>
                    <a:pt x="2929" y="1917"/>
                  </a:cubicBezTo>
                  <a:lnTo>
                    <a:pt x="3024" y="1917"/>
                  </a:lnTo>
                  <a:cubicBezTo>
                    <a:pt x="3096" y="1917"/>
                    <a:pt x="3167" y="1869"/>
                    <a:pt x="3191" y="1798"/>
                  </a:cubicBezTo>
                  <a:cubicBezTo>
                    <a:pt x="3203" y="1786"/>
                    <a:pt x="3203" y="1750"/>
                    <a:pt x="3203" y="1738"/>
                  </a:cubicBezTo>
                  <a:lnTo>
                    <a:pt x="3203" y="1703"/>
                  </a:lnTo>
                  <a:cubicBezTo>
                    <a:pt x="3203" y="953"/>
                    <a:pt x="3810" y="334"/>
                    <a:pt x="4572" y="334"/>
                  </a:cubicBezTo>
                  <a:cubicBezTo>
                    <a:pt x="4941" y="334"/>
                    <a:pt x="5287" y="488"/>
                    <a:pt x="5549" y="750"/>
                  </a:cubicBezTo>
                  <a:cubicBezTo>
                    <a:pt x="5585" y="787"/>
                    <a:pt x="5621" y="802"/>
                    <a:pt x="5663" y="802"/>
                  </a:cubicBezTo>
                  <a:cubicBezTo>
                    <a:pt x="5676" y="802"/>
                    <a:pt x="5689" y="801"/>
                    <a:pt x="5703" y="798"/>
                  </a:cubicBezTo>
                  <a:cubicBezTo>
                    <a:pt x="5882" y="762"/>
                    <a:pt x="6049" y="738"/>
                    <a:pt x="6203" y="679"/>
                  </a:cubicBezTo>
                  <a:lnTo>
                    <a:pt x="6203" y="679"/>
                  </a:lnTo>
                  <a:cubicBezTo>
                    <a:pt x="6120" y="762"/>
                    <a:pt x="6013" y="857"/>
                    <a:pt x="5894" y="917"/>
                  </a:cubicBezTo>
                  <a:cubicBezTo>
                    <a:pt x="5822" y="965"/>
                    <a:pt x="5787" y="1048"/>
                    <a:pt x="5822" y="1143"/>
                  </a:cubicBezTo>
                  <a:cubicBezTo>
                    <a:pt x="5846" y="1203"/>
                    <a:pt x="5930" y="1250"/>
                    <a:pt x="6001" y="1250"/>
                  </a:cubicBezTo>
                  <a:cubicBezTo>
                    <a:pt x="6144" y="1227"/>
                    <a:pt x="6287" y="1215"/>
                    <a:pt x="6418" y="1167"/>
                  </a:cubicBezTo>
                  <a:lnTo>
                    <a:pt x="6418" y="1167"/>
                  </a:lnTo>
                  <a:cubicBezTo>
                    <a:pt x="6299" y="1286"/>
                    <a:pt x="6168" y="1405"/>
                    <a:pt x="6013" y="1512"/>
                  </a:cubicBezTo>
                  <a:cubicBezTo>
                    <a:pt x="5965" y="1548"/>
                    <a:pt x="5941" y="1608"/>
                    <a:pt x="5941" y="1655"/>
                  </a:cubicBezTo>
                  <a:lnTo>
                    <a:pt x="5941" y="1679"/>
                  </a:lnTo>
                  <a:lnTo>
                    <a:pt x="5941" y="1703"/>
                  </a:lnTo>
                  <a:lnTo>
                    <a:pt x="5941" y="1727"/>
                  </a:lnTo>
                  <a:cubicBezTo>
                    <a:pt x="5941" y="2691"/>
                    <a:pt x="5572" y="3572"/>
                    <a:pt x="4977" y="4227"/>
                  </a:cubicBezTo>
                  <a:cubicBezTo>
                    <a:pt x="4918" y="4298"/>
                    <a:pt x="4918" y="4405"/>
                    <a:pt x="4977" y="4465"/>
                  </a:cubicBezTo>
                  <a:cubicBezTo>
                    <a:pt x="5011" y="4499"/>
                    <a:pt x="5053" y="4514"/>
                    <a:pt x="5096" y="4514"/>
                  </a:cubicBezTo>
                  <a:cubicBezTo>
                    <a:pt x="5143" y="4514"/>
                    <a:pt x="5190" y="4496"/>
                    <a:pt x="5227" y="4465"/>
                  </a:cubicBezTo>
                  <a:cubicBezTo>
                    <a:pt x="5894" y="3715"/>
                    <a:pt x="6263" y="2762"/>
                    <a:pt x="6287" y="1750"/>
                  </a:cubicBezTo>
                  <a:cubicBezTo>
                    <a:pt x="6596" y="1524"/>
                    <a:pt x="6846" y="1250"/>
                    <a:pt x="7061" y="917"/>
                  </a:cubicBezTo>
                  <a:cubicBezTo>
                    <a:pt x="7144" y="857"/>
                    <a:pt x="7132" y="750"/>
                    <a:pt x="7061" y="715"/>
                  </a:cubicBezTo>
                  <a:cubicBezTo>
                    <a:pt x="7029" y="683"/>
                    <a:pt x="6987" y="667"/>
                    <a:pt x="6937" y="667"/>
                  </a:cubicBezTo>
                  <a:cubicBezTo>
                    <a:pt x="6912" y="667"/>
                    <a:pt x="6886" y="671"/>
                    <a:pt x="6858" y="679"/>
                  </a:cubicBezTo>
                  <a:cubicBezTo>
                    <a:pt x="6775" y="726"/>
                    <a:pt x="6680" y="750"/>
                    <a:pt x="6596" y="786"/>
                  </a:cubicBezTo>
                  <a:cubicBezTo>
                    <a:pt x="6680" y="667"/>
                    <a:pt x="6763" y="512"/>
                    <a:pt x="6823" y="369"/>
                  </a:cubicBezTo>
                  <a:cubicBezTo>
                    <a:pt x="6834" y="310"/>
                    <a:pt x="6834" y="238"/>
                    <a:pt x="6787" y="191"/>
                  </a:cubicBezTo>
                  <a:cubicBezTo>
                    <a:pt x="6750" y="153"/>
                    <a:pt x="6703" y="135"/>
                    <a:pt x="6659" y="135"/>
                  </a:cubicBezTo>
                  <a:cubicBezTo>
                    <a:pt x="6632" y="135"/>
                    <a:pt x="6607" y="142"/>
                    <a:pt x="6584" y="155"/>
                  </a:cubicBezTo>
                  <a:cubicBezTo>
                    <a:pt x="6322" y="310"/>
                    <a:pt x="6061" y="393"/>
                    <a:pt x="5775" y="441"/>
                  </a:cubicBezTo>
                  <a:cubicBezTo>
                    <a:pt x="5465" y="143"/>
                    <a:pt x="5048" y="0"/>
                    <a:pt x="4620" y="0"/>
                  </a:cubicBezTo>
                  <a:close/>
                </a:path>
              </a:pathLst>
            </a:custGeom>
            <a:solidFill>
              <a:schemeClr val="dk1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91440" bIns="9144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</p:grpSp>
      <p:grpSp>
        <p:nvGrpSpPr>
          <p:cNvPr id="631" name="Google Shape;1733;p69"/>
          <p:cNvGrpSpPr/>
          <p:nvPr/>
        </p:nvGrpSpPr>
        <p:grpSpPr>
          <a:xfrm>
            <a:off x="3765960" y="3011760"/>
            <a:ext cx="345240" cy="345240"/>
            <a:chOff x="3765960" y="3011760"/>
            <a:chExt cx="345240" cy="345240"/>
          </a:xfrm>
        </p:grpSpPr>
        <p:sp>
          <p:nvSpPr>
            <p:cNvPr id="632" name="Google Shape;1734;p69"/>
            <p:cNvSpPr/>
            <p:nvPr/>
          </p:nvSpPr>
          <p:spPr>
            <a:xfrm>
              <a:off x="3765960" y="3011760"/>
              <a:ext cx="345240" cy="345240"/>
            </a:xfrm>
            <a:custGeom>
              <a:avLst/>
              <a:gdLst>
                <a:gd name="textAreaLeft" fmla="*/ 0 w 345240"/>
                <a:gd name="textAreaRight" fmla="*/ 345600 w 345240"/>
                <a:gd name="textAreaTop" fmla="*/ 0 h 345240"/>
                <a:gd name="textAreaBottom" fmla="*/ 345600 h 345240"/>
              </a:gdLst>
              <a:ahLst/>
              <a:cxnLst/>
              <a:rect l="textAreaLeft" t="textAreaTop" r="textAreaRight" b="textAreaBottom"/>
              <a:pathLst>
                <a:path w="10859" h="10860">
                  <a:moveTo>
                    <a:pt x="5429" y="334"/>
                  </a:moveTo>
                  <a:cubicBezTo>
                    <a:pt x="8239" y="334"/>
                    <a:pt x="10513" y="2608"/>
                    <a:pt x="10513" y="5430"/>
                  </a:cubicBezTo>
                  <a:cubicBezTo>
                    <a:pt x="10513" y="8240"/>
                    <a:pt x="8227" y="10514"/>
                    <a:pt x="5429" y="10514"/>
                  </a:cubicBezTo>
                  <a:cubicBezTo>
                    <a:pt x="2619" y="10514"/>
                    <a:pt x="333" y="8240"/>
                    <a:pt x="333" y="5430"/>
                  </a:cubicBezTo>
                  <a:cubicBezTo>
                    <a:pt x="333" y="2608"/>
                    <a:pt x="2619" y="334"/>
                    <a:pt x="5429" y="334"/>
                  </a:cubicBezTo>
                  <a:close/>
                  <a:moveTo>
                    <a:pt x="5429" y="1"/>
                  </a:moveTo>
                  <a:cubicBezTo>
                    <a:pt x="3989" y="1"/>
                    <a:pt x="2619" y="560"/>
                    <a:pt x="1584" y="1584"/>
                  </a:cubicBezTo>
                  <a:cubicBezTo>
                    <a:pt x="560" y="2620"/>
                    <a:pt x="0" y="3989"/>
                    <a:pt x="0" y="5430"/>
                  </a:cubicBezTo>
                  <a:cubicBezTo>
                    <a:pt x="0" y="6871"/>
                    <a:pt x="560" y="8240"/>
                    <a:pt x="1584" y="9264"/>
                  </a:cubicBezTo>
                  <a:cubicBezTo>
                    <a:pt x="2619" y="10300"/>
                    <a:pt x="3989" y="10859"/>
                    <a:pt x="5429" y="10859"/>
                  </a:cubicBezTo>
                  <a:cubicBezTo>
                    <a:pt x="6870" y="10859"/>
                    <a:pt x="8239" y="10300"/>
                    <a:pt x="9263" y="9264"/>
                  </a:cubicBezTo>
                  <a:cubicBezTo>
                    <a:pt x="10299" y="8240"/>
                    <a:pt x="10859" y="6871"/>
                    <a:pt x="10859" y="5430"/>
                  </a:cubicBezTo>
                  <a:cubicBezTo>
                    <a:pt x="10859" y="3989"/>
                    <a:pt x="10299" y="2620"/>
                    <a:pt x="9263" y="1584"/>
                  </a:cubicBezTo>
                  <a:cubicBezTo>
                    <a:pt x="8239" y="560"/>
                    <a:pt x="6870" y="1"/>
                    <a:pt x="5429" y="1"/>
                  </a:cubicBezTo>
                  <a:close/>
                </a:path>
              </a:pathLst>
            </a:custGeom>
            <a:solidFill>
              <a:schemeClr val="dk1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91440" bIns="9144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633" name="Google Shape;1735;p69"/>
            <p:cNvSpPr/>
            <p:nvPr/>
          </p:nvSpPr>
          <p:spPr>
            <a:xfrm>
              <a:off x="3807000" y="3084480"/>
              <a:ext cx="262440" cy="199800"/>
            </a:xfrm>
            <a:custGeom>
              <a:avLst/>
              <a:gdLst>
                <a:gd name="textAreaLeft" fmla="*/ 0 w 262440"/>
                <a:gd name="textAreaRight" fmla="*/ 262800 w 262440"/>
                <a:gd name="textAreaTop" fmla="*/ 0 h 199800"/>
                <a:gd name="textAreaBottom" fmla="*/ 200160 h 199800"/>
              </a:gdLst>
              <a:ahLst/>
              <a:cxnLst/>
              <a:rect l="textAreaLeft" t="textAreaTop" r="textAreaRight" b="textAreaBottom"/>
              <a:pathLst>
                <a:path w="8252" h="6285">
                  <a:moveTo>
                    <a:pt x="4123" y="1"/>
                  </a:moveTo>
                  <a:cubicBezTo>
                    <a:pt x="3010" y="1"/>
                    <a:pt x="1900" y="63"/>
                    <a:pt x="799" y="188"/>
                  </a:cubicBezTo>
                  <a:cubicBezTo>
                    <a:pt x="513" y="224"/>
                    <a:pt x="287" y="450"/>
                    <a:pt x="239" y="712"/>
                  </a:cubicBezTo>
                  <a:cubicBezTo>
                    <a:pt x="1" y="2319"/>
                    <a:pt x="1" y="3963"/>
                    <a:pt x="239" y="5570"/>
                  </a:cubicBezTo>
                  <a:cubicBezTo>
                    <a:pt x="287" y="5844"/>
                    <a:pt x="513" y="6058"/>
                    <a:pt x="799" y="6082"/>
                  </a:cubicBezTo>
                  <a:cubicBezTo>
                    <a:pt x="1894" y="6201"/>
                    <a:pt x="3013" y="6284"/>
                    <a:pt x="4132" y="6284"/>
                  </a:cubicBezTo>
                  <a:cubicBezTo>
                    <a:pt x="4609" y="6284"/>
                    <a:pt x="5085" y="6260"/>
                    <a:pt x="5561" y="6249"/>
                  </a:cubicBezTo>
                  <a:cubicBezTo>
                    <a:pt x="5644" y="6249"/>
                    <a:pt x="5716" y="6177"/>
                    <a:pt x="5716" y="6070"/>
                  </a:cubicBezTo>
                  <a:cubicBezTo>
                    <a:pt x="5716" y="5963"/>
                    <a:pt x="5633" y="5891"/>
                    <a:pt x="5537" y="5891"/>
                  </a:cubicBezTo>
                  <a:cubicBezTo>
                    <a:pt x="5051" y="5914"/>
                    <a:pt x="4564" y="5925"/>
                    <a:pt x="4076" y="5925"/>
                  </a:cubicBezTo>
                  <a:cubicBezTo>
                    <a:pt x="2998" y="5925"/>
                    <a:pt x="1916" y="5868"/>
                    <a:pt x="834" y="5737"/>
                  </a:cubicBezTo>
                  <a:cubicBezTo>
                    <a:pt x="715" y="5725"/>
                    <a:pt x="620" y="5641"/>
                    <a:pt x="596" y="5498"/>
                  </a:cubicBezTo>
                  <a:cubicBezTo>
                    <a:pt x="382" y="3927"/>
                    <a:pt x="382" y="2319"/>
                    <a:pt x="596" y="736"/>
                  </a:cubicBezTo>
                  <a:cubicBezTo>
                    <a:pt x="620" y="617"/>
                    <a:pt x="715" y="522"/>
                    <a:pt x="834" y="498"/>
                  </a:cubicBezTo>
                  <a:cubicBezTo>
                    <a:pt x="1942" y="379"/>
                    <a:pt x="3037" y="319"/>
                    <a:pt x="4144" y="319"/>
                  </a:cubicBezTo>
                  <a:cubicBezTo>
                    <a:pt x="5240" y="319"/>
                    <a:pt x="6347" y="379"/>
                    <a:pt x="7442" y="498"/>
                  </a:cubicBezTo>
                  <a:cubicBezTo>
                    <a:pt x="7561" y="522"/>
                    <a:pt x="7669" y="605"/>
                    <a:pt x="7680" y="736"/>
                  </a:cubicBezTo>
                  <a:cubicBezTo>
                    <a:pt x="7907" y="2319"/>
                    <a:pt x="7907" y="3927"/>
                    <a:pt x="7680" y="5498"/>
                  </a:cubicBezTo>
                  <a:cubicBezTo>
                    <a:pt x="7669" y="5617"/>
                    <a:pt x="7561" y="5725"/>
                    <a:pt x="7442" y="5737"/>
                  </a:cubicBezTo>
                  <a:cubicBezTo>
                    <a:pt x="7085" y="5784"/>
                    <a:pt x="6752" y="5820"/>
                    <a:pt x="6395" y="5844"/>
                  </a:cubicBezTo>
                  <a:cubicBezTo>
                    <a:pt x="6299" y="5844"/>
                    <a:pt x="6228" y="5927"/>
                    <a:pt x="6228" y="6010"/>
                  </a:cubicBezTo>
                  <a:cubicBezTo>
                    <a:pt x="6228" y="6110"/>
                    <a:pt x="6299" y="6178"/>
                    <a:pt x="6386" y="6178"/>
                  </a:cubicBezTo>
                  <a:cubicBezTo>
                    <a:pt x="6393" y="6178"/>
                    <a:pt x="6399" y="6178"/>
                    <a:pt x="6406" y="6177"/>
                  </a:cubicBezTo>
                  <a:cubicBezTo>
                    <a:pt x="6764" y="6141"/>
                    <a:pt x="7121" y="6118"/>
                    <a:pt x="7478" y="6070"/>
                  </a:cubicBezTo>
                  <a:cubicBezTo>
                    <a:pt x="7764" y="6034"/>
                    <a:pt x="7978" y="5820"/>
                    <a:pt x="8026" y="5546"/>
                  </a:cubicBezTo>
                  <a:cubicBezTo>
                    <a:pt x="8252" y="3963"/>
                    <a:pt x="8252" y="2319"/>
                    <a:pt x="8014" y="712"/>
                  </a:cubicBezTo>
                  <a:cubicBezTo>
                    <a:pt x="7966" y="426"/>
                    <a:pt x="7740" y="224"/>
                    <a:pt x="7466" y="188"/>
                  </a:cubicBezTo>
                  <a:cubicBezTo>
                    <a:pt x="6353" y="63"/>
                    <a:pt x="5237" y="1"/>
                    <a:pt x="4123" y="1"/>
                  </a:cubicBezTo>
                  <a:close/>
                </a:path>
              </a:pathLst>
            </a:custGeom>
            <a:solidFill>
              <a:schemeClr val="dk1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91440" bIns="9144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634" name="Google Shape;1736;p69"/>
            <p:cNvSpPr/>
            <p:nvPr/>
          </p:nvSpPr>
          <p:spPr>
            <a:xfrm>
              <a:off x="3896640" y="3129480"/>
              <a:ext cx="105120" cy="110160"/>
            </a:xfrm>
            <a:custGeom>
              <a:avLst/>
              <a:gdLst>
                <a:gd name="textAreaLeft" fmla="*/ 0 w 105120"/>
                <a:gd name="textAreaRight" fmla="*/ 105480 w 105120"/>
                <a:gd name="textAreaTop" fmla="*/ 0 h 110160"/>
                <a:gd name="textAreaBottom" fmla="*/ 110520 h 110160"/>
              </a:gdLst>
              <a:ahLst/>
              <a:cxnLst/>
              <a:rect l="textAreaLeft" t="textAreaTop" r="textAreaRight" b="textAreaBottom"/>
              <a:pathLst>
                <a:path w="3311" h="3472">
                  <a:moveTo>
                    <a:pt x="334" y="447"/>
                  </a:moveTo>
                  <a:lnTo>
                    <a:pt x="2763" y="1733"/>
                  </a:lnTo>
                  <a:lnTo>
                    <a:pt x="334" y="3007"/>
                  </a:lnTo>
                  <a:lnTo>
                    <a:pt x="334" y="447"/>
                  </a:lnTo>
                  <a:close/>
                  <a:moveTo>
                    <a:pt x="163" y="1"/>
                  </a:moveTo>
                  <a:cubicBezTo>
                    <a:pt x="135" y="1"/>
                    <a:pt x="108" y="7"/>
                    <a:pt x="84" y="18"/>
                  </a:cubicBezTo>
                  <a:cubicBezTo>
                    <a:pt x="36" y="54"/>
                    <a:pt x="1" y="114"/>
                    <a:pt x="1" y="173"/>
                  </a:cubicBezTo>
                  <a:lnTo>
                    <a:pt x="1" y="3293"/>
                  </a:lnTo>
                  <a:cubicBezTo>
                    <a:pt x="1" y="3352"/>
                    <a:pt x="24" y="3412"/>
                    <a:pt x="84" y="3447"/>
                  </a:cubicBezTo>
                  <a:cubicBezTo>
                    <a:pt x="120" y="3459"/>
                    <a:pt x="144" y="3471"/>
                    <a:pt x="179" y="3471"/>
                  </a:cubicBezTo>
                  <a:cubicBezTo>
                    <a:pt x="203" y="3471"/>
                    <a:pt x="239" y="3471"/>
                    <a:pt x="251" y="3459"/>
                  </a:cubicBezTo>
                  <a:lnTo>
                    <a:pt x="3227" y="1900"/>
                  </a:lnTo>
                  <a:cubicBezTo>
                    <a:pt x="3287" y="1864"/>
                    <a:pt x="3311" y="1804"/>
                    <a:pt x="3311" y="1745"/>
                  </a:cubicBezTo>
                  <a:cubicBezTo>
                    <a:pt x="3311" y="1673"/>
                    <a:pt x="3287" y="1614"/>
                    <a:pt x="3227" y="1578"/>
                  </a:cubicBezTo>
                  <a:lnTo>
                    <a:pt x="251" y="18"/>
                  </a:lnTo>
                  <a:cubicBezTo>
                    <a:pt x="221" y="7"/>
                    <a:pt x="191" y="1"/>
                    <a:pt x="163" y="1"/>
                  </a:cubicBezTo>
                  <a:close/>
                </a:path>
              </a:pathLst>
            </a:custGeom>
            <a:solidFill>
              <a:schemeClr val="dk1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55080" bIns="5508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</p:grp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xmlns:r="http://schemas.openxmlformats.org/officeDocument/2006/relationships" name="Research Skills - Language Arts - 8th grade by Slidesgo">
  <a:themeElements>
    <a:clrScheme name="Simple Light">
      <a:dk1>
        <a:srgbClr val="ffffff"/>
      </a:dk1>
      <a:lt1>
        <a:srgbClr val="113a34"/>
      </a:lt1>
      <a:dk2>
        <a:srgbClr val="8ddc65"/>
      </a:dk2>
      <a:lt2>
        <a:srgbClr val="68e957"/>
      </a:lt2>
      <a:accent1>
        <a:srgbClr val="40b3a4"/>
      </a:accent1>
      <a:accent2>
        <a:srgbClr val="4addc6"/>
      </a:accent2>
      <a:accent3>
        <a:srgbClr val="b1f3e8"/>
      </a:accent3>
      <a:accent4>
        <a:srgbClr val="efefef"/>
      </a:accent4>
      <a:accent5>
        <a:srgbClr val="ffffff"/>
      </a:accent5>
      <a:accent6>
        <a:srgbClr val="ffffff"/>
      </a:accent6>
      <a:hlink>
        <a:srgbClr val="ffffff"/>
      </a:hlink>
      <a:folHlink>
        <a:srgbClr val="0097a7"/>
      </a:folHlink>
    </a:clrScheme>
    <a:fontScheme name="Office">
      <a:majorFont>
        <a:latin typeface="Arial" pitchFamily="0" charset="1"/>
        <a:ea typeface=""/>
        <a:cs typeface=""/>
      </a:majorFont>
      <a:minorFont>
        <a:latin typeface="Arial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Research Skills - Language Arts - 8th grade by Slidesgo">
  <a:themeElements>
    <a:clrScheme name="Simple Light">
      <a:dk1>
        <a:srgbClr val="ffffff"/>
      </a:dk1>
      <a:lt1>
        <a:srgbClr val="113a34"/>
      </a:lt1>
      <a:dk2>
        <a:srgbClr val="8ddc65"/>
      </a:dk2>
      <a:lt2>
        <a:srgbClr val="68e957"/>
      </a:lt2>
      <a:accent1>
        <a:srgbClr val="40b3a4"/>
      </a:accent1>
      <a:accent2>
        <a:srgbClr val="4addc6"/>
      </a:accent2>
      <a:accent3>
        <a:srgbClr val="b1f3e8"/>
      </a:accent3>
      <a:accent4>
        <a:srgbClr val="efefef"/>
      </a:accent4>
      <a:accent5>
        <a:srgbClr val="ffffff"/>
      </a:accent5>
      <a:accent6>
        <a:srgbClr val="ffffff"/>
      </a:accent6>
      <a:hlink>
        <a:srgbClr val="ffffff"/>
      </a:hlink>
      <a:folHlink>
        <a:srgbClr val="0097a7"/>
      </a:folHlink>
    </a:clrScheme>
    <a:fontScheme name="Office">
      <a:majorFont>
        <a:latin typeface="Arial" pitchFamily="0" charset="1"/>
        <a:ea typeface=""/>
        <a:cs typeface=""/>
      </a:majorFont>
      <a:minorFont>
        <a:latin typeface="Arial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3.xml><?xml version="1.0" encoding="utf-8"?>
<a:theme xmlns:a="http://schemas.openxmlformats.org/drawingml/2006/main" xmlns:r="http://schemas.openxmlformats.org/officeDocument/2006/relationships" name="Research Skills - Language Arts - 8th grade by Slidesgo">
  <a:themeElements>
    <a:clrScheme name="Simple Light">
      <a:dk1>
        <a:srgbClr val="ffffff"/>
      </a:dk1>
      <a:lt1>
        <a:srgbClr val="113a34"/>
      </a:lt1>
      <a:dk2>
        <a:srgbClr val="8ddc65"/>
      </a:dk2>
      <a:lt2>
        <a:srgbClr val="68e957"/>
      </a:lt2>
      <a:accent1>
        <a:srgbClr val="40b3a4"/>
      </a:accent1>
      <a:accent2>
        <a:srgbClr val="4addc6"/>
      </a:accent2>
      <a:accent3>
        <a:srgbClr val="b1f3e8"/>
      </a:accent3>
      <a:accent4>
        <a:srgbClr val="efefef"/>
      </a:accent4>
      <a:accent5>
        <a:srgbClr val="ffffff"/>
      </a:accent5>
      <a:accent6>
        <a:srgbClr val="ffffff"/>
      </a:accent6>
      <a:hlink>
        <a:srgbClr val="ffffff"/>
      </a:hlink>
      <a:folHlink>
        <a:srgbClr val="0097a7"/>
      </a:folHlink>
    </a:clrScheme>
    <a:fontScheme name="Office">
      <a:majorFont>
        <a:latin typeface="Arial" pitchFamily="0" charset="1"/>
        <a:ea typeface=""/>
        <a:cs typeface=""/>
      </a:majorFont>
      <a:minorFont>
        <a:latin typeface="Arial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4.xml><?xml version="1.0" encoding="utf-8"?>
<a:theme xmlns:a="http://schemas.openxmlformats.org/drawingml/2006/main" xmlns:r="http://schemas.openxmlformats.org/officeDocument/2006/relationships" name="Slidesgo Final Pages">
  <a:themeElements>
    <a:clrScheme name="Simple Light">
      <a:dk1>
        <a:srgbClr val="0e2a47"/>
      </a:dk1>
      <a:lt1>
        <a:srgbClr val="ffffff"/>
      </a:lt1>
      <a:dk2>
        <a:srgbClr val="869fb2"/>
      </a:dk2>
      <a:lt2>
        <a:srgbClr val="ffffff"/>
      </a:lt2>
      <a:accent1>
        <a:srgbClr val="ffffff"/>
      </a:accent1>
      <a:accent2>
        <a:srgbClr val="ffffff"/>
      </a:accent2>
      <a:accent3>
        <a:srgbClr val="ffffff"/>
      </a:accent3>
      <a:accent4>
        <a:srgbClr val="ffffff"/>
      </a:accent4>
      <a:accent5>
        <a:srgbClr val="ffffff"/>
      </a:accent5>
      <a:accent6>
        <a:srgbClr val="ffffff"/>
      </a:accent6>
      <a:hlink>
        <a:srgbClr val="869fb2"/>
      </a:hlink>
      <a:folHlink>
        <a:srgbClr val="0097a7"/>
      </a:folHlink>
    </a:clrScheme>
    <a:fontScheme name="Office">
      <a:majorFont>
        <a:latin typeface="Arial" pitchFamily="0" charset="1"/>
        <a:ea typeface=""/>
        <a:cs typeface=""/>
      </a:majorFont>
      <a:minorFont>
        <a:latin typeface="Arial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Application>LibreOffice/25.2.4.3$Linux_X86_64 LibreOffice_project/520$Build-3</Application>
  <AppVersion>15.0000</AppVersion>
  <Company>Microsoft Corporation</Company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2026-02-17T10:17:11Z</dcterms:created>
  <dc:creator>Unknown Creator</dc:creator>
  <dc:description/>
  <dc:language>en-US</dc:language>
  <cp:lastModifiedBy>Unknown Creator</cp:lastModifiedBy>
  <dcterms:modified xsi:type="dcterms:W3CDTF">2026-02-17T10:17:11Z</dcterms:modified>
  <cp:revision>0</cp:revision>
  <dc:subject/>
  <dc:title>Untitled Presentation</dc:title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Slides">
    <vt:r8>12</vt:r8>
  </property>
</Properties>
</file>